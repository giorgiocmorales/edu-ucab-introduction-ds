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Nunito Light" pitchFamily="2" charset="0"/>
      <p:regular r:id="rId16"/>
      <p: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010" autoAdjust="0"/>
  </p:normalViewPr>
  <p:slideViewPr>
    <p:cSldViewPr snapToGrid="0">
      <p:cViewPr varScale="1">
        <p:scale>
          <a:sx n="125" d="100"/>
          <a:sy n="125" d="100"/>
        </p:scale>
        <p:origin x="12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5a9264b4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5a9264b4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>
          <a:extLst>
            <a:ext uri="{FF2B5EF4-FFF2-40B4-BE49-F238E27FC236}">
              <a16:creationId xmlns:a16="http://schemas.microsoft.com/office/drawing/2014/main" id="{11A211B8-49C9-E5EC-6E06-F1799003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85b85003be_0_346:notes">
            <a:extLst>
              <a:ext uri="{FF2B5EF4-FFF2-40B4-BE49-F238E27FC236}">
                <a16:creationId xmlns:a16="http://schemas.microsoft.com/office/drawing/2014/main" id="{98BD2084-E8C4-2607-C751-9D5F696749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85b85003be_0_346:notes">
            <a:extLst>
              <a:ext uri="{FF2B5EF4-FFF2-40B4-BE49-F238E27FC236}">
                <a16:creationId xmlns:a16="http://schemas.microsoft.com/office/drawing/2014/main" id="{A15AA4C7-7013-5564-BCDE-0E64D8DC2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891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ec4343f68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ec4343f68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ec4343f6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ec4343f6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1ec4343f68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1ec4343f68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ec4343f68b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ec4343f68b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ec4343f68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ec4343f68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ec4343f68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1ec4343f68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ec4343f68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1ec4343f68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ec4343f68b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1ec4343f68b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d68fd992c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d68fd992c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ec4343f68b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c4343f68b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d68fd992c9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d68fd992c9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46900" y="37283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747801" y="-707126"/>
            <a:ext cx="10297750" cy="6227885"/>
            <a:chOff x="-747801" y="-707126"/>
            <a:chExt cx="10297750" cy="622788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747801" y="-707126"/>
              <a:ext cx="2577275" cy="1833510"/>
              <a:chOff x="781874" y="1294774"/>
              <a:chExt cx="2577275" cy="1833510"/>
            </a:xfrm>
          </p:grpSpPr>
          <p:sp>
            <p:nvSpPr>
              <p:cNvPr id="14" name="Google Shape;14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6972674" y="3687249"/>
              <a:ext cx="2577275" cy="1833510"/>
              <a:chOff x="781874" y="1294774"/>
              <a:chExt cx="2577275" cy="1833510"/>
            </a:xfrm>
          </p:grpSpPr>
          <p:sp>
            <p:nvSpPr>
              <p:cNvPr id="25" name="Google Shape;25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3"/>
          <p:cNvGrpSpPr/>
          <p:nvPr/>
        </p:nvGrpSpPr>
        <p:grpSpPr>
          <a:xfrm>
            <a:off x="6172199" y="136174"/>
            <a:ext cx="2791650" cy="4892530"/>
            <a:chOff x="6172199" y="136174"/>
            <a:chExt cx="2791650" cy="4892530"/>
          </a:xfrm>
        </p:grpSpPr>
        <p:grpSp>
          <p:nvGrpSpPr>
            <p:cNvPr id="41" name="Google Shape;41;p3"/>
            <p:cNvGrpSpPr/>
            <p:nvPr/>
          </p:nvGrpSpPr>
          <p:grpSpPr>
            <a:xfrm>
              <a:off x="6292024" y="136174"/>
              <a:ext cx="2577275" cy="1833510"/>
              <a:chOff x="781874" y="1294774"/>
              <a:chExt cx="2577275" cy="1833510"/>
            </a:xfrm>
          </p:grpSpPr>
          <p:sp>
            <p:nvSpPr>
              <p:cNvPr id="42" name="Google Shape;42;p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8027339" y="2095605"/>
              <a:ext cx="936510" cy="688006"/>
              <a:chOff x="3235964" y="2587955"/>
              <a:chExt cx="936510" cy="688006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8027628" y="3199534"/>
              <a:ext cx="935946" cy="1829159"/>
              <a:chOff x="4738303" y="2514672"/>
              <a:chExt cx="935946" cy="1829159"/>
            </a:xfrm>
          </p:grpSpPr>
          <p:sp>
            <p:nvSpPr>
              <p:cNvPr id="56" name="Google Shape;56;p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6172199" y="4113949"/>
              <a:ext cx="1345775" cy="914755"/>
              <a:chOff x="2264799" y="3654374"/>
              <a:chExt cx="1345775" cy="914755"/>
            </a:xfrm>
          </p:grpSpPr>
          <p:sp>
            <p:nvSpPr>
              <p:cNvPr id="63" name="Google Shape;63;p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6899599" y="2745080"/>
            <a:ext cx="2577275" cy="2677354"/>
            <a:chOff x="6899599" y="2745080"/>
            <a:chExt cx="2577275" cy="2677354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6899599" y="3588924"/>
              <a:ext cx="2577275" cy="1833510"/>
              <a:chOff x="781874" y="1294774"/>
              <a:chExt cx="2577275" cy="1833510"/>
            </a:xfrm>
          </p:grpSpPr>
          <p:sp>
            <p:nvSpPr>
              <p:cNvPr id="72" name="Google Shape;72;p4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>
              <a:off x="7887114" y="2745080"/>
              <a:ext cx="936510" cy="688006"/>
              <a:chOff x="3235964" y="2587955"/>
              <a:chExt cx="936510" cy="688006"/>
            </a:xfrm>
          </p:grpSpPr>
          <p:sp>
            <p:nvSpPr>
              <p:cNvPr id="83" name="Google Shape;83;p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>
            <a:spLocks noGrp="1"/>
          </p:cNvSpPr>
          <p:nvPr>
            <p:ph type="subTitle" idx="1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2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1" name="Google Shape;91;p5"/>
          <p:cNvGrpSpPr/>
          <p:nvPr/>
        </p:nvGrpSpPr>
        <p:grpSpPr>
          <a:xfrm>
            <a:off x="117324" y="1944274"/>
            <a:ext cx="9242625" cy="3033405"/>
            <a:chOff x="117324" y="1944274"/>
            <a:chExt cx="9242625" cy="3033405"/>
          </a:xfrm>
        </p:grpSpPr>
        <p:grpSp>
          <p:nvGrpSpPr>
            <p:cNvPr id="92" name="Google Shape;92;p5"/>
            <p:cNvGrpSpPr/>
            <p:nvPr/>
          </p:nvGrpSpPr>
          <p:grpSpPr>
            <a:xfrm>
              <a:off x="8424003" y="1944274"/>
              <a:ext cx="935946" cy="1833882"/>
              <a:chOff x="4738303" y="2509949"/>
              <a:chExt cx="935946" cy="1833882"/>
            </a:xfrm>
          </p:grpSpPr>
          <p:sp>
            <p:nvSpPr>
              <p:cNvPr id="93" name="Google Shape;93;p5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5"/>
            <p:cNvGrpSpPr/>
            <p:nvPr/>
          </p:nvGrpSpPr>
          <p:grpSpPr>
            <a:xfrm>
              <a:off x="117324" y="4062924"/>
              <a:ext cx="1345775" cy="914755"/>
              <a:chOff x="2264799" y="3654374"/>
              <a:chExt cx="1345775" cy="914755"/>
            </a:xfrm>
          </p:grpSpPr>
          <p:sp>
            <p:nvSpPr>
              <p:cNvPr id="100" name="Google Shape;100;p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6"/>
          <p:cNvGrpSpPr/>
          <p:nvPr/>
        </p:nvGrpSpPr>
        <p:grpSpPr>
          <a:xfrm>
            <a:off x="7481624" y="4031499"/>
            <a:ext cx="1345775" cy="914755"/>
            <a:chOff x="2264799" y="3654374"/>
            <a:chExt cx="1345775" cy="914755"/>
          </a:xfrm>
        </p:grpSpPr>
        <p:sp>
          <p:nvSpPr>
            <p:cNvPr id="107" name="Google Shape;107;p6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5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subTitle" idx="1"/>
          </p:nvPr>
        </p:nvSpPr>
        <p:spPr>
          <a:xfrm>
            <a:off x="720000" y="20009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7" name="Google Shape;117;p8"/>
          <p:cNvGrpSpPr/>
          <p:nvPr/>
        </p:nvGrpSpPr>
        <p:grpSpPr>
          <a:xfrm>
            <a:off x="-684701" y="-255601"/>
            <a:ext cx="9583450" cy="5227957"/>
            <a:chOff x="-684701" y="-255601"/>
            <a:chExt cx="9583450" cy="5227957"/>
          </a:xfrm>
        </p:grpSpPr>
        <p:grpSp>
          <p:nvGrpSpPr>
            <p:cNvPr id="118" name="Google Shape;118;p8"/>
            <p:cNvGrpSpPr/>
            <p:nvPr/>
          </p:nvGrpSpPr>
          <p:grpSpPr>
            <a:xfrm>
              <a:off x="-684701" y="-255601"/>
              <a:ext cx="2577275" cy="1833510"/>
              <a:chOff x="781874" y="1294774"/>
              <a:chExt cx="2577275" cy="1833510"/>
            </a:xfrm>
          </p:grpSpPr>
          <p:sp>
            <p:nvSpPr>
              <p:cNvPr id="119" name="Google Shape;119;p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8"/>
            <p:cNvGrpSpPr/>
            <p:nvPr/>
          </p:nvGrpSpPr>
          <p:grpSpPr>
            <a:xfrm>
              <a:off x="7962803" y="3143197"/>
              <a:ext cx="935946" cy="1829159"/>
              <a:chOff x="4738303" y="2514672"/>
              <a:chExt cx="935946" cy="1829159"/>
            </a:xfrm>
          </p:grpSpPr>
          <p:sp>
            <p:nvSpPr>
              <p:cNvPr id="130" name="Google Shape;130;p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8"/>
            <p:cNvGrpSpPr/>
            <p:nvPr/>
          </p:nvGrpSpPr>
          <p:grpSpPr>
            <a:xfrm>
              <a:off x="6360749" y="4057599"/>
              <a:ext cx="1345775" cy="914755"/>
              <a:chOff x="2264799" y="3654374"/>
              <a:chExt cx="1345775" cy="914755"/>
            </a:xfrm>
          </p:grpSpPr>
          <p:sp>
            <p:nvSpPr>
              <p:cNvPr id="137" name="Google Shape;137;p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9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146" name="Google Shape;146;p9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147" name="Google Shape;147;p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9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154" name="Google Shape;154;p9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58;p9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159" name="Google Shape;159;p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15175"/>
            <a:ext cx="6576000" cy="13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rPr lang="en"/>
              <a:t>xx%</a:t>
            </a:r>
          </a:p>
        </p:txBody>
      </p:sp>
      <p:sp>
        <p:nvSpPr>
          <p:cNvPr id="175" name="Google Shape;175;p11"/>
          <p:cNvSpPr txBox="1">
            <a:spLocks noGrp="1"/>
          </p:cNvSpPr>
          <p:nvPr>
            <p:ph type="subTitle" idx="1"/>
          </p:nvPr>
        </p:nvSpPr>
        <p:spPr>
          <a:xfrm>
            <a:off x="1284000" y="28502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-575414" y="236724"/>
            <a:ext cx="9256137" cy="4578762"/>
            <a:chOff x="-575414" y="236724"/>
            <a:chExt cx="9256137" cy="4578762"/>
          </a:xfrm>
        </p:grpSpPr>
        <p:grpSp>
          <p:nvGrpSpPr>
            <p:cNvPr id="177" name="Google Shape;177;p11"/>
            <p:cNvGrpSpPr/>
            <p:nvPr/>
          </p:nvGrpSpPr>
          <p:grpSpPr>
            <a:xfrm>
              <a:off x="-575414" y="236724"/>
              <a:ext cx="2577275" cy="1833510"/>
              <a:chOff x="781874" y="1294774"/>
              <a:chExt cx="2577275" cy="1833510"/>
            </a:xfrm>
          </p:grpSpPr>
          <p:sp>
            <p:nvSpPr>
              <p:cNvPr id="178" name="Google Shape;178;p1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11"/>
            <p:cNvGrpSpPr/>
            <p:nvPr/>
          </p:nvGrpSpPr>
          <p:grpSpPr>
            <a:xfrm>
              <a:off x="952289" y="4127480"/>
              <a:ext cx="936510" cy="688006"/>
              <a:chOff x="3235964" y="2587955"/>
              <a:chExt cx="936510" cy="688006"/>
            </a:xfrm>
          </p:grpSpPr>
          <p:sp>
            <p:nvSpPr>
              <p:cNvPr id="189" name="Google Shape;189;p1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7744778" y="2850299"/>
              <a:ext cx="935946" cy="1833882"/>
              <a:chOff x="4738303" y="2509949"/>
              <a:chExt cx="935946" cy="1833882"/>
            </a:xfrm>
          </p:grpSpPr>
          <p:sp>
            <p:nvSpPr>
              <p:cNvPr id="192" name="Google Shape;192;p1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6109324" y="236724"/>
              <a:ext cx="1345775" cy="914755"/>
              <a:chOff x="2264799" y="3654374"/>
              <a:chExt cx="1345775" cy="914755"/>
            </a:xfrm>
          </p:grpSpPr>
          <p:sp>
            <p:nvSpPr>
              <p:cNvPr id="199" name="Google Shape;199;p1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>
            <a:spLocks noGrp="1"/>
          </p:cNvSpPr>
          <p:nvPr>
            <p:ph type="subTitle" idx="1"/>
          </p:nvPr>
        </p:nvSpPr>
        <p:spPr>
          <a:xfrm>
            <a:off x="720000" y="2285397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2"/>
          </p:nvPr>
        </p:nvSpPr>
        <p:spPr>
          <a:xfrm>
            <a:off x="3346572" y="2285397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3"/>
          </p:nvPr>
        </p:nvSpPr>
        <p:spPr>
          <a:xfrm>
            <a:off x="720000" y="4018575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4"/>
          </p:nvPr>
        </p:nvSpPr>
        <p:spPr>
          <a:xfrm>
            <a:off x="3346572" y="4018575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5"/>
          </p:nvPr>
        </p:nvSpPr>
        <p:spPr>
          <a:xfrm>
            <a:off x="5973152" y="2285397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subTitle" idx="6"/>
          </p:nvPr>
        </p:nvSpPr>
        <p:spPr>
          <a:xfrm>
            <a:off x="5973152" y="4018575"/>
            <a:ext cx="245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332025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"/>
              <a:t>xx%</a:t>
            </a:r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064618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"/>
              <a:t>xx%</a:t>
            </a:r>
          </a:p>
        </p:txBody>
      </p:sp>
      <p:sp>
        <p:nvSpPr>
          <p:cNvPr id="213" name="Google Shape;213;p13"/>
          <p:cNvSpPr txBox="1">
            <a:spLocks noGrp="1"/>
          </p:cNvSpPr>
          <p:nvPr>
            <p:ph type="title" idx="8" hasCustomPrompt="1"/>
          </p:nvPr>
        </p:nvSpPr>
        <p:spPr>
          <a:xfrm>
            <a:off x="3346572" y="1332025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"/>
              <a:t>xx%</a:t>
            </a:r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 idx="9" hasCustomPrompt="1"/>
          </p:nvPr>
        </p:nvSpPr>
        <p:spPr>
          <a:xfrm>
            <a:off x="3346572" y="3064618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"/>
              <a:t>xx%</a:t>
            </a:r>
          </a:p>
        </p:txBody>
      </p:sp>
      <p:sp>
        <p:nvSpPr>
          <p:cNvPr id="215" name="Google Shape;215;p13"/>
          <p:cNvSpPr txBox="1">
            <a:spLocks noGrp="1"/>
          </p:cNvSpPr>
          <p:nvPr>
            <p:ph type="title" idx="13" hasCustomPrompt="1"/>
          </p:nvPr>
        </p:nvSpPr>
        <p:spPr>
          <a:xfrm>
            <a:off x="5973152" y="1332025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"/>
              <a:t>xx%</a:t>
            </a:r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 idx="14" hasCustomPrompt="1"/>
          </p:nvPr>
        </p:nvSpPr>
        <p:spPr>
          <a:xfrm>
            <a:off x="5973152" y="3064618"/>
            <a:ext cx="780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"/>
              <a:t>xx%</a:t>
            </a:r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5"/>
          </p:nvPr>
        </p:nvSpPr>
        <p:spPr>
          <a:xfrm>
            <a:off x="720000" y="187731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6"/>
          </p:nvPr>
        </p:nvSpPr>
        <p:spPr>
          <a:xfrm>
            <a:off x="3346572" y="187731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7"/>
          </p:nvPr>
        </p:nvSpPr>
        <p:spPr>
          <a:xfrm>
            <a:off x="5973152" y="187731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8"/>
          </p:nvPr>
        </p:nvSpPr>
        <p:spPr>
          <a:xfrm>
            <a:off x="720000" y="360997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19"/>
          </p:nvPr>
        </p:nvSpPr>
        <p:spPr>
          <a:xfrm>
            <a:off x="3346572" y="360997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20"/>
          </p:nvPr>
        </p:nvSpPr>
        <p:spPr>
          <a:xfrm>
            <a:off x="5973152" y="3609976"/>
            <a:ext cx="2450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4" name="Google Shape;224;p13"/>
          <p:cNvGrpSpPr/>
          <p:nvPr/>
        </p:nvGrpSpPr>
        <p:grpSpPr>
          <a:xfrm>
            <a:off x="-257850" y="1718480"/>
            <a:ext cx="9618198" cy="3180026"/>
            <a:chOff x="-257850" y="1718480"/>
            <a:chExt cx="9618198" cy="3180026"/>
          </a:xfrm>
        </p:grpSpPr>
        <p:grpSp>
          <p:nvGrpSpPr>
            <p:cNvPr id="225" name="Google Shape;225;p13"/>
            <p:cNvGrpSpPr/>
            <p:nvPr/>
          </p:nvGrpSpPr>
          <p:grpSpPr>
            <a:xfrm>
              <a:off x="8423839" y="1718480"/>
              <a:ext cx="936510" cy="688006"/>
              <a:chOff x="3235964" y="2587955"/>
              <a:chExt cx="936510" cy="688006"/>
            </a:xfrm>
          </p:grpSpPr>
          <p:sp>
            <p:nvSpPr>
              <p:cNvPr id="226" name="Google Shape;226;p1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>
              <a:off x="-257850" y="3064624"/>
              <a:ext cx="935946" cy="1833882"/>
              <a:chOff x="4738303" y="2509949"/>
              <a:chExt cx="935946" cy="1833882"/>
            </a:xfrm>
          </p:grpSpPr>
          <p:sp>
            <p:nvSpPr>
              <p:cNvPr id="229" name="Google Shape;229;p13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7" name="Google Shape;237;p14"/>
          <p:cNvGrpSpPr/>
          <p:nvPr/>
        </p:nvGrpSpPr>
        <p:grpSpPr>
          <a:xfrm>
            <a:off x="-289972" y="1493824"/>
            <a:ext cx="9188996" cy="3454187"/>
            <a:chOff x="-289972" y="1493824"/>
            <a:chExt cx="9188996" cy="3454187"/>
          </a:xfrm>
        </p:grpSpPr>
        <p:grpSp>
          <p:nvGrpSpPr>
            <p:cNvPr id="238" name="Google Shape;238;p14"/>
            <p:cNvGrpSpPr/>
            <p:nvPr/>
          </p:nvGrpSpPr>
          <p:grpSpPr>
            <a:xfrm>
              <a:off x="7962514" y="4260005"/>
              <a:ext cx="936510" cy="688006"/>
              <a:chOff x="3235964" y="2587955"/>
              <a:chExt cx="936510" cy="688006"/>
            </a:xfrm>
          </p:grpSpPr>
          <p:sp>
            <p:nvSpPr>
              <p:cNvPr id="239" name="Google Shape;239;p1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14"/>
            <p:cNvGrpSpPr/>
            <p:nvPr/>
          </p:nvGrpSpPr>
          <p:grpSpPr>
            <a:xfrm>
              <a:off x="-289972" y="1493824"/>
              <a:ext cx="935946" cy="1833882"/>
              <a:chOff x="4738303" y="2509949"/>
              <a:chExt cx="935946" cy="1833882"/>
            </a:xfrm>
          </p:grpSpPr>
          <p:sp>
            <p:nvSpPr>
              <p:cNvPr id="242" name="Google Shape;242;p14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50" name="Google Shape;250;p15"/>
          <p:cNvGrpSpPr/>
          <p:nvPr/>
        </p:nvGrpSpPr>
        <p:grpSpPr>
          <a:xfrm>
            <a:off x="1081074" y="1933799"/>
            <a:ext cx="9631925" cy="3127580"/>
            <a:chOff x="1081074" y="1933799"/>
            <a:chExt cx="9631925" cy="3127580"/>
          </a:xfrm>
        </p:grpSpPr>
        <p:grpSp>
          <p:nvGrpSpPr>
            <p:cNvPr id="251" name="Google Shape;251;p15"/>
            <p:cNvGrpSpPr/>
            <p:nvPr/>
          </p:nvGrpSpPr>
          <p:grpSpPr>
            <a:xfrm>
              <a:off x="8135724" y="1933799"/>
              <a:ext cx="2577275" cy="1833510"/>
              <a:chOff x="781874" y="1294774"/>
              <a:chExt cx="2577275" cy="1833510"/>
            </a:xfrm>
          </p:grpSpPr>
          <p:sp>
            <p:nvSpPr>
              <p:cNvPr id="252" name="Google Shape;252;p1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" name="Google Shape;262;p15"/>
            <p:cNvGrpSpPr/>
            <p:nvPr/>
          </p:nvGrpSpPr>
          <p:grpSpPr>
            <a:xfrm>
              <a:off x="1081074" y="4146624"/>
              <a:ext cx="1345775" cy="914755"/>
              <a:chOff x="2264799" y="3654374"/>
              <a:chExt cx="1345775" cy="914755"/>
            </a:xfrm>
          </p:grpSpPr>
          <p:sp>
            <p:nvSpPr>
              <p:cNvPr id="263" name="Google Shape;263;p1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9" name="Google Shape;269;p16"/>
          <p:cNvGrpSpPr/>
          <p:nvPr/>
        </p:nvGrpSpPr>
        <p:grpSpPr>
          <a:xfrm>
            <a:off x="6263389" y="-492526"/>
            <a:ext cx="2480210" cy="914755"/>
            <a:chOff x="6263389" y="-492526"/>
            <a:chExt cx="2480210" cy="914755"/>
          </a:xfrm>
        </p:grpSpPr>
        <p:grpSp>
          <p:nvGrpSpPr>
            <p:cNvPr id="270" name="Google Shape;270;p16"/>
            <p:cNvGrpSpPr/>
            <p:nvPr/>
          </p:nvGrpSpPr>
          <p:grpSpPr>
            <a:xfrm>
              <a:off x="6263389" y="-379145"/>
              <a:ext cx="936510" cy="688006"/>
              <a:chOff x="3235964" y="2587955"/>
              <a:chExt cx="936510" cy="688006"/>
            </a:xfrm>
          </p:grpSpPr>
          <p:sp>
            <p:nvSpPr>
              <p:cNvPr id="271" name="Google Shape;271;p1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" name="Google Shape;273;p16"/>
            <p:cNvGrpSpPr/>
            <p:nvPr/>
          </p:nvGrpSpPr>
          <p:grpSpPr>
            <a:xfrm>
              <a:off x="7397824" y="-492526"/>
              <a:ext cx="1345775" cy="914755"/>
              <a:chOff x="2264799" y="3654374"/>
              <a:chExt cx="1345775" cy="914755"/>
            </a:xfrm>
          </p:grpSpPr>
          <p:sp>
            <p:nvSpPr>
              <p:cNvPr id="274" name="Google Shape;274;p1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>
            <a:spLocks noGrp="1"/>
          </p:cNvSpPr>
          <p:nvPr>
            <p:ph type="title"/>
          </p:nvPr>
        </p:nvSpPr>
        <p:spPr>
          <a:xfrm>
            <a:off x="1226400" y="3128675"/>
            <a:ext cx="6691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"/>
          </p:nvPr>
        </p:nvSpPr>
        <p:spPr>
          <a:xfrm>
            <a:off x="1226400" y="1429225"/>
            <a:ext cx="6691200" cy="15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82" name="Google Shape;282;p17"/>
          <p:cNvGrpSpPr/>
          <p:nvPr/>
        </p:nvGrpSpPr>
        <p:grpSpPr>
          <a:xfrm>
            <a:off x="-312476" y="134499"/>
            <a:ext cx="9211500" cy="5489485"/>
            <a:chOff x="-312476" y="134499"/>
            <a:chExt cx="9211500" cy="5489485"/>
          </a:xfrm>
        </p:grpSpPr>
        <p:grpSp>
          <p:nvGrpSpPr>
            <p:cNvPr id="283" name="Google Shape;283;p17"/>
            <p:cNvGrpSpPr/>
            <p:nvPr/>
          </p:nvGrpSpPr>
          <p:grpSpPr>
            <a:xfrm>
              <a:off x="-312476" y="3790474"/>
              <a:ext cx="2577275" cy="1833510"/>
              <a:chOff x="781874" y="1294774"/>
              <a:chExt cx="2577275" cy="1833510"/>
            </a:xfrm>
          </p:grpSpPr>
          <p:sp>
            <p:nvSpPr>
              <p:cNvPr id="284" name="Google Shape;284;p17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7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7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4" name="Google Shape;294;p17"/>
            <p:cNvGrpSpPr/>
            <p:nvPr/>
          </p:nvGrpSpPr>
          <p:grpSpPr>
            <a:xfrm>
              <a:off x="7962514" y="1163280"/>
              <a:ext cx="936510" cy="688006"/>
              <a:chOff x="3235964" y="2587955"/>
              <a:chExt cx="936510" cy="688006"/>
            </a:xfrm>
          </p:grpSpPr>
          <p:sp>
            <p:nvSpPr>
              <p:cNvPr id="295" name="Google Shape;295;p1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17"/>
            <p:cNvGrpSpPr/>
            <p:nvPr/>
          </p:nvGrpSpPr>
          <p:grpSpPr>
            <a:xfrm>
              <a:off x="6905474" y="134499"/>
              <a:ext cx="1345775" cy="914755"/>
              <a:chOff x="2264799" y="3654374"/>
              <a:chExt cx="1345775" cy="914755"/>
            </a:xfrm>
          </p:grpSpPr>
          <p:sp>
            <p:nvSpPr>
              <p:cNvPr id="298" name="Google Shape;298;p1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8"/>
          <p:cNvGrpSpPr/>
          <p:nvPr/>
        </p:nvGrpSpPr>
        <p:grpSpPr>
          <a:xfrm>
            <a:off x="5605824" y="-266076"/>
            <a:ext cx="3292925" cy="5294770"/>
            <a:chOff x="5605824" y="-266076"/>
            <a:chExt cx="3292925" cy="5294770"/>
          </a:xfrm>
        </p:grpSpPr>
        <p:grpSp>
          <p:nvGrpSpPr>
            <p:cNvPr id="304" name="Google Shape;304;p18"/>
            <p:cNvGrpSpPr/>
            <p:nvPr/>
          </p:nvGrpSpPr>
          <p:grpSpPr>
            <a:xfrm>
              <a:off x="5605824" y="-266076"/>
              <a:ext cx="2577275" cy="1833510"/>
              <a:chOff x="781874" y="1294774"/>
              <a:chExt cx="2577275" cy="1833510"/>
            </a:xfrm>
          </p:grpSpPr>
          <p:sp>
            <p:nvSpPr>
              <p:cNvPr id="305" name="Google Shape;305;p1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>
              <a:off x="7962803" y="3199534"/>
              <a:ext cx="935946" cy="1829159"/>
              <a:chOff x="4738303" y="2514672"/>
              <a:chExt cx="935946" cy="1829159"/>
            </a:xfrm>
          </p:grpSpPr>
          <p:sp>
            <p:nvSpPr>
              <p:cNvPr id="316" name="Google Shape;316;p1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2" name="Google Shape;322;p18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8"/>
          <p:cNvSpPr txBox="1">
            <a:spLocks noGrp="1"/>
          </p:cNvSpPr>
          <p:nvPr>
            <p:ph type="title"/>
          </p:nvPr>
        </p:nvSpPr>
        <p:spPr>
          <a:xfrm>
            <a:off x="720000" y="836175"/>
            <a:ext cx="35196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1"/>
          </p:nvPr>
        </p:nvSpPr>
        <p:spPr>
          <a:xfrm>
            <a:off x="720000" y="313222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>
            <a:spLocks noGrp="1"/>
          </p:cNvSpPr>
          <p:nvPr>
            <p:ph type="title"/>
          </p:nvPr>
        </p:nvSpPr>
        <p:spPr>
          <a:xfrm>
            <a:off x="720000" y="1435213"/>
            <a:ext cx="31035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subTitle" idx="1"/>
          </p:nvPr>
        </p:nvSpPr>
        <p:spPr>
          <a:xfrm>
            <a:off x="720000" y="2543688"/>
            <a:ext cx="3103500" cy="11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8" name="Google Shape;328;p19"/>
          <p:cNvGrpSpPr/>
          <p:nvPr/>
        </p:nvGrpSpPr>
        <p:grpSpPr>
          <a:xfrm>
            <a:off x="876149" y="-589501"/>
            <a:ext cx="6689450" cy="6267410"/>
            <a:chOff x="876149" y="-589501"/>
            <a:chExt cx="6689450" cy="6267410"/>
          </a:xfrm>
        </p:grpSpPr>
        <p:grpSp>
          <p:nvGrpSpPr>
            <p:cNvPr id="329" name="Google Shape;329;p19"/>
            <p:cNvGrpSpPr/>
            <p:nvPr/>
          </p:nvGrpSpPr>
          <p:grpSpPr>
            <a:xfrm>
              <a:off x="876149" y="3844399"/>
              <a:ext cx="2577275" cy="1833510"/>
              <a:chOff x="781874" y="1294774"/>
              <a:chExt cx="2577275" cy="1833510"/>
            </a:xfrm>
          </p:grpSpPr>
          <p:sp>
            <p:nvSpPr>
              <p:cNvPr id="330" name="Google Shape;330;p1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9"/>
            <p:cNvGrpSpPr/>
            <p:nvPr/>
          </p:nvGrpSpPr>
          <p:grpSpPr>
            <a:xfrm>
              <a:off x="6629653" y="-589501"/>
              <a:ext cx="935946" cy="1829159"/>
              <a:chOff x="4738303" y="2509949"/>
              <a:chExt cx="935946" cy="1829159"/>
            </a:xfrm>
          </p:grpSpPr>
          <p:sp>
            <p:nvSpPr>
              <p:cNvPr id="341" name="Google Shape;341;p1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>
            <a:spLocks noGrp="1"/>
          </p:cNvSpPr>
          <p:nvPr>
            <p:ph type="title"/>
          </p:nvPr>
        </p:nvSpPr>
        <p:spPr>
          <a:xfrm>
            <a:off x="4038175" y="1712763"/>
            <a:ext cx="3968100" cy="6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20"/>
          <p:cNvSpPr txBox="1">
            <a:spLocks noGrp="1"/>
          </p:cNvSpPr>
          <p:nvPr>
            <p:ph type="subTitle" idx="1"/>
          </p:nvPr>
        </p:nvSpPr>
        <p:spPr>
          <a:xfrm>
            <a:off x="4038375" y="2399638"/>
            <a:ext cx="3968100" cy="10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0" name="Google Shape;350;p20"/>
          <p:cNvGrpSpPr/>
          <p:nvPr/>
        </p:nvGrpSpPr>
        <p:grpSpPr>
          <a:xfrm>
            <a:off x="-627601" y="-377251"/>
            <a:ext cx="7883675" cy="5333955"/>
            <a:chOff x="-627601" y="-377251"/>
            <a:chExt cx="7883675" cy="5333955"/>
          </a:xfrm>
        </p:grpSpPr>
        <p:grpSp>
          <p:nvGrpSpPr>
            <p:cNvPr id="351" name="Google Shape;351;p20"/>
            <p:cNvGrpSpPr/>
            <p:nvPr/>
          </p:nvGrpSpPr>
          <p:grpSpPr>
            <a:xfrm>
              <a:off x="-627601" y="-377251"/>
              <a:ext cx="2577275" cy="1833510"/>
              <a:chOff x="781874" y="1294774"/>
              <a:chExt cx="2577275" cy="1833510"/>
            </a:xfrm>
          </p:grpSpPr>
          <p:sp>
            <p:nvSpPr>
              <p:cNvPr id="352" name="Google Shape;352;p2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20"/>
            <p:cNvGrpSpPr/>
            <p:nvPr/>
          </p:nvGrpSpPr>
          <p:grpSpPr>
            <a:xfrm>
              <a:off x="5910299" y="4041949"/>
              <a:ext cx="1345775" cy="914755"/>
              <a:chOff x="2264799" y="3654374"/>
              <a:chExt cx="1345775" cy="914755"/>
            </a:xfrm>
          </p:grpSpPr>
          <p:sp>
            <p:nvSpPr>
              <p:cNvPr id="363" name="Google Shape;363;p20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>
            <a:spLocks noGrp="1"/>
          </p:cNvSpPr>
          <p:nvPr>
            <p:ph type="title"/>
          </p:nvPr>
        </p:nvSpPr>
        <p:spPr>
          <a:xfrm>
            <a:off x="1222825" y="1801800"/>
            <a:ext cx="4193100" cy="7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1"/>
          <p:cNvSpPr txBox="1">
            <a:spLocks noGrp="1"/>
          </p:cNvSpPr>
          <p:nvPr>
            <p:ph type="subTitle" idx="1"/>
          </p:nvPr>
        </p:nvSpPr>
        <p:spPr>
          <a:xfrm>
            <a:off x="1222825" y="2543700"/>
            <a:ext cx="4193100" cy="9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21"/>
          <p:cNvGrpSpPr/>
          <p:nvPr/>
        </p:nvGrpSpPr>
        <p:grpSpPr>
          <a:xfrm>
            <a:off x="150003" y="-316120"/>
            <a:ext cx="9703996" cy="3951429"/>
            <a:chOff x="150003" y="-316120"/>
            <a:chExt cx="9703996" cy="3951429"/>
          </a:xfrm>
        </p:grpSpPr>
        <p:grpSp>
          <p:nvGrpSpPr>
            <p:cNvPr id="371" name="Google Shape;371;p21"/>
            <p:cNvGrpSpPr/>
            <p:nvPr/>
          </p:nvGrpSpPr>
          <p:grpSpPr>
            <a:xfrm>
              <a:off x="7276724" y="1801799"/>
              <a:ext cx="2577275" cy="1833510"/>
              <a:chOff x="781874" y="1294774"/>
              <a:chExt cx="2577275" cy="1833510"/>
            </a:xfrm>
          </p:grpSpPr>
          <p:sp>
            <p:nvSpPr>
              <p:cNvPr id="372" name="Google Shape;372;p2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2" name="Google Shape;382;p21"/>
            <p:cNvGrpSpPr/>
            <p:nvPr/>
          </p:nvGrpSpPr>
          <p:grpSpPr>
            <a:xfrm>
              <a:off x="1328289" y="-316120"/>
              <a:ext cx="936510" cy="688006"/>
              <a:chOff x="3235964" y="2587955"/>
              <a:chExt cx="936510" cy="688006"/>
            </a:xfrm>
          </p:grpSpPr>
          <p:sp>
            <p:nvSpPr>
              <p:cNvPr id="383" name="Google Shape;383;p2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150003" y="142474"/>
              <a:ext cx="935946" cy="1829159"/>
              <a:chOff x="4738303" y="2509949"/>
              <a:chExt cx="935946" cy="1829159"/>
            </a:xfrm>
          </p:grpSpPr>
          <p:sp>
            <p:nvSpPr>
              <p:cNvPr id="386" name="Google Shape;386;p2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2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50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95" name="Google Shape;395;p22"/>
          <p:cNvGrpSpPr/>
          <p:nvPr/>
        </p:nvGrpSpPr>
        <p:grpSpPr>
          <a:xfrm>
            <a:off x="6492739" y="2722049"/>
            <a:ext cx="3057485" cy="2798710"/>
            <a:chOff x="6492739" y="2722049"/>
            <a:chExt cx="3057485" cy="2798710"/>
          </a:xfrm>
        </p:grpSpPr>
        <p:grpSp>
          <p:nvGrpSpPr>
            <p:cNvPr id="396" name="Google Shape;396;p22"/>
            <p:cNvGrpSpPr/>
            <p:nvPr/>
          </p:nvGrpSpPr>
          <p:grpSpPr>
            <a:xfrm>
              <a:off x="6972949" y="3687249"/>
              <a:ext cx="2577275" cy="1833510"/>
              <a:chOff x="781874" y="1294774"/>
              <a:chExt cx="2577275" cy="1833510"/>
            </a:xfrm>
          </p:grpSpPr>
          <p:sp>
            <p:nvSpPr>
              <p:cNvPr id="397" name="Google Shape;397;p2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" name="Google Shape;407;p22"/>
            <p:cNvGrpSpPr/>
            <p:nvPr/>
          </p:nvGrpSpPr>
          <p:grpSpPr>
            <a:xfrm>
              <a:off x="6492739" y="4117380"/>
              <a:ext cx="936510" cy="688006"/>
              <a:chOff x="3235964" y="2587955"/>
              <a:chExt cx="936510" cy="688006"/>
            </a:xfrm>
          </p:grpSpPr>
          <p:sp>
            <p:nvSpPr>
              <p:cNvPr id="408" name="Google Shape;408;p2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0" name="Google Shape;410;p22"/>
            <p:cNvGrpSpPr/>
            <p:nvPr/>
          </p:nvGrpSpPr>
          <p:grpSpPr>
            <a:xfrm>
              <a:off x="7429249" y="2722049"/>
              <a:ext cx="1345775" cy="914755"/>
              <a:chOff x="2264799" y="3654374"/>
              <a:chExt cx="1345775" cy="914755"/>
            </a:xfrm>
          </p:grpSpPr>
          <p:sp>
            <p:nvSpPr>
              <p:cNvPr id="411" name="Google Shape;411;p2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 txBox="1">
            <a:spLocks noGrp="1"/>
          </p:cNvSpPr>
          <p:nvPr>
            <p:ph type="subTitle" idx="1"/>
          </p:nvPr>
        </p:nvSpPr>
        <p:spPr>
          <a:xfrm>
            <a:off x="4973485" y="2787779"/>
            <a:ext cx="3020100" cy="1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3"/>
          <p:cNvSpPr txBox="1">
            <a:spLocks noGrp="1"/>
          </p:cNvSpPr>
          <p:nvPr>
            <p:ph type="subTitle" idx="2"/>
          </p:nvPr>
        </p:nvSpPr>
        <p:spPr>
          <a:xfrm>
            <a:off x="1150407" y="2787779"/>
            <a:ext cx="3020100" cy="1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3"/>
          <p:cNvSpPr txBox="1">
            <a:spLocks noGrp="1"/>
          </p:cNvSpPr>
          <p:nvPr>
            <p:ph type="subTitle" idx="3"/>
          </p:nvPr>
        </p:nvSpPr>
        <p:spPr>
          <a:xfrm>
            <a:off x="1150408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9" name="Google Shape;419;p23"/>
          <p:cNvSpPr txBox="1">
            <a:spLocks noGrp="1"/>
          </p:cNvSpPr>
          <p:nvPr>
            <p:ph type="subTitle" idx="4"/>
          </p:nvPr>
        </p:nvSpPr>
        <p:spPr>
          <a:xfrm>
            <a:off x="4973493" y="2228879"/>
            <a:ext cx="3020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20" name="Google Shape;42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21" name="Google Shape;421;p23"/>
          <p:cNvGrpSpPr/>
          <p:nvPr/>
        </p:nvGrpSpPr>
        <p:grpSpPr>
          <a:xfrm>
            <a:off x="-625776" y="3465724"/>
            <a:ext cx="9463650" cy="2543548"/>
            <a:chOff x="-625776" y="3465724"/>
            <a:chExt cx="9463650" cy="2543548"/>
          </a:xfrm>
        </p:grpSpPr>
        <p:grpSp>
          <p:nvGrpSpPr>
            <p:cNvPr id="422" name="Google Shape;422;p23"/>
            <p:cNvGrpSpPr/>
            <p:nvPr/>
          </p:nvGrpSpPr>
          <p:grpSpPr>
            <a:xfrm>
              <a:off x="1927011" y="4175761"/>
              <a:ext cx="2577275" cy="1833510"/>
              <a:chOff x="781874" y="1294774"/>
              <a:chExt cx="2577275" cy="1833510"/>
            </a:xfrm>
          </p:grpSpPr>
          <p:sp>
            <p:nvSpPr>
              <p:cNvPr id="423" name="Google Shape;423;p2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23"/>
            <p:cNvGrpSpPr/>
            <p:nvPr/>
          </p:nvGrpSpPr>
          <p:grpSpPr>
            <a:xfrm>
              <a:off x="7901928" y="3813647"/>
              <a:ext cx="935946" cy="1829159"/>
              <a:chOff x="4738303" y="2514672"/>
              <a:chExt cx="935946" cy="1829159"/>
            </a:xfrm>
          </p:grpSpPr>
          <p:sp>
            <p:nvSpPr>
              <p:cNvPr id="434" name="Google Shape;434;p2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" name="Google Shape;440;p23"/>
            <p:cNvGrpSpPr/>
            <p:nvPr/>
          </p:nvGrpSpPr>
          <p:grpSpPr>
            <a:xfrm>
              <a:off x="-625776" y="3465724"/>
              <a:ext cx="1345775" cy="914755"/>
              <a:chOff x="2264799" y="3654374"/>
              <a:chExt cx="1345775" cy="914755"/>
            </a:xfrm>
          </p:grpSpPr>
          <p:sp>
            <p:nvSpPr>
              <p:cNvPr id="441" name="Google Shape;441;p2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 txBox="1">
            <a:spLocks noGrp="1"/>
          </p:cNvSpPr>
          <p:nvPr>
            <p:ph type="subTitle" idx="1"/>
          </p:nvPr>
        </p:nvSpPr>
        <p:spPr>
          <a:xfrm>
            <a:off x="4832078" y="1667625"/>
            <a:ext cx="3254100" cy="22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4"/>
          <p:cNvSpPr txBox="1">
            <a:spLocks noGrp="1"/>
          </p:cNvSpPr>
          <p:nvPr>
            <p:ph type="subTitle" idx="2"/>
          </p:nvPr>
        </p:nvSpPr>
        <p:spPr>
          <a:xfrm>
            <a:off x="1057900" y="1667625"/>
            <a:ext cx="3254100" cy="22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9" name="Google Shape;449;p24"/>
          <p:cNvGrpSpPr/>
          <p:nvPr/>
        </p:nvGrpSpPr>
        <p:grpSpPr>
          <a:xfrm>
            <a:off x="965824" y="3077647"/>
            <a:ext cx="7932925" cy="1846320"/>
            <a:chOff x="965824" y="3077647"/>
            <a:chExt cx="7932925" cy="1846320"/>
          </a:xfrm>
        </p:grpSpPr>
        <p:grpSp>
          <p:nvGrpSpPr>
            <p:cNvPr id="450" name="Google Shape;450;p24"/>
            <p:cNvGrpSpPr/>
            <p:nvPr/>
          </p:nvGrpSpPr>
          <p:grpSpPr>
            <a:xfrm>
              <a:off x="7962803" y="3077647"/>
              <a:ext cx="935946" cy="1829159"/>
              <a:chOff x="4738303" y="2514672"/>
              <a:chExt cx="935946" cy="1829159"/>
            </a:xfrm>
          </p:grpSpPr>
          <p:sp>
            <p:nvSpPr>
              <p:cNvPr id="451" name="Google Shape;451;p2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7" name="Google Shape;457;p24"/>
            <p:cNvGrpSpPr/>
            <p:nvPr/>
          </p:nvGrpSpPr>
          <p:grpSpPr>
            <a:xfrm>
              <a:off x="965824" y="4009211"/>
              <a:ext cx="1345775" cy="914755"/>
              <a:chOff x="2264799" y="3654374"/>
              <a:chExt cx="1345775" cy="914755"/>
            </a:xfrm>
          </p:grpSpPr>
          <p:sp>
            <p:nvSpPr>
              <p:cNvPr id="458" name="Google Shape;458;p2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"/>
          <p:cNvSpPr txBox="1">
            <a:spLocks noGrp="1"/>
          </p:cNvSpPr>
          <p:nvPr>
            <p:ph type="subTitle" idx="1"/>
          </p:nvPr>
        </p:nvSpPr>
        <p:spPr>
          <a:xfrm>
            <a:off x="713225" y="2992402"/>
            <a:ext cx="23562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5"/>
          <p:cNvSpPr txBox="1">
            <a:spLocks noGrp="1"/>
          </p:cNvSpPr>
          <p:nvPr>
            <p:ph type="subTitle" idx="2"/>
          </p:nvPr>
        </p:nvSpPr>
        <p:spPr>
          <a:xfrm>
            <a:off x="3393900" y="2992402"/>
            <a:ext cx="23562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5"/>
          <p:cNvSpPr txBox="1">
            <a:spLocks noGrp="1"/>
          </p:cNvSpPr>
          <p:nvPr>
            <p:ph type="subTitle" idx="3"/>
          </p:nvPr>
        </p:nvSpPr>
        <p:spPr>
          <a:xfrm>
            <a:off x="6074574" y="2992402"/>
            <a:ext cx="23562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5"/>
          <p:cNvSpPr txBox="1">
            <a:spLocks noGrp="1"/>
          </p:cNvSpPr>
          <p:nvPr>
            <p:ph type="subTitle" idx="4"/>
          </p:nvPr>
        </p:nvSpPr>
        <p:spPr>
          <a:xfrm>
            <a:off x="713225" y="2332400"/>
            <a:ext cx="23562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7" name="Google Shape;467;p25"/>
          <p:cNvSpPr txBox="1">
            <a:spLocks noGrp="1"/>
          </p:cNvSpPr>
          <p:nvPr>
            <p:ph type="subTitle" idx="5"/>
          </p:nvPr>
        </p:nvSpPr>
        <p:spPr>
          <a:xfrm>
            <a:off x="3393900" y="2332400"/>
            <a:ext cx="23562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8" name="Google Shape;468;p25"/>
          <p:cNvSpPr txBox="1">
            <a:spLocks noGrp="1"/>
          </p:cNvSpPr>
          <p:nvPr>
            <p:ph type="subTitle" idx="6"/>
          </p:nvPr>
        </p:nvSpPr>
        <p:spPr>
          <a:xfrm>
            <a:off x="6074575" y="2332400"/>
            <a:ext cx="23562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9" name="Google Shape;46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70" name="Google Shape;470;p25"/>
          <p:cNvGrpSpPr/>
          <p:nvPr/>
        </p:nvGrpSpPr>
        <p:grpSpPr>
          <a:xfrm>
            <a:off x="-391401" y="1603297"/>
            <a:ext cx="9868275" cy="4284737"/>
            <a:chOff x="-391401" y="1603297"/>
            <a:chExt cx="9868275" cy="4284737"/>
          </a:xfrm>
        </p:grpSpPr>
        <p:grpSp>
          <p:nvGrpSpPr>
            <p:cNvPr id="471" name="Google Shape;471;p25"/>
            <p:cNvGrpSpPr/>
            <p:nvPr/>
          </p:nvGrpSpPr>
          <p:grpSpPr>
            <a:xfrm>
              <a:off x="-391401" y="4054524"/>
              <a:ext cx="2577275" cy="1833510"/>
              <a:chOff x="781874" y="1294774"/>
              <a:chExt cx="2577275" cy="1833510"/>
            </a:xfrm>
          </p:grpSpPr>
          <p:sp>
            <p:nvSpPr>
              <p:cNvPr id="472" name="Google Shape;472;p2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" name="Google Shape;482;p25"/>
            <p:cNvGrpSpPr/>
            <p:nvPr/>
          </p:nvGrpSpPr>
          <p:grpSpPr>
            <a:xfrm>
              <a:off x="7394764" y="4054530"/>
              <a:ext cx="936510" cy="688006"/>
              <a:chOff x="3235964" y="2587955"/>
              <a:chExt cx="936510" cy="688006"/>
            </a:xfrm>
          </p:grpSpPr>
          <p:sp>
            <p:nvSpPr>
              <p:cNvPr id="483" name="Google Shape;483;p25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5" name="Google Shape;485;p25"/>
            <p:cNvGrpSpPr/>
            <p:nvPr/>
          </p:nvGrpSpPr>
          <p:grpSpPr>
            <a:xfrm>
              <a:off x="8540928" y="1603297"/>
              <a:ext cx="935946" cy="1829159"/>
              <a:chOff x="4738303" y="2514672"/>
              <a:chExt cx="935946" cy="1829159"/>
            </a:xfrm>
          </p:grpSpPr>
          <p:sp>
            <p:nvSpPr>
              <p:cNvPr id="486" name="Google Shape;486;p25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2" name="Google Shape;492;p25"/>
            <p:cNvGrpSpPr/>
            <p:nvPr/>
          </p:nvGrpSpPr>
          <p:grpSpPr>
            <a:xfrm>
              <a:off x="4915099" y="4146624"/>
              <a:ext cx="1345775" cy="914755"/>
              <a:chOff x="2264799" y="3654374"/>
              <a:chExt cx="1345775" cy="914755"/>
            </a:xfrm>
          </p:grpSpPr>
          <p:sp>
            <p:nvSpPr>
              <p:cNvPr id="493" name="Google Shape;493;p2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"/>
          <p:cNvSpPr txBox="1">
            <a:spLocks noGrp="1"/>
          </p:cNvSpPr>
          <p:nvPr>
            <p:ph type="subTitle" idx="1"/>
          </p:nvPr>
        </p:nvSpPr>
        <p:spPr>
          <a:xfrm>
            <a:off x="2319753" y="1942803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26"/>
          <p:cNvSpPr txBox="1">
            <a:spLocks noGrp="1"/>
          </p:cNvSpPr>
          <p:nvPr>
            <p:ph type="subTitle" idx="2"/>
          </p:nvPr>
        </p:nvSpPr>
        <p:spPr>
          <a:xfrm>
            <a:off x="5467047" y="1942803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26"/>
          <p:cNvSpPr txBox="1">
            <a:spLocks noGrp="1"/>
          </p:cNvSpPr>
          <p:nvPr>
            <p:ph type="subTitle" idx="3"/>
          </p:nvPr>
        </p:nvSpPr>
        <p:spPr>
          <a:xfrm>
            <a:off x="2319753" y="3357078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26"/>
          <p:cNvSpPr txBox="1">
            <a:spLocks noGrp="1"/>
          </p:cNvSpPr>
          <p:nvPr>
            <p:ph type="subTitle" idx="4"/>
          </p:nvPr>
        </p:nvSpPr>
        <p:spPr>
          <a:xfrm>
            <a:off x="5467047" y="3357078"/>
            <a:ext cx="211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6"/>
          <p:cNvSpPr txBox="1">
            <a:spLocks noGrp="1"/>
          </p:cNvSpPr>
          <p:nvPr>
            <p:ph type="subTitle" idx="5"/>
          </p:nvPr>
        </p:nvSpPr>
        <p:spPr>
          <a:xfrm>
            <a:off x="2319753" y="1537106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3" name="Google Shape;503;p26"/>
          <p:cNvSpPr txBox="1">
            <a:spLocks noGrp="1"/>
          </p:cNvSpPr>
          <p:nvPr>
            <p:ph type="subTitle" idx="6"/>
          </p:nvPr>
        </p:nvSpPr>
        <p:spPr>
          <a:xfrm>
            <a:off x="2319753" y="2951481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4" name="Google Shape;504;p26"/>
          <p:cNvSpPr txBox="1">
            <a:spLocks noGrp="1"/>
          </p:cNvSpPr>
          <p:nvPr>
            <p:ph type="subTitle" idx="7"/>
          </p:nvPr>
        </p:nvSpPr>
        <p:spPr>
          <a:xfrm>
            <a:off x="5467043" y="1537106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5" name="Google Shape;505;p26"/>
          <p:cNvSpPr txBox="1">
            <a:spLocks noGrp="1"/>
          </p:cNvSpPr>
          <p:nvPr>
            <p:ph type="subTitle" idx="8"/>
          </p:nvPr>
        </p:nvSpPr>
        <p:spPr>
          <a:xfrm>
            <a:off x="5467043" y="2951481"/>
            <a:ext cx="211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06" name="Google Shape;5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7" name="Google Shape;507;p26"/>
          <p:cNvGrpSpPr/>
          <p:nvPr/>
        </p:nvGrpSpPr>
        <p:grpSpPr>
          <a:xfrm>
            <a:off x="171639" y="3687249"/>
            <a:ext cx="9207610" cy="1833510"/>
            <a:chOff x="171639" y="3687249"/>
            <a:chExt cx="9207610" cy="1833510"/>
          </a:xfrm>
        </p:grpSpPr>
        <p:grpSp>
          <p:nvGrpSpPr>
            <p:cNvPr id="508" name="Google Shape;508;p26"/>
            <p:cNvGrpSpPr/>
            <p:nvPr/>
          </p:nvGrpSpPr>
          <p:grpSpPr>
            <a:xfrm>
              <a:off x="6801974" y="3687249"/>
              <a:ext cx="2577275" cy="1833510"/>
              <a:chOff x="781874" y="1294774"/>
              <a:chExt cx="2577275" cy="1833510"/>
            </a:xfrm>
          </p:grpSpPr>
          <p:sp>
            <p:nvSpPr>
              <p:cNvPr id="509" name="Google Shape;509;p2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9" name="Google Shape;519;p26"/>
            <p:cNvGrpSpPr/>
            <p:nvPr/>
          </p:nvGrpSpPr>
          <p:grpSpPr>
            <a:xfrm>
              <a:off x="171639" y="3767755"/>
              <a:ext cx="936510" cy="688006"/>
              <a:chOff x="3235964" y="2587955"/>
              <a:chExt cx="936510" cy="688006"/>
            </a:xfrm>
          </p:grpSpPr>
          <p:sp>
            <p:nvSpPr>
              <p:cNvPr id="520" name="Google Shape;520;p2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2" name="Google Shape;522;p26"/>
            <p:cNvGrpSpPr/>
            <p:nvPr/>
          </p:nvGrpSpPr>
          <p:grpSpPr>
            <a:xfrm>
              <a:off x="1108149" y="4146624"/>
              <a:ext cx="1345775" cy="914755"/>
              <a:chOff x="2264799" y="3654374"/>
              <a:chExt cx="1345775" cy="914755"/>
            </a:xfrm>
          </p:grpSpPr>
          <p:sp>
            <p:nvSpPr>
              <p:cNvPr id="523" name="Google Shape;523;p2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"/>
          <p:cNvSpPr txBox="1">
            <a:spLocks noGrp="1"/>
          </p:cNvSpPr>
          <p:nvPr>
            <p:ph type="subTitle" idx="1"/>
          </p:nvPr>
        </p:nvSpPr>
        <p:spPr>
          <a:xfrm>
            <a:off x="726651" y="2073001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27"/>
          <p:cNvSpPr txBox="1">
            <a:spLocks noGrp="1"/>
          </p:cNvSpPr>
          <p:nvPr>
            <p:ph type="subTitle" idx="2"/>
          </p:nvPr>
        </p:nvSpPr>
        <p:spPr>
          <a:xfrm>
            <a:off x="3474109" y="2073001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27"/>
          <p:cNvSpPr txBox="1">
            <a:spLocks noGrp="1"/>
          </p:cNvSpPr>
          <p:nvPr>
            <p:ph type="subTitle" idx="3"/>
          </p:nvPr>
        </p:nvSpPr>
        <p:spPr>
          <a:xfrm>
            <a:off x="726651" y="350322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27"/>
          <p:cNvSpPr txBox="1">
            <a:spLocks noGrp="1"/>
          </p:cNvSpPr>
          <p:nvPr>
            <p:ph type="subTitle" idx="4"/>
          </p:nvPr>
        </p:nvSpPr>
        <p:spPr>
          <a:xfrm>
            <a:off x="3474109" y="350322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27"/>
          <p:cNvSpPr txBox="1">
            <a:spLocks noGrp="1"/>
          </p:cNvSpPr>
          <p:nvPr>
            <p:ph type="subTitle" idx="5"/>
          </p:nvPr>
        </p:nvSpPr>
        <p:spPr>
          <a:xfrm>
            <a:off x="6221568" y="2073001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7"/>
          <p:cNvSpPr txBox="1">
            <a:spLocks noGrp="1"/>
          </p:cNvSpPr>
          <p:nvPr>
            <p:ph type="subTitle" idx="6"/>
          </p:nvPr>
        </p:nvSpPr>
        <p:spPr>
          <a:xfrm>
            <a:off x="6221568" y="3503225"/>
            <a:ext cx="2209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27"/>
          <p:cNvSpPr txBox="1">
            <a:spLocks noGrp="1"/>
          </p:cNvSpPr>
          <p:nvPr>
            <p:ph type="subTitle" idx="7"/>
          </p:nvPr>
        </p:nvSpPr>
        <p:spPr>
          <a:xfrm>
            <a:off x="730989" y="16566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5" name="Google Shape;535;p27"/>
          <p:cNvSpPr txBox="1">
            <a:spLocks noGrp="1"/>
          </p:cNvSpPr>
          <p:nvPr>
            <p:ph type="subTitle" idx="8"/>
          </p:nvPr>
        </p:nvSpPr>
        <p:spPr>
          <a:xfrm>
            <a:off x="3478447" y="16566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6" name="Google Shape;536;p27"/>
          <p:cNvSpPr txBox="1">
            <a:spLocks noGrp="1"/>
          </p:cNvSpPr>
          <p:nvPr>
            <p:ph type="subTitle" idx="9"/>
          </p:nvPr>
        </p:nvSpPr>
        <p:spPr>
          <a:xfrm>
            <a:off x="6225906" y="16566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7" name="Google Shape;537;p27"/>
          <p:cNvSpPr txBox="1">
            <a:spLocks noGrp="1"/>
          </p:cNvSpPr>
          <p:nvPr>
            <p:ph type="subTitle" idx="13"/>
          </p:nvPr>
        </p:nvSpPr>
        <p:spPr>
          <a:xfrm>
            <a:off x="730989" y="30868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8" name="Google Shape;538;p27"/>
          <p:cNvSpPr txBox="1">
            <a:spLocks noGrp="1"/>
          </p:cNvSpPr>
          <p:nvPr>
            <p:ph type="subTitle" idx="14"/>
          </p:nvPr>
        </p:nvSpPr>
        <p:spPr>
          <a:xfrm>
            <a:off x="3478447" y="30868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9" name="Google Shape;539;p27"/>
          <p:cNvSpPr txBox="1">
            <a:spLocks noGrp="1"/>
          </p:cNvSpPr>
          <p:nvPr>
            <p:ph type="subTitle" idx="15"/>
          </p:nvPr>
        </p:nvSpPr>
        <p:spPr>
          <a:xfrm>
            <a:off x="6225906" y="3086800"/>
            <a:ext cx="2200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40" name="Google Shape;54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7"/>
          <p:cNvGrpSpPr/>
          <p:nvPr/>
        </p:nvGrpSpPr>
        <p:grpSpPr>
          <a:xfrm>
            <a:off x="324089" y="4387674"/>
            <a:ext cx="8509210" cy="926987"/>
            <a:chOff x="313264" y="4021024"/>
            <a:chExt cx="8509210" cy="926987"/>
          </a:xfrm>
        </p:grpSpPr>
        <p:grpSp>
          <p:nvGrpSpPr>
            <p:cNvPr id="542" name="Google Shape;542;p27"/>
            <p:cNvGrpSpPr/>
            <p:nvPr/>
          </p:nvGrpSpPr>
          <p:grpSpPr>
            <a:xfrm>
              <a:off x="313264" y="4260005"/>
              <a:ext cx="936510" cy="688006"/>
              <a:chOff x="3235964" y="2587955"/>
              <a:chExt cx="936510" cy="688006"/>
            </a:xfrm>
          </p:grpSpPr>
          <p:sp>
            <p:nvSpPr>
              <p:cNvPr id="543" name="Google Shape;543;p2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27"/>
            <p:cNvGrpSpPr/>
            <p:nvPr/>
          </p:nvGrpSpPr>
          <p:grpSpPr>
            <a:xfrm>
              <a:off x="7476699" y="4021024"/>
              <a:ext cx="1345775" cy="914755"/>
              <a:chOff x="2264799" y="3654374"/>
              <a:chExt cx="1345775" cy="914755"/>
            </a:xfrm>
          </p:grpSpPr>
          <p:sp>
            <p:nvSpPr>
              <p:cNvPr id="546" name="Google Shape;546;p2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8"/>
          <p:cNvSpPr txBox="1">
            <a:spLocks noGrp="1"/>
          </p:cNvSpPr>
          <p:nvPr>
            <p:ph type="title" hasCustomPrompt="1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553" name="Google Shape;553;p28"/>
          <p:cNvSpPr txBox="1">
            <a:spLocks noGrp="1"/>
          </p:cNvSpPr>
          <p:nvPr>
            <p:ph type="subTitle" idx="1"/>
          </p:nvPr>
        </p:nvSpPr>
        <p:spPr>
          <a:xfrm>
            <a:off x="2223600" y="1327275"/>
            <a:ext cx="46968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4" name="Google Shape;554;p28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555" name="Google Shape;555;p28"/>
          <p:cNvSpPr txBox="1">
            <a:spLocks noGrp="1"/>
          </p:cNvSpPr>
          <p:nvPr>
            <p:ph type="subTitle" idx="3"/>
          </p:nvPr>
        </p:nvSpPr>
        <p:spPr>
          <a:xfrm>
            <a:off x="2223600" y="2679527"/>
            <a:ext cx="46968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6" name="Google Shape;556;p28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557" name="Google Shape;557;p28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8" name="Google Shape;558;p28"/>
          <p:cNvGrpSpPr/>
          <p:nvPr/>
        </p:nvGrpSpPr>
        <p:grpSpPr>
          <a:xfrm>
            <a:off x="202374" y="239324"/>
            <a:ext cx="9683050" cy="4722185"/>
            <a:chOff x="202374" y="239324"/>
            <a:chExt cx="9683050" cy="4722185"/>
          </a:xfrm>
        </p:grpSpPr>
        <p:grpSp>
          <p:nvGrpSpPr>
            <p:cNvPr id="559" name="Google Shape;559;p28"/>
            <p:cNvGrpSpPr/>
            <p:nvPr/>
          </p:nvGrpSpPr>
          <p:grpSpPr>
            <a:xfrm>
              <a:off x="7308149" y="3127999"/>
              <a:ext cx="2577275" cy="1833510"/>
              <a:chOff x="781874" y="1294774"/>
              <a:chExt cx="2577275" cy="1833510"/>
            </a:xfrm>
          </p:grpSpPr>
          <p:sp>
            <p:nvSpPr>
              <p:cNvPr id="560" name="Google Shape;560;p2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570;p28"/>
            <p:cNvGrpSpPr/>
            <p:nvPr/>
          </p:nvGrpSpPr>
          <p:grpSpPr>
            <a:xfrm>
              <a:off x="7918539" y="1927980"/>
              <a:ext cx="936510" cy="688006"/>
              <a:chOff x="3235964" y="2587955"/>
              <a:chExt cx="936510" cy="688006"/>
            </a:xfrm>
          </p:grpSpPr>
          <p:sp>
            <p:nvSpPr>
              <p:cNvPr id="571" name="Google Shape;571;p28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3" name="Google Shape;573;p28"/>
            <p:cNvGrpSpPr/>
            <p:nvPr/>
          </p:nvGrpSpPr>
          <p:grpSpPr>
            <a:xfrm>
              <a:off x="202378" y="3017522"/>
              <a:ext cx="935946" cy="1829159"/>
              <a:chOff x="4738303" y="2514672"/>
              <a:chExt cx="935946" cy="1829159"/>
            </a:xfrm>
          </p:grpSpPr>
          <p:sp>
            <p:nvSpPr>
              <p:cNvPr id="574" name="Google Shape;574;p2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580;p28"/>
            <p:cNvGrpSpPr/>
            <p:nvPr/>
          </p:nvGrpSpPr>
          <p:grpSpPr>
            <a:xfrm>
              <a:off x="202374" y="239324"/>
              <a:ext cx="1345775" cy="914755"/>
              <a:chOff x="2264799" y="3654374"/>
              <a:chExt cx="1345775" cy="914755"/>
            </a:xfrm>
          </p:grpSpPr>
          <p:sp>
            <p:nvSpPr>
              <p:cNvPr id="581" name="Google Shape;581;p2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9"/>
          <p:cNvSpPr txBox="1">
            <a:spLocks noGrp="1"/>
          </p:cNvSpPr>
          <p:nvPr>
            <p:ph type="title" hasCustomPrompt="1"/>
          </p:nvPr>
        </p:nvSpPr>
        <p:spPr>
          <a:xfrm>
            <a:off x="1147374" y="1581150"/>
            <a:ext cx="15441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587" name="Google Shape;587;p29"/>
          <p:cNvSpPr txBox="1">
            <a:spLocks noGrp="1"/>
          </p:cNvSpPr>
          <p:nvPr>
            <p:ph type="subTitle" idx="1"/>
          </p:nvPr>
        </p:nvSpPr>
        <p:spPr>
          <a:xfrm>
            <a:off x="720043" y="3248175"/>
            <a:ext cx="23988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8" name="Google Shape;588;p29"/>
          <p:cNvSpPr txBox="1">
            <a:spLocks noGrp="1"/>
          </p:cNvSpPr>
          <p:nvPr>
            <p:ph type="subTitle" idx="2"/>
          </p:nvPr>
        </p:nvSpPr>
        <p:spPr>
          <a:xfrm>
            <a:off x="720043" y="2751150"/>
            <a:ext cx="23988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29"/>
          <p:cNvSpPr txBox="1">
            <a:spLocks noGrp="1"/>
          </p:cNvSpPr>
          <p:nvPr>
            <p:ph type="title" idx="3" hasCustomPrompt="1"/>
          </p:nvPr>
        </p:nvSpPr>
        <p:spPr>
          <a:xfrm>
            <a:off x="3800538" y="1581150"/>
            <a:ext cx="1542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590" name="Google Shape;590;p29"/>
          <p:cNvSpPr txBox="1">
            <a:spLocks noGrp="1"/>
          </p:cNvSpPr>
          <p:nvPr>
            <p:ph type="subTitle" idx="4"/>
          </p:nvPr>
        </p:nvSpPr>
        <p:spPr>
          <a:xfrm>
            <a:off x="3372600" y="3248175"/>
            <a:ext cx="23988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1" name="Google Shape;591;p29"/>
          <p:cNvSpPr txBox="1">
            <a:spLocks noGrp="1"/>
          </p:cNvSpPr>
          <p:nvPr>
            <p:ph type="subTitle" idx="5"/>
          </p:nvPr>
        </p:nvSpPr>
        <p:spPr>
          <a:xfrm>
            <a:off x="3372600" y="2751150"/>
            <a:ext cx="23988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2" name="Google Shape;592;p29"/>
          <p:cNvSpPr txBox="1">
            <a:spLocks noGrp="1"/>
          </p:cNvSpPr>
          <p:nvPr>
            <p:ph type="title" idx="6" hasCustomPrompt="1"/>
          </p:nvPr>
        </p:nvSpPr>
        <p:spPr>
          <a:xfrm>
            <a:off x="6450528" y="1581150"/>
            <a:ext cx="1542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"/>
              <a:t>xx%</a:t>
            </a:r>
          </a:p>
        </p:txBody>
      </p:sp>
      <p:sp>
        <p:nvSpPr>
          <p:cNvPr id="593" name="Google Shape;593;p29"/>
          <p:cNvSpPr txBox="1">
            <a:spLocks noGrp="1"/>
          </p:cNvSpPr>
          <p:nvPr>
            <p:ph type="subTitle" idx="7"/>
          </p:nvPr>
        </p:nvSpPr>
        <p:spPr>
          <a:xfrm>
            <a:off x="6025157" y="3248175"/>
            <a:ext cx="23988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4" name="Google Shape;594;p29"/>
          <p:cNvSpPr txBox="1">
            <a:spLocks noGrp="1"/>
          </p:cNvSpPr>
          <p:nvPr>
            <p:ph type="subTitle" idx="8"/>
          </p:nvPr>
        </p:nvSpPr>
        <p:spPr>
          <a:xfrm>
            <a:off x="6025157" y="2751150"/>
            <a:ext cx="23988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29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6" name="Google Shape;596;p29"/>
          <p:cNvGrpSpPr/>
          <p:nvPr/>
        </p:nvGrpSpPr>
        <p:grpSpPr>
          <a:xfrm>
            <a:off x="-184236" y="1886080"/>
            <a:ext cx="9122035" cy="4187626"/>
            <a:chOff x="-223286" y="1666105"/>
            <a:chExt cx="9122035" cy="4187626"/>
          </a:xfrm>
        </p:grpSpPr>
        <p:grpSp>
          <p:nvGrpSpPr>
            <p:cNvPr id="597" name="Google Shape;597;p29"/>
            <p:cNvGrpSpPr/>
            <p:nvPr/>
          </p:nvGrpSpPr>
          <p:grpSpPr>
            <a:xfrm>
              <a:off x="-223286" y="1666105"/>
              <a:ext cx="936510" cy="688006"/>
              <a:chOff x="3235964" y="2587955"/>
              <a:chExt cx="936510" cy="688006"/>
            </a:xfrm>
          </p:grpSpPr>
          <p:sp>
            <p:nvSpPr>
              <p:cNvPr id="598" name="Google Shape;598;p29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9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9"/>
            <p:cNvGrpSpPr/>
            <p:nvPr/>
          </p:nvGrpSpPr>
          <p:grpSpPr>
            <a:xfrm>
              <a:off x="7962803" y="4019849"/>
              <a:ext cx="935946" cy="1833882"/>
              <a:chOff x="4738303" y="2509949"/>
              <a:chExt cx="935946" cy="1833882"/>
            </a:xfrm>
          </p:grpSpPr>
          <p:sp>
            <p:nvSpPr>
              <p:cNvPr id="601" name="Google Shape;601;p2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0"/>
          <p:cNvSpPr txBox="1">
            <a:spLocks noGrp="1"/>
          </p:cNvSpPr>
          <p:nvPr>
            <p:ph type="title"/>
          </p:nvPr>
        </p:nvSpPr>
        <p:spPr>
          <a:xfrm>
            <a:off x="2347938" y="53847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30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30"/>
          <p:cNvSpPr txBox="1"/>
          <p:nvPr/>
        </p:nvSpPr>
        <p:spPr>
          <a:xfrm>
            <a:off x="1897650" y="3611950"/>
            <a:ext cx="5348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2" name="Google Shape;612;p30"/>
          <p:cNvGrpSpPr/>
          <p:nvPr/>
        </p:nvGrpSpPr>
        <p:grpSpPr>
          <a:xfrm>
            <a:off x="202378" y="1912824"/>
            <a:ext cx="9621246" cy="3038210"/>
            <a:chOff x="202378" y="1912824"/>
            <a:chExt cx="9621246" cy="3038210"/>
          </a:xfrm>
        </p:grpSpPr>
        <p:grpSp>
          <p:nvGrpSpPr>
            <p:cNvPr id="613" name="Google Shape;613;p30"/>
            <p:cNvGrpSpPr/>
            <p:nvPr/>
          </p:nvGrpSpPr>
          <p:grpSpPr>
            <a:xfrm>
              <a:off x="7246349" y="3117524"/>
              <a:ext cx="2577275" cy="1833510"/>
              <a:chOff x="781874" y="1294774"/>
              <a:chExt cx="2577275" cy="1833510"/>
            </a:xfrm>
          </p:grpSpPr>
          <p:sp>
            <p:nvSpPr>
              <p:cNvPr id="614" name="Google Shape;614;p3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4" name="Google Shape;624;p30"/>
            <p:cNvGrpSpPr/>
            <p:nvPr/>
          </p:nvGrpSpPr>
          <p:grpSpPr>
            <a:xfrm>
              <a:off x="202378" y="1912824"/>
              <a:ext cx="935946" cy="1833882"/>
              <a:chOff x="4738303" y="2509949"/>
              <a:chExt cx="935946" cy="1833882"/>
            </a:xfrm>
          </p:grpSpPr>
          <p:sp>
            <p:nvSpPr>
              <p:cNvPr id="625" name="Google Shape;625;p30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0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0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31"/>
          <p:cNvGrpSpPr/>
          <p:nvPr/>
        </p:nvGrpSpPr>
        <p:grpSpPr>
          <a:xfrm>
            <a:off x="-234251" y="-297501"/>
            <a:ext cx="9082600" cy="5165107"/>
            <a:chOff x="-234251" y="-297501"/>
            <a:chExt cx="9082600" cy="5165107"/>
          </a:xfrm>
        </p:grpSpPr>
        <p:grpSp>
          <p:nvGrpSpPr>
            <p:cNvPr id="634" name="Google Shape;634;p31"/>
            <p:cNvGrpSpPr/>
            <p:nvPr/>
          </p:nvGrpSpPr>
          <p:grpSpPr>
            <a:xfrm>
              <a:off x="-234251" y="-297501"/>
              <a:ext cx="2577275" cy="1833510"/>
              <a:chOff x="781874" y="1294774"/>
              <a:chExt cx="2577275" cy="1833510"/>
            </a:xfrm>
          </p:grpSpPr>
          <p:sp>
            <p:nvSpPr>
              <p:cNvPr id="635" name="Google Shape;635;p3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5" name="Google Shape;645;p31"/>
            <p:cNvGrpSpPr/>
            <p:nvPr/>
          </p:nvGrpSpPr>
          <p:grpSpPr>
            <a:xfrm>
              <a:off x="7866164" y="275255"/>
              <a:ext cx="936510" cy="688006"/>
              <a:chOff x="3235964" y="2587955"/>
              <a:chExt cx="936510" cy="688006"/>
            </a:xfrm>
          </p:grpSpPr>
          <p:sp>
            <p:nvSpPr>
              <p:cNvPr id="646" name="Google Shape;646;p3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8" name="Google Shape;648;p31"/>
            <p:cNvGrpSpPr/>
            <p:nvPr/>
          </p:nvGrpSpPr>
          <p:grpSpPr>
            <a:xfrm>
              <a:off x="7912403" y="3038447"/>
              <a:ext cx="935946" cy="1829159"/>
              <a:chOff x="4738303" y="2514672"/>
              <a:chExt cx="935946" cy="1829159"/>
            </a:xfrm>
          </p:grpSpPr>
          <p:sp>
            <p:nvSpPr>
              <p:cNvPr id="649" name="Google Shape;649;p31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5" name="Google Shape;655;p31"/>
            <p:cNvGrpSpPr/>
            <p:nvPr/>
          </p:nvGrpSpPr>
          <p:grpSpPr>
            <a:xfrm>
              <a:off x="381499" y="3884824"/>
              <a:ext cx="1345775" cy="914755"/>
              <a:chOff x="2264799" y="3654374"/>
              <a:chExt cx="1345775" cy="914755"/>
            </a:xfrm>
          </p:grpSpPr>
          <p:sp>
            <p:nvSpPr>
              <p:cNvPr id="656" name="Google Shape;656;p3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2"/>
          <p:cNvGrpSpPr/>
          <p:nvPr/>
        </p:nvGrpSpPr>
        <p:grpSpPr>
          <a:xfrm>
            <a:off x="159224" y="251905"/>
            <a:ext cx="8751975" cy="4709604"/>
            <a:chOff x="159224" y="251905"/>
            <a:chExt cx="8751975" cy="4709604"/>
          </a:xfrm>
        </p:grpSpPr>
        <p:grpSp>
          <p:nvGrpSpPr>
            <p:cNvPr id="662" name="Google Shape;662;p32"/>
            <p:cNvGrpSpPr/>
            <p:nvPr/>
          </p:nvGrpSpPr>
          <p:grpSpPr>
            <a:xfrm>
              <a:off x="6333924" y="3127999"/>
              <a:ext cx="2577275" cy="1833510"/>
              <a:chOff x="781874" y="1294774"/>
              <a:chExt cx="2577275" cy="1833510"/>
            </a:xfrm>
          </p:grpSpPr>
          <p:sp>
            <p:nvSpPr>
              <p:cNvPr id="663" name="Google Shape;663;p3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3" name="Google Shape;673;p32"/>
            <p:cNvGrpSpPr/>
            <p:nvPr/>
          </p:nvGrpSpPr>
          <p:grpSpPr>
            <a:xfrm>
              <a:off x="1580814" y="251905"/>
              <a:ext cx="936510" cy="688006"/>
              <a:chOff x="3235964" y="2587955"/>
              <a:chExt cx="936510" cy="688006"/>
            </a:xfrm>
          </p:grpSpPr>
          <p:sp>
            <p:nvSpPr>
              <p:cNvPr id="674" name="Google Shape;674;p3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6" name="Google Shape;676;p32"/>
            <p:cNvGrpSpPr/>
            <p:nvPr/>
          </p:nvGrpSpPr>
          <p:grpSpPr>
            <a:xfrm>
              <a:off x="307128" y="346247"/>
              <a:ext cx="935946" cy="1829159"/>
              <a:chOff x="4738303" y="2514672"/>
              <a:chExt cx="935946" cy="1829159"/>
            </a:xfrm>
          </p:grpSpPr>
          <p:sp>
            <p:nvSpPr>
              <p:cNvPr id="677" name="Google Shape;677;p3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3" name="Google Shape;683;p32"/>
            <p:cNvGrpSpPr/>
            <p:nvPr/>
          </p:nvGrpSpPr>
          <p:grpSpPr>
            <a:xfrm>
              <a:off x="159224" y="2418249"/>
              <a:ext cx="1345775" cy="914755"/>
              <a:chOff x="2264799" y="3654374"/>
              <a:chExt cx="1345775" cy="914755"/>
            </a:xfrm>
          </p:grpSpPr>
          <p:sp>
            <p:nvSpPr>
              <p:cNvPr id="684" name="Google Shape;684;p3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down.org/gboccardo/manual-ED-UCH/introduccion-al-uso-de-rmarkdown-para-la-compilacion-de-resultados-de-rstudio-en-diferentes-formato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down.org/gboccardo/manual-ED-UCH/introduccion-al-uso-de-rmarkdown-para-la-compilacion-de-resultados-de-rstudio-en-diferentes-formato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92;p33">
            <a:extLst>
              <a:ext uri="{FF2B5EF4-FFF2-40B4-BE49-F238E27FC236}">
                <a16:creationId xmlns:a16="http://schemas.microsoft.com/office/drawing/2014/main" id="{93D43C7A-8C6C-197B-BFA7-0CF677C16C9F}"/>
              </a:ext>
            </a:extLst>
          </p:cNvPr>
          <p:cNvSpPr txBox="1"/>
          <p:nvPr/>
        </p:nvSpPr>
        <p:spPr>
          <a:xfrm>
            <a:off x="846900" y="1098283"/>
            <a:ext cx="75840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Data Science </a:t>
            </a:r>
            <a:endParaRPr sz="57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 13</a:t>
            </a:r>
            <a:endParaRPr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693;p33">
            <a:extLst>
              <a:ext uri="{FF2B5EF4-FFF2-40B4-BE49-F238E27FC236}">
                <a16:creationId xmlns:a16="http://schemas.microsoft.com/office/drawing/2014/main" id="{AEDD5C0C-E3C3-20B4-CC98-EC780E4DBDAE}"/>
              </a:ext>
            </a:extLst>
          </p:cNvPr>
          <p:cNvSpPr txBox="1"/>
          <p:nvPr/>
        </p:nvSpPr>
        <p:spPr>
          <a:xfrm>
            <a:off x="846900" y="38807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Hugo Hernandez</a:t>
            </a:r>
            <a:endParaRPr sz="13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Giorgio Cunto</a:t>
            </a:r>
            <a:endParaRPr sz="13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" name="Google Shape;694;p33">
            <a:extLst>
              <a:ext uri="{FF2B5EF4-FFF2-40B4-BE49-F238E27FC236}">
                <a16:creationId xmlns:a16="http://schemas.microsoft.com/office/drawing/2014/main" id="{CAC81B0C-648B-43D5-3713-1A24BD57D785}"/>
              </a:ext>
            </a:extLst>
          </p:cNvPr>
          <p:cNvCxnSpPr/>
          <p:nvPr/>
        </p:nvCxnSpPr>
        <p:spPr>
          <a:xfrm>
            <a:off x="953922" y="3527687"/>
            <a:ext cx="931200" cy="0"/>
          </a:xfrm>
          <a:prstGeom prst="straightConnector1">
            <a:avLst/>
          </a:prstGeom>
          <a:noFill/>
          <a:ln w="76200" cap="flat" cmpd="sng">
            <a:solidFill>
              <a:srgbClr val="00DFD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695;p33">
            <a:extLst>
              <a:ext uri="{FF2B5EF4-FFF2-40B4-BE49-F238E27FC236}">
                <a16:creationId xmlns:a16="http://schemas.microsoft.com/office/drawing/2014/main" id="{B50B577C-931B-E08F-D72C-58B8DE022E94}"/>
              </a:ext>
            </a:extLst>
          </p:cNvPr>
          <p:cNvSpPr/>
          <p:nvPr/>
        </p:nvSpPr>
        <p:spPr>
          <a:xfrm>
            <a:off x="5684700" y="159575"/>
            <a:ext cx="3307200" cy="648300"/>
          </a:xfrm>
          <a:prstGeom prst="rect">
            <a:avLst/>
          </a:prstGeom>
          <a:solidFill>
            <a:srgbClr val="F8FAFB"/>
          </a:solidFill>
          <a:ln w="9525" cap="flat" cmpd="sng">
            <a:solidFill>
              <a:srgbClr val="0A24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696;p33">
            <a:extLst>
              <a:ext uri="{FF2B5EF4-FFF2-40B4-BE49-F238E27FC236}">
                <a16:creationId xmlns:a16="http://schemas.microsoft.com/office/drawing/2014/main" id="{C832210A-E554-E5DB-379A-12243290BF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000" y="127545"/>
            <a:ext cx="3318349" cy="6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>
          <a:extLst>
            <a:ext uri="{FF2B5EF4-FFF2-40B4-BE49-F238E27FC236}">
              <a16:creationId xmlns:a16="http://schemas.microsoft.com/office/drawing/2014/main" id="{79B63B8C-C428-EC81-3083-67AA3E2C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4">
            <a:extLst>
              <a:ext uri="{FF2B5EF4-FFF2-40B4-BE49-F238E27FC236}">
                <a16:creationId xmlns:a16="http://schemas.microsoft.com/office/drawing/2014/main" id="{C7B11947-C42A-2C47-F29C-88DBFE8ED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50" y="924225"/>
            <a:ext cx="7914000" cy="92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Analysis tools</a:t>
            </a:r>
          </a:p>
        </p:txBody>
      </p:sp>
      <p:cxnSp>
        <p:nvCxnSpPr>
          <p:cNvPr id="702" name="Google Shape;702;p34">
            <a:extLst>
              <a:ext uri="{FF2B5EF4-FFF2-40B4-BE49-F238E27FC236}">
                <a16:creationId xmlns:a16="http://schemas.microsoft.com/office/drawing/2014/main" id="{32A161AC-266D-82F3-9109-0F7C8FBD50CD}"/>
              </a:ext>
            </a:extLst>
          </p:cNvPr>
          <p:cNvCxnSpPr/>
          <p:nvPr/>
        </p:nvCxnSpPr>
        <p:spPr>
          <a:xfrm>
            <a:off x="568129" y="18443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34">
            <a:extLst>
              <a:ext uri="{FF2B5EF4-FFF2-40B4-BE49-F238E27FC236}">
                <a16:creationId xmlns:a16="http://schemas.microsoft.com/office/drawing/2014/main" id="{A98B40A4-CAEE-BD7C-E20D-B6DFF80F0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50" y="437925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dirty="0"/>
              <a:t>Module V</a:t>
            </a:r>
            <a:endParaRPr sz="3000" b="0" dirty="0"/>
          </a:p>
        </p:txBody>
      </p:sp>
      <p:sp>
        <p:nvSpPr>
          <p:cNvPr id="704" name="Google Shape;704;p34">
            <a:extLst>
              <a:ext uri="{FF2B5EF4-FFF2-40B4-BE49-F238E27FC236}">
                <a16:creationId xmlns:a16="http://schemas.microsoft.com/office/drawing/2014/main" id="{3ABC50C3-8C0C-2348-0AD8-25F43F723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450" y="1980375"/>
            <a:ext cx="8255100" cy="22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 sz="1800" b="0" dirty="0"/>
              <a:t>RMarkdown: The Basics </a:t>
            </a:r>
            <a:endParaRPr sz="1800" b="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dirty="0"/>
          </a:p>
        </p:txBody>
      </p:sp>
    </p:spTree>
    <p:extLst>
      <p:ext uri="{BB962C8B-B14F-4D97-AF65-F5344CB8AC3E}">
        <p14:creationId xmlns:p14="http://schemas.microsoft.com/office/powerpoint/2010/main" val="15927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5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RMarkdown</a:t>
            </a: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text processor that also offers the possibility of including pieces of code from R (or other formats).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main benefit of this tool is that it allows you to work on a single document both the writing of the narrative content of research reports, as well as the construction and formal presentation of statistical analysis results.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0" name="Google Shape;710;p35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RMarkdown: What is it?</a:t>
            </a:r>
            <a:endParaRPr sz="3000"/>
          </a:p>
        </p:txBody>
      </p:sp>
      <p:sp>
        <p:nvSpPr>
          <p:cNvPr id="711" name="Google Shape;711;p35"/>
          <p:cNvSpPr txBox="1"/>
          <p:nvPr/>
        </p:nvSpPr>
        <p:spPr>
          <a:xfrm>
            <a:off x="5422050" y="4603950"/>
            <a:ext cx="35805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Guide link for </a:t>
            </a:r>
            <a:r>
              <a:rPr lang="en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Using RMarkdown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2" name="Google Shape;7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638" y="2564000"/>
            <a:ext cx="5676126" cy="191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288" y="343500"/>
            <a:ext cx="5076825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6"/>
          <p:cNvSpPr txBox="1"/>
          <p:nvPr/>
        </p:nvSpPr>
        <p:spPr>
          <a:xfrm>
            <a:off x="6237350" y="343500"/>
            <a:ext cx="26883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summary: before proceeding to the compilation of an RMarkdown document, we must ensure the installation of these components in R.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7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is possible to create a new RMarkdown document using the RStudio top button. As seen below, in File, New File and selecting the RMarkdown option.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p37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RMarkdown: How to use it?</a:t>
            </a:r>
            <a:endParaRPr sz="3000"/>
          </a:p>
        </p:txBody>
      </p:sp>
      <p:sp>
        <p:nvSpPr>
          <p:cNvPr id="725" name="Google Shape;725;p37"/>
          <p:cNvSpPr txBox="1"/>
          <p:nvPr/>
        </p:nvSpPr>
        <p:spPr>
          <a:xfrm>
            <a:off x="5422050" y="4603950"/>
            <a:ext cx="35805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Guide link for </a:t>
            </a:r>
            <a:r>
              <a:rPr lang="en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Using RMarkdown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6" name="Google Shape;72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148" y="1593450"/>
            <a:ext cx="4696725" cy="10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388" y="1593450"/>
            <a:ext cx="3778374" cy="29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7"/>
          <p:cNvSpPr txBox="1"/>
          <p:nvPr/>
        </p:nvSpPr>
        <p:spPr>
          <a:xfrm>
            <a:off x="606600" y="2918950"/>
            <a:ext cx="4516800" cy="1444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Once this procedure is done, a new general settings screen will appear. Here the basic configuration of the results report is established, indicating a title for the document, the name of the author, as well as the format of the report to be built (in this example the PDF format is selected).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8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After registering our specifications, we will have the template of our file in a new tab in R (with . Rmd) which will be the RMarkdown syntax in which the research report will be edited. As seen in the image below, RStudio offers a pre-configured RMarkdown syntax.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38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RMarkdown: How to use it?</a:t>
            </a:r>
            <a:endParaRPr sz="3000"/>
          </a:p>
        </p:txBody>
      </p:sp>
      <p:pic>
        <p:nvPicPr>
          <p:cNvPr id="735" name="Google Shape;7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50" y="2006200"/>
            <a:ext cx="5769050" cy="28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38"/>
          <p:cNvSpPr txBox="1"/>
          <p:nvPr/>
        </p:nvSpPr>
        <p:spPr>
          <a:xfrm>
            <a:off x="6122000" y="1934175"/>
            <a:ext cx="2838000" cy="19728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Rmd files we generate contain 3 main elements: 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</a:pPr>
            <a:r>
              <a:rPr lang="en" sz="13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General format header</a:t>
            </a:r>
            <a:r>
              <a:rPr lang="en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we can specify basic data of the document such as titles, subtitles, author, date, bibliography and output specifications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</a:pPr>
            <a:r>
              <a:rPr lang="en" sz="13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r>
              <a:rPr lang="en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</a:pPr>
            <a:r>
              <a:rPr lang="en" sz="13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R Code chunks</a:t>
            </a:r>
            <a:endParaRPr sz="1300" b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9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titles and subtitles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en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the case of RMarkdown, the “hashtag" symbols (#) indicate that a section title or subtitle is being indicated. The more hashtags you add, the more you will be indicating that it is a title of lower hierarchy. On the other hand, the \pagebreak command can indicate page breaks. The latter serves, for example, to start each section of the document on a new page.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2" name="Google Shape;742;p39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Basic functionalities of RMarkdown</a:t>
            </a:r>
            <a:endParaRPr sz="3000"/>
          </a:p>
        </p:txBody>
      </p:sp>
      <p:pic>
        <p:nvPicPr>
          <p:cNvPr id="743" name="Google Shape;7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250" y="2368675"/>
            <a:ext cx="3319275" cy="11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5025" y="2271799"/>
            <a:ext cx="3653351" cy="17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0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Emphasize Text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0" name="Google Shape;750;p40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Basic functionalities of RMarkdown</a:t>
            </a:r>
            <a:endParaRPr sz="3000"/>
          </a:p>
        </p:txBody>
      </p:sp>
      <p:pic>
        <p:nvPicPr>
          <p:cNvPr id="751" name="Google Shape;7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921" y="1900975"/>
            <a:ext cx="3710350" cy="20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2025" y="1694100"/>
            <a:ext cx="4695600" cy="27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1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Configure code chunks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can use R code chunks to be able to generate different outputs like the ones we have used so far: tables, visualizations, etc. We can use arguments in code chunks so that we can modify the appearance of those code chunks.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Sometimes we want you to only see the output that the code generates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execution messages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warnings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 sometimes we want to only see the chunk code we make, without evaluating it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That's what we can use the arguments in RMarkdown chunks for!</a:t>
            </a:r>
            <a:endParaRPr sz="1200" b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33333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{r, echo = FALSE, results = 'asis', message= FALSE}</a:t>
            </a:r>
            <a:endParaRPr sz="15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41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Basic functionalities of RMarkdown</a:t>
            </a:r>
            <a:endParaRPr sz="3000"/>
          </a:p>
        </p:txBody>
      </p:sp>
      <p:pic>
        <p:nvPicPr>
          <p:cNvPr id="759" name="Google Shape;7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23" y="1533375"/>
            <a:ext cx="6928476" cy="8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2"/>
          <p:cNvSpPr txBox="1"/>
          <p:nvPr/>
        </p:nvSpPr>
        <p:spPr>
          <a:xfrm>
            <a:off x="191500" y="20110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{r, echo = FALSE, results = 'asis', message= FALSE}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5" name="Google Shape;7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723" y="927600"/>
            <a:ext cx="4718850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3"/>
          <p:cNvSpPr txBox="1">
            <a:spLocks noGrp="1"/>
          </p:cNvSpPr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dirty="0"/>
              <a:t>Now let’s practice</a:t>
            </a:r>
            <a:endParaRPr sz="4600" dirty="0"/>
          </a:p>
        </p:txBody>
      </p:sp>
      <p:sp>
        <p:nvSpPr>
          <p:cNvPr id="771" name="Google Shape;771;p43"/>
          <p:cNvSpPr txBox="1">
            <a:spLocks noGrp="1"/>
          </p:cNvSpPr>
          <p:nvPr>
            <p:ph type="title"/>
          </p:nvPr>
        </p:nvSpPr>
        <p:spPr>
          <a:xfrm>
            <a:off x="1728825" y="2552975"/>
            <a:ext cx="63183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Script </a:t>
            </a:r>
            <a:r>
              <a:rPr lang="en" sz="1500" b="0" i="1"/>
              <a:t>22_intro_rmarkdown. R</a:t>
            </a:r>
            <a:endParaRPr sz="1500" b="0"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4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RMarkdown does not work like the RStudio console, which performs operations with elements or objects that are previously loaded in our </a:t>
            </a:r>
            <a:r>
              <a:rPr lang="en" sz="12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environment</a:t>
            </a: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" sz="12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Markdown requires that all packages and databases be loaded into the file so that when compiled, it can generate the desired outputs </a:t>
            </a:r>
            <a:endParaRPr sz="1200" b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I do not load any of the packages or datasets that I use within the RMarkdown, at the time of compiling or pressing 'Knit', it will return an error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need to install the necessary packages according to the type of build we want to do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LaTex → </a:t>
            </a:r>
            <a:r>
              <a:rPr lang="en" sz="12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tinytex</a:t>
            </a:r>
            <a:endParaRPr sz="1200" i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PDF → </a:t>
            </a:r>
            <a:r>
              <a:rPr lang="en" sz="1200" i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knitr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must make use of the arguments in the code chunks, which will allow us to modify the output once we compile our RMarkdown report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RMarkdown helps us to do a lot of things!</a:t>
            </a:r>
            <a:endParaRPr sz="1200" b="1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7" name="Google Shape;777;p44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Important in RMarkdown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5"/>
          <p:cNvSpPr txBox="1">
            <a:spLocks noGrp="1"/>
          </p:cNvSpPr>
          <p:nvPr>
            <p:ph type="title"/>
          </p:nvPr>
        </p:nvSpPr>
        <p:spPr>
          <a:xfrm>
            <a:off x="444450" y="2206200"/>
            <a:ext cx="8255100" cy="7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Let's talk about the projects </a:t>
            </a:r>
            <a:endParaRPr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al Methods in Public Health - Master of Science in Biostatistics by Slidesgo">
  <a:themeElements>
    <a:clrScheme name="Simple Light">
      <a:dk1>
        <a:srgbClr val="FFFFFF"/>
      </a:dk1>
      <a:lt1>
        <a:srgbClr val="295D82"/>
      </a:lt1>
      <a:dk2>
        <a:srgbClr val="0A244F"/>
      </a:dk2>
      <a:lt2>
        <a:srgbClr val="00DFD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704</Words>
  <Application>Microsoft Office PowerPoint</Application>
  <PresentationFormat>Presentación en pantalla (16:9)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Poppins Light</vt:lpstr>
      <vt:lpstr>Nunito Light</vt:lpstr>
      <vt:lpstr>Poppins</vt:lpstr>
      <vt:lpstr>Courier New</vt:lpstr>
      <vt:lpstr>Statistical Methods in Public Health - Master of Science in Biostatistics by Slidesgo</vt:lpstr>
      <vt:lpstr>Presentación de PowerPoint</vt:lpstr>
      <vt:lpstr>Analysis tools</vt:lpstr>
      <vt:lpstr>RMarkdown: What is it?</vt:lpstr>
      <vt:lpstr>Presentación de PowerPoint</vt:lpstr>
      <vt:lpstr>RMarkdown: How to use it?</vt:lpstr>
      <vt:lpstr>RMarkdown: How to use it?</vt:lpstr>
      <vt:lpstr>Basic functionalities of RMarkdown</vt:lpstr>
      <vt:lpstr>Basic functionalities of RMarkdown</vt:lpstr>
      <vt:lpstr>Basic functionalities of RMarkdown</vt:lpstr>
      <vt:lpstr>Presentación de PowerPoint</vt:lpstr>
      <vt:lpstr>Now let’s practice</vt:lpstr>
      <vt:lpstr>Important in RMarkdown</vt:lpstr>
      <vt:lpstr>Let's talk about the projects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Gabriela Ibarra</dc:creator>
  <cp:lastModifiedBy>Giorgio Cunto Morales</cp:lastModifiedBy>
  <cp:revision>7</cp:revision>
  <dcterms:modified xsi:type="dcterms:W3CDTF">2025-12-15T02:07:37Z</dcterms:modified>
</cp:coreProperties>
</file>