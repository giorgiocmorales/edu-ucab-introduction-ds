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Nunito Light" pitchFamily="2" charset="0"/>
      <p:regular r:id="rId15"/>
      <p: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Light" panose="00000400000000000000" pitchFamily="2" charset="0"/>
      <p:regular r:id="rId21"/>
      <p: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ono" panose="00000009000000000000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5a9264b4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5a9264b4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85b85003be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85b85003be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d5b5c2c3f6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d5b5c2c3f6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d5b5c2c3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d5b5c2c3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9753B8"/>
                </a:solidFill>
                <a:highlight>
                  <a:srgbClr val="F6F6F6"/>
                </a:highlight>
                <a:latin typeface="Roboto Mono"/>
                <a:ea typeface="Roboto Mono"/>
                <a:cs typeface="Roboto Mono"/>
                <a:sym typeface="Roboto Mono"/>
              </a:rPr>
              <a:t>facet_grid</a:t>
            </a: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" sz="950">
                <a:solidFill>
                  <a:srgbClr val="9753B8"/>
                </a:solidFill>
                <a:highlight>
                  <a:srgbClr val="F6F6F6"/>
                </a:highlight>
                <a:latin typeface="Roboto Mono"/>
                <a:ea typeface="Roboto Mono"/>
                <a:cs typeface="Roboto Mono"/>
                <a:sym typeface="Roboto Mono"/>
              </a:rPr>
              <a:t>facet_wrap</a:t>
            </a: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son dos funciones en el paquete </a:t>
            </a:r>
            <a:r>
              <a:rPr lang="en" sz="950">
                <a:solidFill>
                  <a:srgbClr val="9753B8"/>
                </a:solidFill>
                <a:highlight>
                  <a:srgbClr val="F6F6F6"/>
                </a:highlight>
                <a:latin typeface="Roboto Mono"/>
                <a:ea typeface="Roboto Mono"/>
                <a:cs typeface="Roboto Mono"/>
                <a:sym typeface="Roboto Mono"/>
              </a:rPr>
              <a:t>ggplot2</a:t>
            </a: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de R que permiten dividir un gráfico en múltiples paneles según las variables de una o varias variables categóricas. Estas funciones son especialmente útiles cuando se desea explorar la relación entre variables en diferentes subconjuntos de datos.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d5b5c2c3f6_0_1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d5b5c2c3f6_0_1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d5b5c2c3f6_0_1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d5b5c2c3f6_0_1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d5b5c2c3f6_0_2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d5b5c2c3f6_0_2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d5b5c2c3f6_0_2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d5b5c2c3f6_0_2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d5b5c2c3f6_0_20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d5b5c2c3f6_0_20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d5b5c2c3f6_0_2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d5b5c2c3f6_0_2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d5b5c2c3f6_0_3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d5b5c2c3f6_0_3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85b85003be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85b85003be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46900" y="37283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747801" y="-707126"/>
            <a:ext cx="10297750" cy="6227885"/>
            <a:chOff x="-747801" y="-707126"/>
            <a:chExt cx="10297750" cy="6227885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747801" y="-707126"/>
              <a:ext cx="2577275" cy="1833510"/>
              <a:chOff x="781874" y="1294774"/>
              <a:chExt cx="2577275" cy="1833510"/>
            </a:xfrm>
          </p:grpSpPr>
          <p:sp>
            <p:nvSpPr>
              <p:cNvPr id="14" name="Google Shape;14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6972674" y="3687249"/>
              <a:ext cx="2577275" cy="1833510"/>
              <a:chOff x="781874" y="1294774"/>
              <a:chExt cx="2577275" cy="1833510"/>
            </a:xfrm>
          </p:grpSpPr>
          <p:sp>
            <p:nvSpPr>
              <p:cNvPr id="25" name="Google Shape;25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3"/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3"/>
          <p:cNvGrpSpPr/>
          <p:nvPr/>
        </p:nvGrpSpPr>
        <p:grpSpPr>
          <a:xfrm>
            <a:off x="6172199" y="136174"/>
            <a:ext cx="2791650" cy="4892530"/>
            <a:chOff x="6172199" y="136174"/>
            <a:chExt cx="2791650" cy="4892530"/>
          </a:xfrm>
        </p:grpSpPr>
        <p:grpSp>
          <p:nvGrpSpPr>
            <p:cNvPr id="41" name="Google Shape;41;p3"/>
            <p:cNvGrpSpPr/>
            <p:nvPr/>
          </p:nvGrpSpPr>
          <p:grpSpPr>
            <a:xfrm>
              <a:off x="6292024" y="136174"/>
              <a:ext cx="2577275" cy="1833510"/>
              <a:chOff x="781874" y="1294774"/>
              <a:chExt cx="2577275" cy="1833510"/>
            </a:xfrm>
          </p:grpSpPr>
          <p:sp>
            <p:nvSpPr>
              <p:cNvPr id="42" name="Google Shape;42;p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8027339" y="2095605"/>
              <a:ext cx="936510" cy="688006"/>
              <a:chOff x="3235964" y="2587955"/>
              <a:chExt cx="936510" cy="688006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8027628" y="3199534"/>
              <a:ext cx="935946" cy="1829159"/>
              <a:chOff x="4738303" y="2514672"/>
              <a:chExt cx="935946" cy="1829159"/>
            </a:xfrm>
          </p:grpSpPr>
          <p:sp>
            <p:nvSpPr>
              <p:cNvPr id="56" name="Google Shape;56;p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3"/>
            <p:cNvGrpSpPr/>
            <p:nvPr/>
          </p:nvGrpSpPr>
          <p:grpSpPr>
            <a:xfrm>
              <a:off x="6172199" y="4113949"/>
              <a:ext cx="1345775" cy="914755"/>
              <a:chOff x="2264799" y="3654374"/>
              <a:chExt cx="1345775" cy="914755"/>
            </a:xfrm>
          </p:grpSpPr>
          <p:sp>
            <p:nvSpPr>
              <p:cNvPr id="63" name="Google Shape;63;p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6899599" y="2745080"/>
            <a:ext cx="2577275" cy="2677354"/>
            <a:chOff x="6899599" y="2745080"/>
            <a:chExt cx="2577275" cy="2677354"/>
          </a:xfrm>
        </p:grpSpPr>
        <p:grpSp>
          <p:nvGrpSpPr>
            <p:cNvPr id="71" name="Google Shape;71;p4"/>
            <p:cNvGrpSpPr/>
            <p:nvPr/>
          </p:nvGrpSpPr>
          <p:grpSpPr>
            <a:xfrm>
              <a:off x="6899599" y="3588924"/>
              <a:ext cx="2577275" cy="1833510"/>
              <a:chOff x="781874" y="1294774"/>
              <a:chExt cx="2577275" cy="1833510"/>
            </a:xfrm>
          </p:grpSpPr>
          <p:sp>
            <p:nvSpPr>
              <p:cNvPr id="72" name="Google Shape;72;p4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>
              <a:off x="7887114" y="2745080"/>
              <a:ext cx="936510" cy="688006"/>
              <a:chOff x="3235964" y="2587955"/>
              <a:chExt cx="936510" cy="688006"/>
            </a:xfrm>
          </p:grpSpPr>
          <p:sp>
            <p:nvSpPr>
              <p:cNvPr id="83" name="Google Shape;83;p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>
            <a:spLocks noGrp="1"/>
          </p:cNvSpPr>
          <p:nvPr>
            <p:ph type="subTitle" idx="1"/>
          </p:nvPr>
        </p:nvSpPr>
        <p:spPr>
          <a:xfrm>
            <a:off x="5055284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2"/>
          </p:nvPr>
        </p:nvSpPr>
        <p:spPr>
          <a:xfrm>
            <a:off x="1583300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1" name="Google Shape;91;p5"/>
          <p:cNvGrpSpPr/>
          <p:nvPr/>
        </p:nvGrpSpPr>
        <p:grpSpPr>
          <a:xfrm>
            <a:off x="117324" y="1944274"/>
            <a:ext cx="9242625" cy="3033405"/>
            <a:chOff x="117324" y="1944274"/>
            <a:chExt cx="9242625" cy="3033405"/>
          </a:xfrm>
        </p:grpSpPr>
        <p:grpSp>
          <p:nvGrpSpPr>
            <p:cNvPr id="92" name="Google Shape;92;p5"/>
            <p:cNvGrpSpPr/>
            <p:nvPr/>
          </p:nvGrpSpPr>
          <p:grpSpPr>
            <a:xfrm>
              <a:off x="8424003" y="1944274"/>
              <a:ext cx="935946" cy="1833882"/>
              <a:chOff x="4738303" y="2509949"/>
              <a:chExt cx="935946" cy="1833882"/>
            </a:xfrm>
          </p:grpSpPr>
          <p:sp>
            <p:nvSpPr>
              <p:cNvPr id="93" name="Google Shape;93;p5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5"/>
            <p:cNvGrpSpPr/>
            <p:nvPr/>
          </p:nvGrpSpPr>
          <p:grpSpPr>
            <a:xfrm>
              <a:off x="117324" y="4062924"/>
              <a:ext cx="1345775" cy="914755"/>
              <a:chOff x="2264799" y="3654374"/>
              <a:chExt cx="1345775" cy="914755"/>
            </a:xfrm>
          </p:grpSpPr>
          <p:sp>
            <p:nvSpPr>
              <p:cNvPr id="100" name="Google Shape;100;p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6"/>
          <p:cNvGrpSpPr/>
          <p:nvPr/>
        </p:nvGrpSpPr>
        <p:grpSpPr>
          <a:xfrm>
            <a:off x="7481624" y="4031499"/>
            <a:ext cx="1345775" cy="914755"/>
            <a:chOff x="2264799" y="3654374"/>
            <a:chExt cx="1345775" cy="914755"/>
          </a:xfrm>
        </p:grpSpPr>
        <p:sp>
          <p:nvSpPr>
            <p:cNvPr id="107" name="Google Shape;107;p6"/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5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subTitle" idx="1"/>
          </p:nvPr>
        </p:nvSpPr>
        <p:spPr>
          <a:xfrm>
            <a:off x="720000" y="20009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7" name="Google Shape;117;p8"/>
          <p:cNvGrpSpPr/>
          <p:nvPr/>
        </p:nvGrpSpPr>
        <p:grpSpPr>
          <a:xfrm>
            <a:off x="-684701" y="-255601"/>
            <a:ext cx="9583450" cy="5227957"/>
            <a:chOff x="-684701" y="-255601"/>
            <a:chExt cx="9583450" cy="5227957"/>
          </a:xfrm>
        </p:grpSpPr>
        <p:grpSp>
          <p:nvGrpSpPr>
            <p:cNvPr id="118" name="Google Shape;118;p8"/>
            <p:cNvGrpSpPr/>
            <p:nvPr/>
          </p:nvGrpSpPr>
          <p:grpSpPr>
            <a:xfrm>
              <a:off x="-684701" y="-255601"/>
              <a:ext cx="2577275" cy="1833510"/>
              <a:chOff x="781874" y="1294774"/>
              <a:chExt cx="2577275" cy="1833510"/>
            </a:xfrm>
          </p:grpSpPr>
          <p:sp>
            <p:nvSpPr>
              <p:cNvPr id="119" name="Google Shape;119;p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8"/>
            <p:cNvGrpSpPr/>
            <p:nvPr/>
          </p:nvGrpSpPr>
          <p:grpSpPr>
            <a:xfrm>
              <a:off x="7962803" y="3143197"/>
              <a:ext cx="935946" cy="1829159"/>
              <a:chOff x="4738303" y="2514672"/>
              <a:chExt cx="935946" cy="1829159"/>
            </a:xfrm>
          </p:grpSpPr>
          <p:sp>
            <p:nvSpPr>
              <p:cNvPr id="130" name="Google Shape;130;p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8"/>
            <p:cNvGrpSpPr/>
            <p:nvPr/>
          </p:nvGrpSpPr>
          <p:grpSpPr>
            <a:xfrm>
              <a:off x="6360749" y="4057599"/>
              <a:ext cx="1345775" cy="914755"/>
              <a:chOff x="2264799" y="3654374"/>
              <a:chExt cx="1345775" cy="914755"/>
            </a:xfrm>
          </p:grpSpPr>
          <p:sp>
            <p:nvSpPr>
              <p:cNvPr id="137" name="Google Shape;137;p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subTitle" idx="1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" name="Google Shape;145;p9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146" name="Google Shape;146;p9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147" name="Google Shape;147;p9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9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154" name="Google Shape;154;p9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158;p9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159" name="Google Shape;159;p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15175"/>
            <a:ext cx="6576000" cy="13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5" name="Google Shape;175;p11"/>
          <p:cNvSpPr txBox="1">
            <a:spLocks noGrp="1"/>
          </p:cNvSpPr>
          <p:nvPr>
            <p:ph type="subTitle" idx="1"/>
          </p:nvPr>
        </p:nvSpPr>
        <p:spPr>
          <a:xfrm>
            <a:off x="1284000" y="28502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-575414" y="236724"/>
            <a:ext cx="9256137" cy="4578762"/>
            <a:chOff x="-575414" y="236724"/>
            <a:chExt cx="9256137" cy="4578762"/>
          </a:xfrm>
        </p:grpSpPr>
        <p:grpSp>
          <p:nvGrpSpPr>
            <p:cNvPr id="177" name="Google Shape;177;p11"/>
            <p:cNvGrpSpPr/>
            <p:nvPr/>
          </p:nvGrpSpPr>
          <p:grpSpPr>
            <a:xfrm>
              <a:off x="-575414" y="236724"/>
              <a:ext cx="2577275" cy="1833510"/>
              <a:chOff x="781874" y="1294774"/>
              <a:chExt cx="2577275" cy="1833510"/>
            </a:xfrm>
          </p:grpSpPr>
          <p:sp>
            <p:nvSpPr>
              <p:cNvPr id="178" name="Google Shape;178;p1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11"/>
            <p:cNvGrpSpPr/>
            <p:nvPr/>
          </p:nvGrpSpPr>
          <p:grpSpPr>
            <a:xfrm>
              <a:off x="952289" y="4127480"/>
              <a:ext cx="936510" cy="688006"/>
              <a:chOff x="3235964" y="2587955"/>
              <a:chExt cx="936510" cy="688006"/>
            </a:xfrm>
          </p:grpSpPr>
          <p:sp>
            <p:nvSpPr>
              <p:cNvPr id="189" name="Google Shape;189;p1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7744778" y="2850299"/>
              <a:ext cx="935946" cy="1833882"/>
              <a:chOff x="4738303" y="2509949"/>
              <a:chExt cx="935946" cy="1833882"/>
            </a:xfrm>
          </p:grpSpPr>
          <p:sp>
            <p:nvSpPr>
              <p:cNvPr id="192" name="Google Shape;192;p1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6109324" y="236724"/>
              <a:ext cx="1345775" cy="914755"/>
              <a:chOff x="2264799" y="3654374"/>
              <a:chExt cx="1345775" cy="914755"/>
            </a:xfrm>
          </p:grpSpPr>
          <p:sp>
            <p:nvSpPr>
              <p:cNvPr id="199" name="Google Shape;199;p1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>
            <a:spLocks noGrp="1"/>
          </p:cNvSpPr>
          <p:nvPr>
            <p:ph type="subTitle" idx="1"/>
          </p:nvPr>
        </p:nvSpPr>
        <p:spPr>
          <a:xfrm>
            <a:off x="720000" y="2285397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2"/>
          </p:nvPr>
        </p:nvSpPr>
        <p:spPr>
          <a:xfrm>
            <a:off x="3346572" y="2285397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3"/>
          </p:nvPr>
        </p:nvSpPr>
        <p:spPr>
          <a:xfrm>
            <a:off x="720000" y="4018575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4"/>
          </p:nvPr>
        </p:nvSpPr>
        <p:spPr>
          <a:xfrm>
            <a:off x="3346572" y="4018575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5"/>
          </p:nvPr>
        </p:nvSpPr>
        <p:spPr>
          <a:xfrm>
            <a:off x="5973152" y="2285397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subTitle" idx="6"/>
          </p:nvPr>
        </p:nvSpPr>
        <p:spPr>
          <a:xfrm>
            <a:off x="5973152" y="4018575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332025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064618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3" name="Google Shape;213;p13"/>
          <p:cNvSpPr txBox="1">
            <a:spLocks noGrp="1"/>
          </p:cNvSpPr>
          <p:nvPr>
            <p:ph type="title" idx="8" hasCustomPrompt="1"/>
          </p:nvPr>
        </p:nvSpPr>
        <p:spPr>
          <a:xfrm>
            <a:off x="3346572" y="1332025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 idx="9" hasCustomPrompt="1"/>
          </p:nvPr>
        </p:nvSpPr>
        <p:spPr>
          <a:xfrm>
            <a:off x="3346572" y="3064618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5" name="Google Shape;215;p13"/>
          <p:cNvSpPr txBox="1">
            <a:spLocks noGrp="1"/>
          </p:cNvSpPr>
          <p:nvPr>
            <p:ph type="title" idx="13" hasCustomPrompt="1"/>
          </p:nvPr>
        </p:nvSpPr>
        <p:spPr>
          <a:xfrm>
            <a:off x="5973152" y="1332025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 idx="14" hasCustomPrompt="1"/>
          </p:nvPr>
        </p:nvSpPr>
        <p:spPr>
          <a:xfrm>
            <a:off x="5973152" y="3064618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5"/>
          </p:nvPr>
        </p:nvSpPr>
        <p:spPr>
          <a:xfrm>
            <a:off x="720000" y="187731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16"/>
          </p:nvPr>
        </p:nvSpPr>
        <p:spPr>
          <a:xfrm>
            <a:off x="3346572" y="187731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17"/>
          </p:nvPr>
        </p:nvSpPr>
        <p:spPr>
          <a:xfrm>
            <a:off x="5973152" y="187731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8"/>
          </p:nvPr>
        </p:nvSpPr>
        <p:spPr>
          <a:xfrm>
            <a:off x="720000" y="360997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19"/>
          </p:nvPr>
        </p:nvSpPr>
        <p:spPr>
          <a:xfrm>
            <a:off x="3346572" y="360997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20"/>
          </p:nvPr>
        </p:nvSpPr>
        <p:spPr>
          <a:xfrm>
            <a:off x="5973152" y="360997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4" name="Google Shape;224;p13"/>
          <p:cNvGrpSpPr/>
          <p:nvPr/>
        </p:nvGrpSpPr>
        <p:grpSpPr>
          <a:xfrm>
            <a:off x="-257850" y="1718480"/>
            <a:ext cx="9618198" cy="3180026"/>
            <a:chOff x="-257850" y="1718480"/>
            <a:chExt cx="9618198" cy="3180026"/>
          </a:xfrm>
        </p:grpSpPr>
        <p:grpSp>
          <p:nvGrpSpPr>
            <p:cNvPr id="225" name="Google Shape;225;p13"/>
            <p:cNvGrpSpPr/>
            <p:nvPr/>
          </p:nvGrpSpPr>
          <p:grpSpPr>
            <a:xfrm>
              <a:off x="8423839" y="1718480"/>
              <a:ext cx="936510" cy="688006"/>
              <a:chOff x="3235964" y="2587955"/>
              <a:chExt cx="936510" cy="688006"/>
            </a:xfrm>
          </p:grpSpPr>
          <p:sp>
            <p:nvSpPr>
              <p:cNvPr id="226" name="Google Shape;226;p1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3"/>
            <p:cNvGrpSpPr/>
            <p:nvPr/>
          </p:nvGrpSpPr>
          <p:grpSpPr>
            <a:xfrm>
              <a:off x="-257850" y="3064624"/>
              <a:ext cx="935946" cy="1833882"/>
              <a:chOff x="4738303" y="2509949"/>
              <a:chExt cx="935946" cy="1833882"/>
            </a:xfrm>
          </p:grpSpPr>
          <p:sp>
            <p:nvSpPr>
              <p:cNvPr id="229" name="Google Shape;229;p13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37" name="Google Shape;237;p14"/>
          <p:cNvGrpSpPr/>
          <p:nvPr/>
        </p:nvGrpSpPr>
        <p:grpSpPr>
          <a:xfrm>
            <a:off x="-289972" y="1493824"/>
            <a:ext cx="9188996" cy="3454187"/>
            <a:chOff x="-289972" y="1493824"/>
            <a:chExt cx="9188996" cy="3454187"/>
          </a:xfrm>
        </p:grpSpPr>
        <p:grpSp>
          <p:nvGrpSpPr>
            <p:cNvPr id="238" name="Google Shape;238;p14"/>
            <p:cNvGrpSpPr/>
            <p:nvPr/>
          </p:nvGrpSpPr>
          <p:grpSpPr>
            <a:xfrm>
              <a:off x="7962514" y="4260005"/>
              <a:ext cx="936510" cy="688006"/>
              <a:chOff x="3235964" y="2587955"/>
              <a:chExt cx="936510" cy="688006"/>
            </a:xfrm>
          </p:grpSpPr>
          <p:sp>
            <p:nvSpPr>
              <p:cNvPr id="239" name="Google Shape;239;p1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14"/>
            <p:cNvGrpSpPr/>
            <p:nvPr/>
          </p:nvGrpSpPr>
          <p:grpSpPr>
            <a:xfrm>
              <a:off x="-289972" y="1493824"/>
              <a:ext cx="935946" cy="1833882"/>
              <a:chOff x="4738303" y="2509949"/>
              <a:chExt cx="935946" cy="1833882"/>
            </a:xfrm>
          </p:grpSpPr>
          <p:sp>
            <p:nvSpPr>
              <p:cNvPr id="242" name="Google Shape;242;p14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4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50" name="Google Shape;250;p15"/>
          <p:cNvGrpSpPr/>
          <p:nvPr/>
        </p:nvGrpSpPr>
        <p:grpSpPr>
          <a:xfrm>
            <a:off x="1081074" y="1933799"/>
            <a:ext cx="9631925" cy="3127580"/>
            <a:chOff x="1081074" y="1933799"/>
            <a:chExt cx="9631925" cy="3127580"/>
          </a:xfrm>
        </p:grpSpPr>
        <p:grpSp>
          <p:nvGrpSpPr>
            <p:cNvPr id="251" name="Google Shape;251;p15"/>
            <p:cNvGrpSpPr/>
            <p:nvPr/>
          </p:nvGrpSpPr>
          <p:grpSpPr>
            <a:xfrm>
              <a:off x="8135724" y="1933799"/>
              <a:ext cx="2577275" cy="1833510"/>
              <a:chOff x="781874" y="1294774"/>
              <a:chExt cx="2577275" cy="1833510"/>
            </a:xfrm>
          </p:grpSpPr>
          <p:sp>
            <p:nvSpPr>
              <p:cNvPr id="252" name="Google Shape;252;p1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" name="Google Shape;262;p15"/>
            <p:cNvGrpSpPr/>
            <p:nvPr/>
          </p:nvGrpSpPr>
          <p:grpSpPr>
            <a:xfrm>
              <a:off x="1081074" y="4146624"/>
              <a:ext cx="1345775" cy="914755"/>
              <a:chOff x="2264799" y="3654374"/>
              <a:chExt cx="1345775" cy="914755"/>
            </a:xfrm>
          </p:grpSpPr>
          <p:sp>
            <p:nvSpPr>
              <p:cNvPr id="263" name="Google Shape;263;p1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9" name="Google Shape;269;p16"/>
          <p:cNvGrpSpPr/>
          <p:nvPr/>
        </p:nvGrpSpPr>
        <p:grpSpPr>
          <a:xfrm>
            <a:off x="6263389" y="-492526"/>
            <a:ext cx="2480210" cy="914755"/>
            <a:chOff x="6263389" y="-492526"/>
            <a:chExt cx="2480210" cy="914755"/>
          </a:xfrm>
        </p:grpSpPr>
        <p:grpSp>
          <p:nvGrpSpPr>
            <p:cNvPr id="270" name="Google Shape;270;p16"/>
            <p:cNvGrpSpPr/>
            <p:nvPr/>
          </p:nvGrpSpPr>
          <p:grpSpPr>
            <a:xfrm>
              <a:off x="6263389" y="-379145"/>
              <a:ext cx="936510" cy="688006"/>
              <a:chOff x="3235964" y="2587955"/>
              <a:chExt cx="936510" cy="688006"/>
            </a:xfrm>
          </p:grpSpPr>
          <p:sp>
            <p:nvSpPr>
              <p:cNvPr id="271" name="Google Shape;271;p1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" name="Google Shape;273;p16"/>
            <p:cNvGrpSpPr/>
            <p:nvPr/>
          </p:nvGrpSpPr>
          <p:grpSpPr>
            <a:xfrm>
              <a:off x="7397824" y="-492526"/>
              <a:ext cx="1345775" cy="914755"/>
              <a:chOff x="2264799" y="3654374"/>
              <a:chExt cx="1345775" cy="914755"/>
            </a:xfrm>
          </p:grpSpPr>
          <p:sp>
            <p:nvSpPr>
              <p:cNvPr id="274" name="Google Shape;274;p1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7"/>
          <p:cNvSpPr txBox="1">
            <a:spLocks noGrp="1"/>
          </p:cNvSpPr>
          <p:nvPr>
            <p:ph type="title"/>
          </p:nvPr>
        </p:nvSpPr>
        <p:spPr>
          <a:xfrm>
            <a:off x="1226400" y="3128675"/>
            <a:ext cx="6691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"/>
          </p:nvPr>
        </p:nvSpPr>
        <p:spPr>
          <a:xfrm>
            <a:off x="1226400" y="1429225"/>
            <a:ext cx="6691200" cy="15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82" name="Google Shape;282;p17"/>
          <p:cNvGrpSpPr/>
          <p:nvPr/>
        </p:nvGrpSpPr>
        <p:grpSpPr>
          <a:xfrm>
            <a:off x="-312476" y="134499"/>
            <a:ext cx="9211500" cy="5489485"/>
            <a:chOff x="-312476" y="134499"/>
            <a:chExt cx="9211500" cy="5489485"/>
          </a:xfrm>
        </p:grpSpPr>
        <p:grpSp>
          <p:nvGrpSpPr>
            <p:cNvPr id="283" name="Google Shape;283;p17"/>
            <p:cNvGrpSpPr/>
            <p:nvPr/>
          </p:nvGrpSpPr>
          <p:grpSpPr>
            <a:xfrm>
              <a:off x="-312476" y="3790474"/>
              <a:ext cx="2577275" cy="1833510"/>
              <a:chOff x="781874" y="1294774"/>
              <a:chExt cx="2577275" cy="1833510"/>
            </a:xfrm>
          </p:grpSpPr>
          <p:sp>
            <p:nvSpPr>
              <p:cNvPr id="284" name="Google Shape;284;p17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7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7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7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4" name="Google Shape;294;p17"/>
            <p:cNvGrpSpPr/>
            <p:nvPr/>
          </p:nvGrpSpPr>
          <p:grpSpPr>
            <a:xfrm>
              <a:off x="7962514" y="1163280"/>
              <a:ext cx="936510" cy="688006"/>
              <a:chOff x="3235964" y="2587955"/>
              <a:chExt cx="936510" cy="688006"/>
            </a:xfrm>
          </p:grpSpPr>
          <p:sp>
            <p:nvSpPr>
              <p:cNvPr id="295" name="Google Shape;295;p1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17"/>
            <p:cNvGrpSpPr/>
            <p:nvPr/>
          </p:nvGrpSpPr>
          <p:grpSpPr>
            <a:xfrm>
              <a:off x="6905474" y="134499"/>
              <a:ext cx="1345775" cy="914755"/>
              <a:chOff x="2264799" y="3654374"/>
              <a:chExt cx="1345775" cy="914755"/>
            </a:xfrm>
          </p:grpSpPr>
          <p:sp>
            <p:nvSpPr>
              <p:cNvPr id="298" name="Google Shape;298;p1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8"/>
          <p:cNvGrpSpPr/>
          <p:nvPr/>
        </p:nvGrpSpPr>
        <p:grpSpPr>
          <a:xfrm>
            <a:off x="5605824" y="-266076"/>
            <a:ext cx="3292925" cy="5294770"/>
            <a:chOff x="5605824" y="-266076"/>
            <a:chExt cx="3292925" cy="5294770"/>
          </a:xfrm>
        </p:grpSpPr>
        <p:grpSp>
          <p:nvGrpSpPr>
            <p:cNvPr id="304" name="Google Shape;304;p18"/>
            <p:cNvGrpSpPr/>
            <p:nvPr/>
          </p:nvGrpSpPr>
          <p:grpSpPr>
            <a:xfrm>
              <a:off x="5605824" y="-266076"/>
              <a:ext cx="2577275" cy="1833510"/>
              <a:chOff x="781874" y="1294774"/>
              <a:chExt cx="2577275" cy="1833510"/>
            </a:xfrm>
          </p:grpSpPr>
          <p:sp>
            <p:nvSpPr>
              <p:cNvPr id="305" name="Google Shape;305;p1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>
              <a:off x="7962803" y="3199534"/>
              <a:ext cx="935946" cy="1829159"/>
              <a:chOff x="4738303" y="2514672"/>
              <a:chExt cx="935946" cy="1829159"/>
            </a:xfrm>
          </p:grpSpPr>
          <p:sp>
            <p:nvSpPr>
              <p:cNvPr id="316" name="Google Shape;316;p1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2" name="Google Shape;322;p18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18"/>
          <p:cNvSpPr txBox="1">
            <a:spLocks noGrp="1"/>
          </p:cNvSpPr>
          <p:nvPr>
            <p:ph type="title"/>
          </p:nvPr>
        </p:nvSpPr>
        <p:spPr>
          <a:xfrm>
            <a:off x="720000" y="836175"/>
            <a:ext cx="35196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1"/>
          </p:nvPr>
        </p:nvSpPr>
        <p:spPr>
          <a:xfrm>
            <a:off x="720000" y="3132225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>
            <a:spLocks noGrp="1"/>
          </p:cNvSpPr>
          <p:nvPr>
            <p:ph type="title"/>
          </p:nvPr>
        </p:nvSpPr>
        <p:spPr>
          <a:xfrm>
            <a:off x="720000" y="1435213"/>
            <a:ext cx="31035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subTitle" idx="1"/>
          </p:nvPr>
        </p:nvSpPr>
        <p:spPr>
          <a:xfrm>
            <a:off x="720000" y="2543688"/>
            <a:ext cx="3103500" cy="11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8" name="Google Shape;328;p19"/>
          <p:cNvGrpSpPr/>
          <p:nvPr/>
        </p:nvGrpSpPr>
        <p:grpSpPr>
          <a:xfrm>
            <a:off x="876149" y="-589501"/>
            <a:ext cx="6689450" cy="6267410"/>
            <a:chOff x="876149" y="-589501"/>
            <a:chExt cx="6689450" cy="6267410"/>
          </a:xfrm>
        </p:grpSpPr>
        <p:grpSp>
          <p:nvGrpSpPr>
            <p:cNvPr id="329" name="Google Shape;329;p19"/>
            <p:cNvGrpSpPr/>
            <p:nvPr/>
          </p:nvGrpSpPr>
          <p:grpSpPr>
            <a:xfrm>
              <a:off x="876149" y="3844399"/>
              <a:ext cx="2577275" cy="1833510"/>
              <a:chOff x="781874" y="1294774"/>
              <a:chExt cx="2577275" cy="1833510"/>
            </a:xfrm>
          </p:grpSpPr>
          <p:sp>
            <p:nvSpPr>
              <p:cNvPr id="330" name="Google Shape;330;p1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9"/>
            <p:cNvGrpSpPr/>
            <p:nvPr/>
          </p:nvGrpSpPr>
          <p:grpSpPr>
            <a:xfrm>
              <a:off x="6629653" y="-589501"/>
              <a:ext cx="935946" cy="1829159"/>
              <a:chOff x="4738303" y="2509949"/>
              <a:chExt cx="935946" cy="1829159"/>
            </a:xfrm>
          </p:grpSpPr>
          <p:sp>
            <p:nvSpPr>
              <p:cNvPr id="341" name="Google Shape;341;p1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>
            <a:spLocks noGrp="1"/>
          </p:cNvSpPr>
          <p:nvPr>
            <p:ph type="title"/>
          </p:nvPr>
        </p:nvSpPr>
        <p:spPr>
          <a:xfrm>
            <a:off x="4038175" y="1712763"/>
            <a:ext cx="3968100" cy="6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20"/>
          <p:cNvSpPr txBox="1">
            <a:spLocks noGrp="1"/>
          </p:cNvSpPr>
          <p:nvPr>
            <p:ph type="subTitle" idx="1"/>
          </p:nvPr>
        </p:nvSpPr>
        <p:spPr>
          <a:xfrm>
            <a:off x="4038375" y="2399638"/>
            <a:ext cx="3968100" cy="10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0" name="Google Shape;350;p20"/>
          <p:cNvGrpSpPr/>
          <p:nvPr/>
        </p:nvGrpSpPr>
        <p:grpSpPr>
          <a:xfrm>
            <a:off x="-627601" y="-377251"/>
            <a:ext cx="7883675" cy="5333955"/>
            <a:chOff x="-627601" y="-377251"/>
            <a:chExt cx="7883675" cy="5333955"/>
          </a:xfrm>
        </p:grpSpPr>
        <p:grpSp>
          <p:nvGrpSpPr>
            <p:cNvPr id="351" name="Google Shape;351;p20"/>
            <p:cNvGrpSpPr/>
            <p:nvPr/>
          </p:nvGrpSpPr>
          <p:grpSpPr>
            <a:xfrm>
              <a:off x="-627601" y="-377251"/>
              <a:ext cx="2577275" cy="1833510"/>
              <a:chOff x="781874" y="1294774"/>
              <a:chExt cx="2577275" cy="1833510"/>
            </a:xfrm>
          </p:grpSpPr>
          <p:sp>
            <p:nvSpPr>
              <p:cNvPr id="352" name="Google Shape;352;p2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20"/>
            <p:cNvGrpSpPr/>
            <p:nvPr/>
          </p:nvGrpSpPr>
          <p:grpSpPr>
            <a:xfrm>
              <a:off x="5910299" y="4041949"/>
              <a:ext cx="1345775" cy="914755"/>
              <a:chOff x="2264799" y="3654374"/>
              <a:chExt cx="1345775" cy="914755"/>
            </a:xfrm>
          </p:grpSpPr>
          <p:sp>
            <p:nvSpPr>
              <p:cNvPr id="363" name="Google Shape;363;p20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1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>
            <a:spLocks noGrp="1"/>
          </p:cNvSpPr>
          <p:nvPr>
            <p:ph type="title"/>
          </p:nvPr>
        </p:nvSpPr>
        <p:spPr>
          <a:xfrm>
            <a:off x="1222825" y="1801800"/>
            <a:ext cx="4193100" cy="7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1"/>
          <p:cNvSpPr txBox="1">
            <a:spLocks noGrp="1"/>
          </p:cNvSpPr>
          <p:nvPr>
            <p:ph type="subTitle" idx="1"/>
          </p:nvPr>
        </p:nvSpPr>
        <p:spPr>
          <a:xfrm>
            <a:off x="1222825" y="2543700"/>
            <a:ext cx="4193100" cy="9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21"/>
          <p:cNvGrpSpPr/>
          <p:nvPr/>
        </p:nvGrpSpPr>
        <p:grpSpPr>
          <a:xfrm>
            <a:off x="150003" y="-316120"/>
            <a:ext cx="9703996" cy="3951429"/>
            <a:chOff x="150003" y="-316120"/>
            <a:chExt cx="9703996" cy="3951429"/>
          </a:xfrm>
        </p:grpSpPr>
        <p:grpSp>
          <p:nvGrpSpPr>
            <p:cNvPr id="371" name="Google Shape;371;p21"/>
            <p:cNvGrpSpPr/>
            <p:nvPr/>
          </p:nvGrpSpPr>
          <p:grpSpPr>
            <a:xfrm>
              <a:off x="7276724" y="1801799"/>
              <a:ext cx="2577275" cy="1833510"/>
              <a:chOff x="781874" y="1294774"/>
              <a:chExt cx="2577275" cy="1833510"/>
            </a:xfrm>
          </p:grpSpPr>
          <p:sp>
            <p:nvSpPr>
              <p:cNvPr id="372" name="Google Shape;372;p2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2" name="Google Shape;382;p21"/>
            <p:cNvGrpSpPr/>
            <p:nvPr/>
          </p:nvGrpSpPr>
          <p:grpSpPr>
            <a:xfrm>
              <a:off x="1328289" y="-316120"/>
              <a:ext cx="936510" cy="688006"/>
              <a:chOff x="3235964" y="2587955"/>
              <a:chExt cx="936510" cy="688006"/>
            </a:xfrm>
          </p:grpSpPr>
          <p:sp>
            <p:nvSpPr>
              <p:cNvPr id="383" name="Google Shape;383;p2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5" name="Google Shape;385;p21"/>
            <p:cNvGrpSpPr/>
            <p:nvPr/>
          </p:nvGrpSpPr>
          <p:grpSpPr>
            <a:xfrm>
              <a:off x="150003" y="142474"/>
              <a:ext cx="935946" cy="1829159"/>
              <a:chOff x="4738303" y="2509949"/>
              <a:chExt cx="935946" cy="1829159"/>
            </a:xfrm>
          </p:grpSpPr>
          <p:sp>
            <p:nvSpPr>
              <p:cNvPr id="386" name="Google Shape;386;p2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2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50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95" name="Google Shape;395;p22"/>
          <p:cNvGrpSpPr/>
          <p:nvPr/>
        </p:nvGrpSpPr>
        <p:grpSpPr>
          <a:xfrm>
            <a:off x="6492739" y="2722049"/>
            <a:ext cx="3057485" cy="2798710"/>
            <a:chOff x="6492739" y="2722049"/>
            <a:chExt cx="3057485" cy="2798710"/>
          </a:xfrm>
        </p:grpSpPr>
        <p:grpSp>
          <p:nvGrpSpPr>
            <p:cNvPr id="396" name="Google Shape;396;p22"/>
            <p:cNvGrpSpPr/>
            <p:nvPr/>
          </p:nvGrpSpPr>
          <p:grpSpPr>
            <a:xfrm>
              <a:off x="6972949" y="3687249"/>
              <a:ext cx="2577275" cy="1833510"/>
              <a:chOff x="781874" y="1294774"/>
              <a:chExt cx="2577275" cy="1833510"/>
            </a:xfrm>
          </p:grpSpPr>
          <p:sp>
            <p:nvSpPr>
              <p:cNvPr id="397" name="Google Shape;397;p2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" name="Google Shape;407;p22"/>
            <p:cNvGrpSpPr/>
            <p:nvPr/>
          </p:nvGrpSpPr>
          <p:grpSpPr>
            <a:xfrm>
              <a:off x="6492739" y="4117380"/>
              <a:ext cx="936510" cy="688006"/>
              <a:chOff x="3235964" y="2587955"/>
              <a:chExt cx="936510" cy="688006"/>
            </a:xfrm>
          </p:grpSpPr>
          <p:sp>
            <p:nvSpPr>
              <p:cNvPr id="408" name="Google Shape;408;p2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0" name="Google Shape;410;p22"/>
            <p:cNvGrpSpPr/>
            <p:nvPr/>
          </p:nvGrpSpPr>
          <p:grpSpPr>
            <a:xfrm>
              <a:off x="7429249" y="2722049"/>
              <a:ext cx="1345775" cy="914755"/>
              <a:chOff x="2264799" y="3654374"/>
              <a:chExt cx="1345775" cy="914755"/>
            </a:xfrm>
          </p:grpSpPr>
          <p:sp>
            <p:nvSpPr>
              <p:cNvPr id="411" name="Google Shape;411;p2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 txBox="1">
            <a:spLocks noGrp="1"/>
          </p:cNvSpPr>
          <p:nvPr>
            <p:ph type="subTitle" idx="1"/>
          </p:nvPr>
        </p:nvSpPr>
        <p:spPr>
          <a:xfrm>
            <a:off x="4973485" y="2787779"/>
            <a:ext cx="3020100" cy="1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3"/>
          <p:cNvSpPr txBox="1">
            <a:spLocks noGrp="1"/>
          </p:cNvSpPr>
          <p:nvPr>
            <p:ph type="subTitle" idx="2"/>
          </p:nvPr>
        </p:nvSpPr>
        <p:spPr>
          <a:xfrm>
            <a:off x="1150407" y="2787779"/>
            <a:ext cx="3020100" cy="1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3"/>
          <p:cNvSpPr txBox="1">
            <a:spLocks noGrp="1"/>
          </p:cNvSpPr>
          <p:nvPr>
            <p:ph type="subTitle" idx="3"/>
          </p:nvPr>
        </p:nvSpPr>
        <p:spPr>
          <a:xfrm>
            <a:off x="1150408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9" name="Google Shape;419;p23"/>
          <p:cNvSpPr txBox="1">
            <a:spLocks noGrp="1"/>
          </p:cNvSpPr>
          <p:nvPr>
            <p:ph type="subTitle" idx="4"/>
          </p:nvPr>
        </p:nvSpPr>
        <p:spPr>
          <a:xfrm>
            <a:off x="4973493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20" name="Google Shape;42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21" name="Google Shape;421;p23"/>
          <p:cNvGrpSpPr/>
          <p:nvPr/>
        </p:nvGrpSpPr>
        <p:grpSpPr>
          <a:xfrm>
            <a:off x="-625776" y="3465724"/>
            <a:ext cx="9463650" cy="2543548"/>
            <a:chOff x="-625776" y="3465724"/>
            <a:chExt cx="9463650" cy="2543548"/>
          </a:xfrm>
        </p:grpSpPr>
        <p:grpSp>
          <p:nvGrpSpPr>
            <p:cNvPr id="422" name="Google Shape;422;p23"/>
            <p:cNvGrpSpPr/>
            <p:nvPr/>
          </p:nvGrpSpPr>
          <p:grpSpPr>
            <a:xfrm>
              <a:off x="1927011" y="4175761"/>
              <a:ext cx="2577275" cy="1833510"/>
              <a:chOff x="781874" y="1294774"/>
              <a:chExt cx="2577275" cy="1833510"/>
            </a:xfrm>
          </p:grpSpPr>
          <p:sp>
            <p:nvSpPr>
              <p:cNvPr id="423" name="Google Shape;423;p2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23"/>
            <p:cNvGrpSpPr/>
            <p:nvPr/>
          </p:nvGrpSpPr>
          <p:grpSpPr>
            <a:xfrm>
              <a:off x="7901928" y="3813647"/>
              <a:ext cx="935946" cy="1829159"/>
              <a:chOff x="4738303" y="2514672"/>
              <a:chExt cx="935946" cy="1829159"/>
            </a:xfrm>
          </p:grpSpPr>
          <p:sp>
            <p:nvSpPr>
              <p:cNvPr id="434" name="Google Shape;434;p2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" name="Google Shape;440;p23"/>
            <p:cNvGrpSpPr/>
            <p:nvPr/>
          </p:nvGrpSpPr>
          <p:grpSpPr>
            <a:xfrm>
              <a:off x="-625776" y="3465724"/>
              <a:ext cx="1345775" cy="914755"/>
              <a:chOff x="2264799" y="3654374"/>
              <a:chExt cx="1345775" cy="914755"/>
            </a:xfrm>
          </p:grpSpPr>
          <p:sp>
            <p:nvSpPr>
              <p:cNvPr id="441" name="Google Shape;441;p2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"/>
          <p:cNvSpPr txBox="1">
            <a:spLocks noGrp="1"/>
          </p:cNvSpPr>
          <p:nvPr>
            <p:ph type="subTitle" idx="1"/>
          </p:nvPr>
        </p:nvSpPr>
        <p:spPr>
          <a:xfrm>
            <a:off x="4832078" y="1667625"/>
            <a:ext cx="3254100" cy="22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24"/>
          <p:cNvSpPr txBox="1">
            <a:spLocks noGrp="1"/>
          </p:cNvSpPr>
          <p:nvPr>
            <p:ph type="subTitle" idx="2"/>
          </p:nvPr>
        </p:nvSpPr>
        <p:spPr>
          <a:xfrm>
            <a:off x="1057900" y="1667625"/>
            <a:ext cx="3254100" cy="22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9" name="Google Shape;449;p24"/>
          <p:cNvGrpSpPr/>
          <p:nvPr/>
        </p:nvGrpSpPr>
        <p:grpSpPr>
          <a:xfrm>
            <a:off x="965824" y="3077647"/>
            <a:ext cx="7932925" cy="1846320"/>
            <a:chOff x="965824" y="3077647"/>
            <a:chExt cx="7932925" cy="1846320"/>
          </a:xfrm>
        </p:grpSpPr>
        <p:grpSp>
          <p:nvGrpSpPr>
            <p:cNvPr id="450" name="Google Shape;450;p24"/>
            <p:cNvGrpSpPr/>
            <p:nvPr/>
          </p:nvGrpSpPr>
          <p:grpSpPr>
            <a:xfrm>
              <a:off x="7962803" y="3077647"/>
              <a:ext cx="935946" cy="1829159"/>
              <a:chOff x="4738303" y="2514672"/>
              <a:chExt cx="935946" cy="1829159"/>
            </a:xfrm>
          </p:grpSpPr>
          <p:sp>
            <p:nvSpPr>
              <p:cNvPr id="451" name="Google Shape;451;p2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7" name="Google Shape;457;p24"/>
            <p:cNvGrpSpPr/>
            <p:nvPr/>
          </p:nvGrpSpPr>
          <p:grpSpPr>
            <a:xfrm>
              <a:off x="965824" y="4009211"/>
              <a:ext cx="1345775" cy="914755"/>
              <a:chOff x="2264799" y="3654374"/>
              <a:chExt cx="1345775" cy="914755"/>
            </a:xfrm>
          </p:grpSpPr>
          <p:sp>
            <p:nvSpPr>
              <p:cNvPr id="458" name="Google Shape;458;p2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"/>
          <p:cNvSpPr txBox="1">
            <a:spLocks noGrp="1"/>
          </p:cNvSpPr>
          <p:nvPr>
            <p:ph type="subTitle" idx="1"/>
          </p:nvPr>
        </p:nvSpPr>
        <p:spPr>
          <a:xfrm>
            <a:off x="713225" y="2992402"/>
            <a:ext cx="23562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5"/>
          <p:cNvSpPr txBox="1">
            <a:spLocks noGrp="1"/>
          </p:cNvSpPr>
          <p:nvPr>
            <p:ph type="subTitle" idx="2"/>
          </p:nvPr>
        </p:nvSpPr>
        <p:spPr>
          <a:xfrm>
            <a:off x="3393900" y="2992402"/>
            <a:ext cx="23562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5"/>
          <p:cNvSpPr txBox="1">
            <a:spLocks noGrp="1"/>
          </p:cNvSpPr>
          <p:nvPr>
            <p:ph type="subTitle" idx="3"/>
          </p:nvPr>
        </p:nvSpPr>
        <p:spPr>
          <a:xfrm>
            <a:off x="6074574" y="2992402"/>
            <a:ext cx="23562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5"/>
          <p:cNvSpPr txBox="1">
            <a:spLocks noGrp="1"/>
          </p:cNvSpPr>
          <p:nvPr>
            <p:ph type="subTitle" idx="4"/>
          </p:nvPr>
        </p:nvSpPr>
        <p:spPr>
          <a:xfrm>
            <a:off x="713225" y="2332400"/>
            <a:ext cx="23562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7" name="Google Shape;467;p25"/>
          <p:cNvSpPr txBox="1">
            <a:spLocks noGrp="1"/>
          </p:cNvSpPr>
          <p:nvPr>
            <p:ph type="subTitle" idx="5"/>
          </p:nvPr>
        </p:nvSpPr>
        <p:spPr>
          <a:xfrm>
            <a:off x="3393900" y="2332400"/>
            <a:ext cx="23562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8" name="Google Shape;468;p25"/>
          <p:cNvSpPr txBox="1">
            <a:spLocks noGrp="1"/>
          </p:cNvSpPr>
          <p:nvPr>
            <p:ph type="subTitle" idx="6"/>
          </p:nvPr>
        </p:nvSpPr>
        <p:spPr>
          <a:xfrm>
            <a:off x="6074575" y="2332400"/>
            <a:ext cx="23562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9" name="Google Shape;46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70" name="Google Shape;470;p25"/>
          <p:cNvGrpSpPr/>
          <p:nvPr/>
        </p:nvGrpSpPr>
        <p:grpSpPr>
          <a:xfrm>
            <a:off x="-391401" y="1603297"/>
            <a:ext cx="9868275" cy="4284737"/>
            <a:chOff x="-391401" y="1603297"/>
            <a:chExt cx="9868275" cy="4284737"/>
          </a:xfrm>
        </p:grpSpPr>
        <p:grpSp>
          <p:nvGrpSpPr>
            <p:cNvPr id="471" name="Google Shape;471;p25"/>
            <p:cNvGrpSpPr/>
            <p:nvPr/>
          </p:nvGrpSpPr>
          <p:grpSpPr>
            <a:xfrm>
              <a:off x="-391401" y="4054524"/>
              <a:ext cx="2577275" cy="1833510"/>
              <a:chOff x="781874" y="1294774"/>
              <a:chExt cx="2577275" cy="1833510"/>
            </a:xfrm>
          </p:grpSpPr>
          <p:sp>
            <p:nvSpPr>
              <p:cNvPr id="472" name="Google Shape;472;p2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" name="Google Shape;482;p25"/>
            <p:cNvGrpSpPr/>
            <p:nvPr/>
          </p:nvGrpSpPr>
          <p:grpSpPr>
            <a:xfrm>
              <a:off x="7394764" y="4054530"/>
              <a:ext cx="936510" cy="688006"/>
              <a:chOff x="3235964" y="2587955"/>
              <a:chExt cx="936510" cy="688006"/>
            </a:xfrm>
          </p:grpSpPr>
          <p:sp>
            <p:nvSpPr>
              <p:cNvPr id="483" name="Google Shape;483;p25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5" name="Google Shape;485;p25"/>
            <p:cNvGrpSpPr/>
            <p:nvPr/>
          </p:nvGrpSpPr>
          <p:grpSpPr>
            <a:xfrm>
              <a:off x="8540928" y="1603297"/>
              <a:ext cx="935946" cy="1829159"/>
              <a:chOff x="4738303" y="2514672"/>
              <a:chExt cx="935946" cy="1829159"/>
            </a:xfrm>
          </p:grpSpPr>
          <p:sp>
            <p:nvSpPr>
              <p:cNvPr id="486" name="Google Shape;486;p25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2" name="Google Shape;492;p25"/>
            <p:cNvGrpSpPr/>
            <p:nvPr/>
          </p:nvGrpSpPr>
          <p:grpSpPr>
            <a:xfrm>
              <a:off x="4915099" y="4146624"/>
              <a:ext cx="1345775" cy="914755"/>
              <a:chOff x="2264799" y="3654374"/>
              <a:chExt cx="1345775" cy="914755"/>
            </a:xfrm>
          </p:grpSpPr>
          <p:sp>
            <p:nvSpPr>
              <p:cNvPr id="493" name="Google Shape;493;p2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6"/>
          <p:cNvSpPr txBox="1">
            <a:spLocks noGrp="1"/>
          </p:cNvSpPr>
          <p:nvPr>
            <p:ph type="subTitle" idx="1"/>
          </p:nvPr>
        </p:nvSpPr>
        <p:spPr>
          <a:xfrm>
            <a:off x="2319753" y="1942803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26"/>
          <p:cNvSpPr txBox="1">
            <a:spLocks noGrp="1"/>
          </p:cNvSpPr>
          <p:nvPr>
            <p:ph type="subTitle" idx="2"/>
          </p:nvPr>
        </p:nvSpPr>
        <p:spPr>
          <a:xfrm>
            <a:off x="5467047" y="1942803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26"/>
          <p:cNvSpPr txBox="1">
            <a:spLocks noGrp="1"/>
          </p:cNvSpPr>
          <p:nvPr>
            <p:ph type="subTitle" idx="3"/>
          </p:nvPr>
        </p:nvSpPr>
        <p:spPr>
          <a:xfrm>
            <a:off x="2319753" y="3357078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26"/>
          <p:cNvSpPr txBox="1">
            <a:spLocks noGrp="1"/>
          </p:cNvSpPr>
          <p:nvPr>
            <p:ph type="subTitle" idx="4"/>
          </p:nvPr>
        </p:nvSpPr>
        <p:spPr>
          <a:xfrm>
            <a:off x="5467047" y="3357078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6"/>
          <p:cNvSpPr txBox="1">
            <a:spLocks noGrp="1"/>
          </p:cNvSpPr>
          <p:nvPr>
            <p:ph type="subTitle" idx="5"/>
          </p:nvPr>
        </p:nvSpPr>
        <p:spPr>
          <a:xfrm>
            <a:off x="2319753" y="1537106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3" name="Google Shape;503;p26"/>
          <p:cNvSpPr txBox="1">
            <a:spLocks noGrp="1"/>
          </p:cNvSpPr>
          <p:nvPr>
            <p:ph type="subTitle" idx="6"/>
          </p:nvPr>
        </p:nvSpPr>
        <p:spPr>
          <a:xfrm>
            <a:off x="2319753" y="2951481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4" name="Google Shape;504;p26"/>
          <p:cNvSpPr txBox="1">
            <a:spLocks noGrp="1"/>
          </p:cNvSpPr>
          <p:nvPr>
            <p:ph type="subTitle" idx="7"/>
          </p:nvPr>
        </p:nvSpPr>
        <p:spPr>
          <a:xfrm>
            <a:off x="5467043" y="1537106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5" name="Google Shape;505;p26"/>
          <p:cNvSpPr txBox="1">
            <a:spLocks noGrp="1"/>
          </p:cNvSpPr>
          <p:nvPr>
            <p:ph type="subTitle" idx="8"/>
          </p:nvPr>
        </p:nvSpPr>
        <p:spPr>
          <a:xfrm>
            <a:off x="5467043" y="2951481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6" name="Google Shape;5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7" name="Google Shape;507;p26"/>
          <p:cNvGrpSpPr/>
          <p:nvPr/>
        </p:nvGrpSpPr>
        <p:grpSpPr>
          <a:xfrm>
            <a:off x="171639" y="3687249"/>
            <a:ext cx="9207610" cy="1833510"/>
            <a:chOff x="171639" y="3687249"/>
            <a:chExt cx="9207610" cy="1833510"/>
          </a:xfrm>
        </p:grpSpPr>
        <p:grpSp>
          <p:nvGrpSpPr>
            <p:cNvPr id="508" name="Google Shape;508;p26"/>
            <p:cNvGrpSpPr/>
            <p:nvPr/>
          </p:nvGrpSpPr>
          <p:grpSpPr>
            <a:xfrm>
              <a:off x="6801974" y="3687249"/>
              <a:ext cx="2577275" cy="1833510"/>
              <a:chOff x="781874" y="1294774"/>
              <a:chExt cx="2577275" cy="1833510"/>
            </a:xfrm>
          </p:grpSpPr>
          <p:sp>
            <p:nvSpPr>
              <p:cNvPr id="509" name="Google Shape;509;p26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6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6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9" name="Google Shape;519;p26"/>
            <p:cNvGrpSpPr/>
            <p:nvPr/>
          </p:nvGrpSpPr>
          <p:grpSpPr>
            <a:xfrm>
              <a:off x="171639" y="3767755"/>
              <a:ext cx="936510" cy="688006"/>
              <a:chOff x="3235964" y="2587955"/>
              <a:chExt cx="936510" cy="688006"/>
            </a:xfrm>
          </p:grpSpPr>
          <p:sp>
            <p:nvSpPr>
              <p:cNvPr id="520" name="Google Shape;520;p2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2" name="Google Shape;522;p26"/>
            <p:cNvGrpSpPr/>
            <p:nvPr/>
          </p:nvGrpSpPr>
          <p:grpSpPr>
            <a:xfrm>
              <a:off x="1108149" y="4146624"/>
              <a:ext cx="1345775" cy="914755"/>
              <a:chOff x="2264799" y="3654374"/>
              <a:chExt cx="1345775" cy="914755"/>
            </a:xfrm>
          </p:grpSpPr>
          <p:sp>
            <p:nvSpPr>
              <p:cNvPr id="523" name="Google Shape;523;p2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7"/>
          <p:cNvSpPr txBox="1">
            <a:spLocks noGrp="1"/>
          </p:cNvSpPr>
          <p:nvPr>
            <p:ph type="subTitle" idx="1"/>
          </p:nvPr>
        </p:nvSpPr>
        <p:spPr>
          <a:xfrm>
            <a:off x="726651" y="2073001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27"/>
          <p:cNvSpPr txBox="1">
            <a:spLocks noGrp="1"/>
          </p:cNvSpPr>
          <p:nvPr>
            <p:ph type="subTitle" idx="2"/>
          </p:nvPr>
        </p:nvSpPr>
        <p:spPr>
          <a:xfrm>
            <a:off x="3474109" y="2073001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27"/>
          <p:cNvSpPr txBox="1">
            <a:spLocks noGrp="1"/>
          </p:cNvSpPr>
          <p:nvPr>
            <p:ph type="subTitle" idx="3"/>
          </p:nvPr>
        </p:nvSpPr>
        <p:spPr>
          <a:xfrm>
            <a:off x="726651" y="350322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27"/>
          <p:cNvSpPr txBox="1">
            <a:spLocks noGrp="1"/>
          </p:cNvSpPr>
          <p:nvPr>
            <p:ph type="subTitle" idx="4"/>
          </p:nvPr>
        </p:nvSpPr>
        <p:spPr>
          <a:xfrm>
            <a:off x="3474109" y="350322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27"/>
          <p:cNvSpPr txBox="1">
            <a:spLocks noGrp="1"/>
          </p:cNvSpPr>
          <p:nvPr>
            <p:ph type="subTitle" idx="5"/>
          </p:nvPr>
        </p:nvSpPr>
        <p:spPr>
          <a:xfrm>
            <a:off x="6221568" y="2073001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27"/>
          <p:cNvSpPr txBox="1">
            <a:spLocks noGrp="1"/>
          </p:cNvSpPr>
          <p:nvPr>
            <p:ph type="subTitle" idx="6"/>
          </p:nvPr>
        </p:nvSpPr>
        <p:spPr>
          <a:xfrm>
            <a:off x="6221568" y="350322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27"/>
          <p:cNvSpPr txBox="1">
            <a:spLocks noGrp="1"/>
          </p:cNvSpPr>
          <p:nvPr>
            <p:ph type="subTitle" idx="7"/>
          </p:nvPr>
        </p:nvSpPr>
        <p:spPr>
          <a:xfrm>
            <a:off x="730989" y="16566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5" name="Google Shape;535;p27"/>
          <p:cNvSpPr txBox="1">
            <a:spLocks noGrp="1"/>
          </p:cNvSpPr>
          <p:nvPr>
            <p:ph type="subTitle" idx="8"/>
          </p:nvPr>
        </p:nvSpPr>
        <p:spPr>
          <a:xfrm>
            <a:off x="3478447" y="16566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6" name="Google Shape;536;p27"/>
          <p:cNvSpPr txBox="1">
            <a:spLocks noGrp="1"/>
          </p:cNvSpPr>
          <p:nvPr>
            <p:ph type="subTitle" idx="9"/>
          </p:nvPr>
        </p:nvSpPr>
        <p:spPr>
          <a:xfrm>
            <a:off x="6225906" y="16566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7" name="Google Shape;537;p27"/>
          <p:cNvSpPr txBox="1">
            <a:spLocks noGrp="1"/>
          </p:cNvSpPr>
          <p:nvPr>
            <p:ph type="subTitle" idx="13"/>
          </p:nvPr>
        </p:nvSpPr>
        <p:spPr>
          <a:xfrm>
            <a:off x="730989" y="30868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8" name="Google Shape;538;p27"/>
          <p:cNvSpPr txBox="1">
            <a:spLocks noGrp="1"/>
          </p:cNvSpPr>
          <p:nvPr>
            <p:ph type="subTitle" idx="14"/>
          </p:nvPr>
        </p:nvSpPr>
        <p:spPr>
          <a:xfrm>
            <a:off x="3478447" y="30868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9" name="Google Shape;539;p27"/>
          <p:cNvSpPr txBox="1">
            <a:spLocks noGrp="1"/>
          </p:cNvSpPr>
          <p:nvPr>
            <p:ph type="subTitle" idx="15"/>
          </p:nvPr>
        </p:nvSpPr>
        <p:spPr>
          <a:xfrm>
            <a:off x="6225906" y="30868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40" name="Google Shape;54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7"/>
          <p:cNvGrpSpPr/>
          <p:nvPr/>
        </p:nvGrpSpPr>
        <p:grpSpPr>
          <a:xfrm>
            <a:off x="324089" y="4387674"/>
            <a:ext cx="8509210" cy="926987"/>
            <a:chOff x="313264" y="4021024"/>
            <a:chExt cx="8509210" cy="926987"/>
          </a:xfrm>
        </p:grpSpPr>
        <p:grpSp>
          <p:nvGrpSpPr>
            <p:cNvPr id="542" name="Google Shape;542;p27"/>
            <p:cNvGrpSpPr/>
            <p:nvPr/>
          </p:nvGrpSpPr>
          <p:grpSpPr>
            <a:xfrm>
              <a:off x="313264" y="4260005"/>
              <a:ext cx="936510" cy="688006"/>
              <a:chOff x="3235964" y="2587955"/>
              <a:chExt cx="936510" cy="688006"/>
            </a:xfrm>
          </p:grpSpPr>
          <p:sp>
            <p:nvSpPr>
              <p:cNvPr id="543" name="Google Shape;543;p2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27"/>
            <p:cNvGrpSpPr/>
            <p:nvPr/>
          </p:nvGrpSpPr>
          <p:grpSpPr>
            <a:xfrm>
              <a:off x="7476699" y="4021024"/>
              <a:ext cx="1345775" cy="914755"/>
              <a:chOff x="2264799" y="3654374"/>
              <a:chExt cx="1345775" cy="914755"/>
            </a:xfrm>
          </p:grpSpPr>
          <p:sp>
            <p:nvSpPr>
              <p:cNvPr id="546" name="Google Shape;546;p2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8"/>
          <p:cNvSpPr txBox="1">
            <a:spLocks noGrp="1"/>
          </p:cNvSpPr>
          <p:nvPr>
            <p:ph type="title" hasCustomPrompt="1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3" name="Google Shape;553;p28"/>
          <p:cNvSpPr txBox="1">
            <a:spLocks noGrp="1"/>
          </p:cNvSpPr>
          <p:nvPr>
            <p:ph type="subTitle" idx="1"/>
          </p:nvPr>
        </p:nvSpPr>
        <p:spPr>
          <a:xfrm>
            <a:off x="2223600" y="1327275"/>
            <a:ext cx="46968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4" name="Google Shape;554;p28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5" name="Google Shape;555;p28"/>
          <p:cNvSpPr txBox="1">
            <a:spLocks noGrp="1"/>
          </p:cNvSpPr>
          <p:nvPr>
            <p:ph type="subTitle" idx="3"/>
          </p:nvPr>
        </p:nvSpPr>
        <p:spPr>
          <a:xfrm>
            <a:off x="2223600" y="2679527"/>
            <a:ext cx="46968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6" name="Google Shape;556;p28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7" name="Google Shape;557;p28"/>
          <p:cNvSpPr txBox="1">
            <a:spLocks noGrp="1"/>
          </p:cNvSpPr>
          <p:nvPr>
            <p:ph type="subTitle" idx="5"/>
          </p:nvPr>
        </p:nvSpPr>
        <p:spPr>
          <a:xfrm>
            <a:off x="2223600" y="4031797"/>
            <a:ext cx="46968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8" name="Google Shape;558;p28"/>
          <p:cNvGrpSpPr/>
          <p:nvPr/>
        </p:nvGrpSpPr>
        <p:grpSpPr>
          <a:xfrm>
            <a:off x="202374" y="239324"/>
            <a:ext cx="9683050" cy="4722185"/>
            <a:chOff x="202374" y="239324"/>
            <a:chExt cx="9683050" cy="4722185"/>
          </a:xfrm>
        </p:grpSpPr>
        <p:grpSp>
          <p:nvGrpSpPr>
            <p:cNvPr id="559" name="Google Shape;559;p28"/>
            <p:cNvGrpSpPr/>
            <p:nvPr/>
          </p:nvGrpSpPr>
          <p:grpSpPr>
            <a:xfrm>
              <a:off x="7308149" y="3127999"/>
              <a:ext cx="2577275" cy="1833510"/>
              <a:chOff x="781874" y="1294774"/>
              <a:chExt cx="2577275" cy="1833510"/>
            </a:xfrm>
          </p:grpSpPr>
          <p:sp>
            <p:nvSpPr>
              <p:cNvPr id="560" name="Google Shape;560;p2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0" name="Google Shape;570;p28"/>
            <p:cNvGrpSpPr/>
            <p:nvPr/>
          </p:nvGrpSpPr>
          <p:grpSpPr>
            <a:xfrm>
              <a:off x="7918539" y="1927980"/>
              <a:ext cx="936510" cy="688006"/>
              <a:chOff x="3235964" y="2587955"/>
              <a:chExt cx="936510" cy="688006"/>
            </a:xfrm>
          </p:grpSpPr>
          <p:sp>
            <p:nvSpPr>
              <p:cNvPr id="571" name="Google Shape;571;p28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8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3" name="Google Shape;573;p28"/>
            <p:cNvGrpSpPr/>
            <p:nvPr/>
          </p:nvGrpSpPr>
          <p:grpSpPr>
            <a:xfrm>
              <a:off x="202378" y="3017522"/>
              <a:ext cx="935946" cy="1829159"/>
              <a:chOff x="4738303" y="2514672"/>
              <a:chExt cx="935946" cy="1829159"/>
            </a:xfrm>
          </p:grpSpPr>
          <p:sp>
            <p:nvSpPr>
              <p:cNvPr id="574" name="Google Shape;574;p2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580;p28"/>
            <p:cNvGrpSpPr/>
            <p:nvPr/>
          </p:nvGrpSpPr>
          <p:grpSpPr>
            <a:xfrm>
              <a:off x="202374" y="239324"/>
              <a:ext cx="1345775" cy="914755"/>
              <a:chOff x="2264799" y="3654374"/>
              <a:chExt cx="1345775" cy="914755"/>
            </a:xfrm>
          </p:grpSpPr>
          <p:sp>
            <p:nvSpPr>
              <p:cNvPr id="581" name="Google Shape;581;p2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9"/>
          <p:cNvSpPr txBox="1">
            <a:spLocks noGrp="1"/>
          </p:cNvSpPr>
          <p:nvPr>
            <p:ph type="title" hasCustomPrompt="1"/>
          </p:nvPr>
        </p:nvSpPr>
        <p:spPr>
          <a:xfrm>
            <a:off x="1147374" y="1581150"/>
            <a:ext cx="15441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7" name="Google Shape;587;p29"/>
          <p:cNvSpPr txBox="1">
            <a:spLocks noGrp="1"/>
          </p:cNvSpPr>
          <p:nvPr>
            <p:ph type="subTitle" idx="1"/>
          </p:nvPr>
        </p:nvSpPr>
        <p:spPr>
          <a:xfrm>
            <a:off x="720043" y="3248175"/>
            <a:ext cx="23988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8" name="Google Shape;588;p29"/>
          <p:cNvSpPr txBox="1">
            <a:spLocks noGrp="1"/>
          </p:cNvSpPr>
          <p:nvPr>
            <p:ph type="subTitle" idx="2"/>
          </p:nvPr>
        </p:nvSpPr>
        <p:spPr>
          <a:xfrm>
            <a:off x="720043" y="2751150"/>
            <a:ext cx="23988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29"/>
          <p:cNvSpPr txBox="1">
            <a:spLocks noGrp="1"/>
          </p:cNvSpPr>
          <p:nvPr>
            <p:ph type="title" idx="3" hasCustomPrompt="1"/>
          </p:nvPr>
        </p:nvSpPr>
        <p:spPr>
          <a:xfrm>
            <a:off x="3800538" y="1581150"/>
            <a:ext cx="1542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0" name="Google Shape;590;p29"/>
          <p:cNvSpPr txBox="1">
            <a:spLocks noGrp="1"/>
          </p:cNvSpPr>
          <p:nvPr>
            <p:ph type="subTitle" idx="4"/>
          </p:nvPr>
        </p:nvSpPr>
        <p:spPr>
          <a:xfrm>
            <a:off x="3372600" y="3248175"/>
            <a:ext cx="23988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1" name="Google Shape;591;p29"/>
          <p:cNvSpPr txBox="1">
            <a:spLocks noGrp="1"/>
          </p:cNvSpPr>
          <p:nvPr>
            <p:ph type="subTitle" idx="5"/>
          </p:nvPr>
        </p:nvSpPr>
        <p:spPr>
          <a:xfrm>
            <a:off x="3372600" y="2751150"/>
            <a:ext cx="23988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2" name="Google Shape;592;p29"/>
          <p:cNvSpPr txBox="1">
            <a:spLocks noGrp="1"/>
          </p:cNvSpPr>
          <p:nvPr>
            <p:ph type="title" idx="6" hasCustomPrompt="1"/>
          </p:nvPr>
        </p:nvSpPr>
        <p:spPr>
          <a:xfrm>
            <a:off x="6450528" y="1581150"/>
            <a:ext cx="1542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3" name="Google Shape;593;p29"/>
          <p:cNvSpPr txBox="1">
            <a:spLocks noGrp="1"/>
          </p:cNvSpPr>
          <p:nvPr>
            <p:ph type="subTitle" idx="7"/>
          </p:nvPr>
        </p:nvSpPr>
        <p:spPr>
          <a:xfrm>
            <a:off x="6025157" y="3248175"/>
            <a:ext cx="23988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4" name="Google Shape;594;p29"/>
          <p:cNvSpPr txBox="1">
            <a:spLocks noGrp="1"/>
          </p:cNvSpPr>
          <p:nvPr>
            <p:ph type="subTitle" idx="8"/>
          </p:nvPr>
        </p:nvSpPr>
        <p:spPr>
          <a:xfrm>
            <a:off x="6025157" y="2751150"/>
            <a:ext cx="23988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29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6" name="Google Shape;596;p29"/>
          <p:cNvGrpSpPr/>
          <p:nvPr/>
        </p:nvGrpSpPr>
        <p:grpSpPr>
          <a:xfrm>
            <a:off x="-184236" y="1886080"/>
            <a:ext cx="9122035" cy="4187626"/>
            <a:chOff x="-223286" y="1666105"/>
            <a:chExt cx="9122035" cy="4187626"/>
          </a:xfrm>
        </p:grpSpPr>
        <p:grpSp>
          <p:nvGrpSpPr>
            <p:cNvPr id="597" name="Google Shape;597;p29"/>
            <p:cNvGrpSpPr/>
            <p:nvPr/>
          </p:nvGrpSpPr>
          <p:grpSpPr>
            <a:xfrm>
              <a:off x="-223286" y="1666105"/>
              <a:ext cx="936510" cy="688006"/>
              <a:chOff x="3235964" y="2587955"/>
              <a:chExt cx="936510" cy="688006"/>
            </a:xfrm>
          </p:grpSpPr>
          <p:sp>
            <p:nvSpPr>
              <p:cNvPr id="598" name="Google Shape;598;p29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9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9"/>
            <p:cNvGrpSpPr/>
            <p:nvPr/>
          </p:nvGrpSpPr>
          <p:grpSpPr>
            <a:xfrm>
              <a:off x="7962803" y="4019849"/>
              <a:ext cx="935946" cy="1833882"/>
              <a:chOff x="4738303" y="2509949"/>
              <a:chExt cx="935946" cy="1833882"/>
            </a:xfrm>
          </p:grpSpPr>
          <p:sp>
            <p:nvSpPr>
              <p:cNvPr id="601" name="Google Shape;601;p2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0"/>
          <p:cNvSpPr txBox="1">
            <a:spLocks noGrp="1"/>
          </p:cNvSpPr>
          <p:nvPr>
            <p:ph type="title"/>
          </p:nvPr>
        </p:nvSpPr>
        <p:spPr>
          <a:xfrm>
            <a:off x="2347938" y="53847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30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30"/>
          <p:cNvSpPr txBox="1"/>
          <p:nvPr/>
        </p:nvSpPr>
        <p:spPr>
          <a:xfrm>
            <a:off x="1897650" y="3611950"/>
            <a:ext cx="5348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2" name="Google Shape;612;p30"/>
          <p:cNvGrpSpPr/>
          <p:nvPr/>
        </p:nvGrpSpPr>
        <p:grpSpPr>
          <a:xfrm>
            <a:off x="202378" y="1912824"/>
            <a:ext cx="9621246" cy="3038210"/>
            <a:chOff x="202378" y="1912824"/>
            <a:chExt cx="9621246" cy="3038210"/>
          </a:xfrm>
        </p:grpSpPr>
        <p:grpSp>
          <p:nvGrpSpPr>
            <p:cNvPr id="613" name="Google Shape;613;p30"/>
            <p:cNvGrpSpPr/>
            <p:nvPr/>
          </p:nvGrpSpPr>
          <p:grpSpPr>
            <a:xfrm>
              <a:off x="7246349" y="3117524"/>
              <a:ext cx="2577275" cy="1833510"/>
              <a:chOff x="781874" y="1294774"/>
              <a:chExt cx="2577275" cy="1833510"/>
            </a:xfrm>
          </p:grpSpPr>
          <p:sp>
            <p:nvSpPr>
              <p:cNvPr id="614" name="Google Shape;614;p3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4" name="Google Shape;624;p30"/>
            <p:cNvGrpSpPr/>
            <p:nvPr/>
          </p:nvGrpSpPr>
          <p:grpSpPr>
            <a:xfrm>
              <a:off x="202378" y="1912824"/>
              <a:ext cx="935946" cy="1833882"/>
              <a:chOff x="4738303" y="2509949"/>
              <a:chExt cx="935946" cy="1833882"/>
            </a:xfrm>
          </p:grpSpPr>
          <p:sp>
            <p:nvSpPr>
              <p:cNvPr id="625" name="Google Shape;625;p30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0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0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0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0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31"/>
          <p:cNvGrpSpPr/>
          <p:nvPr/>
        </p:nvGrpSpPr>
        <p:grpSpPr>
          <a:xfrm>
            <a:off x="-234251" y="-297501"/>
            <a:ext cx="9082600" cy="5165107"/>
            <a:chOff x="-234251" y="-297501"/>
            <a:chExt cx="9082600" cy="5165107"/>
          </a:xfrm>
        </p:grpSpPr>
        <p:grpSp>
          <p:nvGrpSpPr>
            <p:cNvPr id="634" name="Google Shape;634;p31"/>
            <p:cNvGrpSpPr/>
            <p:nvPr/>
          </p:nvGrpSpPr>
          <p:grpSpPr>
            <a:xfrm>
              <a:off x="-234251" y="-297501"/>
              <a:ext cx="2577275" cy="1833510"/>
              <a:chOff x="781874" y="1294774"/>
              <a:chExt cx="2577275" cy="1833510"/>
            </a:xfrm>
          </p:grpSpPr>
          <p:sp>
            <p:nvSpPr>
              <p:cNvPr id="635" name="Google Shape;635;p3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5" name="Google Shape;645;p31"/>
            <p:cNvGrpSpPr/>
            <p:nvPr/>
          </p:nvGrpSpPr>
          <p:grpSpPr>
            <a:xfrm>
              <a:off x="7866164" y="275255"/>
              <a:ext cx="936510" cy="688006"/>
              <a:chOff x="3235964" y="2587955"/>
              <a:chExt cx="936510" cy="688006"/>
            </a:xfrm>
          </p:grpSpPr>
          <p:sp>
            <p:nvSpPr>
              <p:cNvPr id="646" name="Google Shape;646;p3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8" name="Google Shape;648;p31"/>
            <p:cNvGrpSpPr/>
            <p:nvPr/>
          </p:nvGrpSpPr>
          <p:grpSpPr>
            <a:xfrm>
              <a:off x="7912403" y="3038447"/>
              <a:ext cx="935946" cy="1829159"/>
              <a:chOff x="4738303" y="2514672"/>
              <a:chExt cx="935946" cy="1829159"/>
            </a:xfrm>
          </p:grpSpPr>
          <p:sp>
            <p:nvSpPr>
              <p:cNvPr id="649" name="Google Shape;649;p31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1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1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5" name="Google Shape;655;p31"/>
            <p:cNvGrpSpPr/>
            <p:nvPr/>
          </p:nvGrpSpPr>
          <p:grpSpPr>
            <a:xfrm>
              <a:off x="381499" y="3884824"/>
              <a:ext cx="1345775" cy="914755"/>
              <a:chOff x="2264799" y="3654374"/>
              <a:chExt cx="1345775" cy="914755"/>
            </a:xfrm>
          </p:grpSpPr>
          <p:sp>
            <p:nvSpPr>
              <p:cNvPr id="656" name="Google Shape;656;p3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32"/>
          <p:cNvGrpSpPr/>
          <p:nvPr/>
        </p:nvGrpSpPr>
        <p:grpSpPr>
          <a:xfrm>
            <a:off x="159224" y="251905"/>
            <a:ext cx="8751975" cy="4709604"/>
            <a:chOff x="159224" y="251905"/>
            <a:chExt cx="8751975" cy="4709604"/>
          </a:xfrm>
        </p:grpSpPr>
        <p:grpSp>
          <p:nvGrpSpPr>
            <p:cNvPr id="662" name="Google Shape;662;p32"/>
            <p:cNvGrpSpPr/>
            <p:nvPr/>
          </p:nvGrpSpPr>
          <p:grpSpPr>
            <a:xfrm>
              <a:off x="6333924" y="3127999"/>
              <a:ext cx="2577275" cy="1833510"/>
              <a:chOff x="781874" y="1294774"/>
              <a:chExt cx="2577275" cy="1833510"/>
            </a:xfrm>
          </p:grpSpPr>
          <p:sp>
            <p:nvSpPr>
              <p:cNvPr id="663" name="Google Shape;663;p3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3" name="Google Shape;673;p32"/>
            <p:cNvGrpSpPr/>
            <p:nvPr/>
          </p:nvGrpSpPr>
          <p:grpSpPr>
            <a:xfrm>
              <a:off x="1580814" y="251905"/>
              <a:ext cx="936510" cy="688006"/>
              <a:chOff x="3235964" y="2587955"/>
              <a:chExt cx="936510" cy="688006"/>
            </a:xfrm>
          </p:grpSpPr>
          <p:sp>
            <p:nvSpPr>
              <p:cNvPr id="674" name="Google Shape;674;p3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6" name="Google Shape;676;p32"/>
            <p:cNvGrpSpPr/>
            <p:nvPr/>
          </p:nvGrpSpPr>
          <p:grpSpPr>
            <a:xfrm>
              <a:off x="307128" y="346247"/>
              <a:ext cx="935946" cy="1829159"/>
              <a:chOff x="4738303" y="2514672"/>
              <a:chExt cx="935946" cy="1829159"/>
            </a:xfrm>
          </p:grpSpPr>
          <p:sp>
            <p:nvSpPr>
              <p:cNvPr id="677" name="Google Shape;677;p32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3" name="Google Shape;683;p32"/>
            <p:cNvGrpSpPr/>
            <p:nvPr/>
          </p:nvGrpSpPr>
          <p:grpSpPr>
            <a:xfrm>
              <a:off x="159224" y="2418249"/>
              <a:ext cx="1345775" cy="914755"/>
              <a:chOff x="2264799" y="3654374"/>
              <a:chExt cx="1345775" cy="914755"/>
            </a:xfrm>
          </p:grpSpPr>
          <p:sp>
            <p:nvSpPr>
              <p:cNvPr id="684" name="Google Shape;684;p3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afalab.dfci.harvard.edu/dslibro/principios-de-visualizaci%C3%B3n-de-dato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3"/>
          <p:cNvSpPr txBox="1">
            <a:spLocks noGrp="1"/>
          </p:cNvSpPr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noProof="0" dirty="0"/>
              <a:t>Introduction to Data Science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noProof="0" dirty="0"/>
              <a:t>Session 10</a:t>
            </a:r>
          </a:p>
        </p:txBody>
      </p:sp>
      <p:sp>
        <p:nvSpPr>
          <p:cNvPr id="693" name="Google Shape;693;p33"/>
          <p:cNvSpPr txBox="1">
            <a:spLocks noGrp="1"/>
          </p:cNvSpPr>
          <p:nvPr>
            <p:ph type="subTitle" idx="1"/>
          </p:nvPr>
        </p:nvSpPr>
        <p:spPr>
          <a:xfrm>
            <a:off x="846900" y="38807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 dirty="0"/>
              <a:t>Prof. Hugo Hernandez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 dirty="0"/>
              <a:t>Prof. Giorgio Cunto</a:t>
            </a:r>
          </a:p>
        </p:txBody>
      </p:sp>
      <p:cxnSp>
        <p:nvCxnSpPr>
          <p:cNvPr id="694" name="Google Shape;694;p33"/>
          <p:cNvCxnSpPr/>
          <p:nvPr/>
        </p:nvCxnSpPr>
        <p:spPr>
          <a:xfrm>
            <a:off x="953922" y="352768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5" name="Google Shape;695;p33"/>
          <p:cNvSpPr/>
          <p:nvPr/>
        </p:nvSpPr>
        <p:spPr>
          <a:xfrm>
            <a:off x="5684700" y="159575"/>
            <a:ext cx="3307200" cy="648300"/>
          </a:xfrm>
          <a:prstGeom prst="rect">
            <a:avLst/>
          </a:prstGeom>
          <a:solidFill>
            <a:srgbClr val="F8FAF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696" name="Google Shape;6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000" y="127545"/>
            <a:ext cx="3318349" cy="6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4"/>
          <p:cNvSpPr txBox="1">
            <a:spLocks noGrp="1"/>
          </p:cNvSpPr>
          <p:nvPr>
            <p:ph type="title"/>
          </p:nvPr>
        </p:nvSpPr>
        <p:spPr>
          <a:xfrm>
            <a:off x="444450" y="924225"/>
            <a:ext cx="7914000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Visualization</a:t>
            </a:r>
          </a:p>
        </p:txBody>
      </p:sp>
      <p:cxnSp>
        <p:nvCxnSpPr>
          <p:cNvPr id="702" name="Google Shape;702;p34"/>
          <p:cNvCxnSpPr/>
          <p:nvPr/>
        </p:nvCxnSpPr>
        <p:spPr>
          <a:xfrm>
            <a:off x="568129" y="18443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34"/>
          <p:cNvSpPr txBox="1">
            <a:spLocks noGrp="1"/>
          </p:cNvSpPr>
          <p:nvPr>
            <p:ph type="title"/>
          </p:nvPr>
        </p:nvSpPr>
        <p:spPr>
          <a:xfrm>
            <a:off x="444450" y="437925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dirty="0"/>
              <a:t>Module IV </a:t>
            </a:r>
            <a:endParaRPr sz="3000" b="0" dirty="0"/>
          </a:p>
        </p:txBody>
      </p:sp>
      <p:sp>
        <p:nvSpPr>
          <p:cNvPr id="704" name="Google Shape;704;p34"/>
          <p:cNvSpPr txBox="1">
            <a:spLocks noGrp="1"/>
          </p:cNvSpPr>
          <p:nvPr>
            <p:ph type="title"/>
          </p:nvPr>
        </p:nvSpPr>
        <p:spPr>
          <a:xfrm>
            <a:off x="444450" y="1980375"/>
            <a:ext cx="8255100" cy="22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>
              <a:buSzPts val="1800"/>
            </a:pPr>
            <a:r>
              <a:rPr lang="en-US" sz="1600" b="0" dirty="0"/>
              <a:t>Continuation of </a:t>
            </a:r>
            <a:r>
              <a:rPr lang="en-US" sz="1600" b="0" i="1" dirty="0" err="1">
                <a:solidFill>
                  <a:schemeClr val="tx2"/>
                </a:solidFill>
              </a:rPr>
              <a:t>ggplot</a:t>
            </a:r>
            <a:r>
              <a:rPr lang="en-US" sz="1600" b="0" dirty="0"/>
              <a:t>.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 err="1"/>
              <a:t>Gapminder</a:t>
            </a:r>
            <a:r>
              <a:rPr lang="en-US" sz="1600" b="0" dirty="0"/>
              <a:t> and visualizations in </a:t>
            </a:r>
            <a:r>
              <a:rPr lang="en-US" sz="1600" b="0" i="1" dirty="0" err="1">
                <a:solidFill>
                  <a:schemeClr val="tx2"/>
                </a:solidFill>
              </a:rPr>
              <a:t>ggplot</a:t>
            </a:r>
            <a:r>
              <a:rPr lang="en-US" sz="1600" b="0" dirty="0"/>
              <a:t>.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/>
              <a:t>Basic </a:t>
            </a:r>
            <a:r>
              <a:rPr lang="en-US" sz="1600" b="0" i="1" dirty="0" err="1">
                <a:solidFill>
                  <a:schemeClr val="tx2"/>
                </a:solidFill>
              </a:rPr>
              <a:t>ggplot</a:t>
            </a:r>
            <a:r>
              <a:rPr lang="en-US" sz="1600" b="0" dirty="0"/>
              <a:t> functions for different types of visualizations:</a:t>
            </a:r>
            <a:br>
              <a:rPr lang="en-US" sz="1600" b="0" dirty="0"/>
            </a:br>
            <a:r>
              <a:rPr lang="en-US" sz="1600" b="0" dirty="0"/>
              <a:t>	Functions </a:t>
            </a:r>
            <a:r>
              <a:rPr lang="en-US" sz="1600" b="0" i="1" dirty="0" err="1">
                <a:solidFill>
                  <a:schemeClr val="tx2"/>
                </a:solidFill>
              </a:rPr>
              <a:t>facet_grid</a:t>
            </a:r>
            <a:r>
              <a:rPr lang="en-US" sz="1600" b="0" i="1" dirty="0">
                <a:solidFill>
                  <a:schemeClr val="tx2"/>
                </a:solidFill>
              </a:rPr>
              <a:t>() </a:t>
            </a:r>
            <a:r>
              <a:rPr lang="en-US" sz="1600" b="0" dirty="0"/>
              <a:t>and </a:t>
            </a:r>
            <a:r>
              <a:rPr lang="en-US" sz="1600" b="0" i="1" dirty="0" err="1">
                <a:solidFill>
                  <a:schemeClr val="tx2"/>
                </a:solidFill>
              </a:rPr>
              <a:t>facet_wrap</a:t>
            </a:r>
            <a:r>
              <a:rPr lang="en-US" sz="1600" b="0" i="1" dirty="0">
                <a:solidFill>
                  <a:schemeClr val="tx2"/>
                </a:solidFill>
              </a:rPr>
              <a:t>()</a:t>
            </a:r>
            <a:br>
              <a:rPr lang="en-US" sz="1600" b="0" i="1" dirty="0">
                <a:solidFill>
                  <a:schemeClr val="tx2"/>
                </a:solidFill>
              </a:rPr>
            </a:br>
            <a:br>
              <a:rPr lang="en-US" sz="1600" b="0" i="1" dirty="0">
                <a:solidFill>
                  <a:schemeClr val="tx2"/>
                </a:solidFill>
              </a:rPr>
            </a:br>
            <a:r>
              <a:rPr lang="en-US" sz="1600" b="0" dirty="0"/>
              <a:t>Visualization principles.</a:t>
            </a:r>
            <a:endParaRPr sz="16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5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Quick recap of session 9</a:t>
            </a:r>
            <a:endParaRPr sz="3000" dirty="0"/>
          </a:p>
        </p:txBody>
      </p:sp>
      <p:sp>
        <p:nvSpPr>
          <p:cNvPr id="710" name="Google Shape;710;p35"/>
          <p:cNvSpPr txBox="1"/>
          <p:nvPr/>
        </p:nvSpPr>
        <p:spPr>
          <a:xfrm>
            <a:off x="352950" y="1024450"/>
            <a:ext cx="8295300" cy="40593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we can use survey data or data we create ourselves to generate insights based on our own research questions → </a:t>
            </a:r>
            <a:r>
              <a:rPr lang="en-US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can generate our own datasets to answer research questions and perform quantitative analysis.</a:t>
            </a:r>
          </a:p>
          <a:p>
            <a:pPr marL="1587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how to identify the basic functions of the </a:t>
            </a:r>
            <a:r>
              <a:rPr lang="en-US" sz="1100" i="1" dirty="0">
                <a:solidFill>
                  <a:schemeClr val="lt2"/>
                </a:solidFill>
                <a:latin typeface="Poppins"/>
                <a:cs typeface="Poppins"/>
                <a:sym typeface="Poppins"/>
              </a:rPr>
              <a:t>ggplot2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package to produce different types of charts:</a:t>
            </a:r>
          </a:p>
          <a:p>
            <a:pPr marL="914400" lvl="1" indent="-298450">
              <a:buClr>
                <a:schemeClr val="dk1"/>
              </a:buClr>
              <a:buSzPts val="1100"/>
              <a:buFont typeface="Poppins"/>
              <a:buChar char="○"/>
            </a:pPr>
            <a:r>
              <a:rPr lang="en" sz="1100" i="1" dirty="0">
                <a:solidFill>
                  <a:schemeClr val="lt2"/>
                </a:solidFill>
                <a:latin typeface="Poppins"/>
                <a:cs typeface="Poppins"/>
                <a:sym typeface="Poppins"/>
              </a:rPr>
              <a:t>geom_histogram() </a:t>
            </a:r>
            <a:endParaRPr sz="1100" i="1" dirty="0">
              <a:solidFill>
                <a:schemeClr val="lt2"/>
              </a:solidFill>
              <a:latin typeface="Poppins"/>
              <a:cs typeface="Poppins"/>
              <a:sym typeface="Poppins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</a:pPr>
            <a:r>
              <a:rPr lang="en" sz="11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geom_density()</a:t>
            </a:r>
            <a:r>
              <a:rPr lang="en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A smooth version of the histogram, usefult for continous data.</a:t>
            </a: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</a:pPr>
            <a:r>
              <a:rPr lang="en" sz="11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geom_vline()</a:t>
            </a:r>
            <a:r>
              <a:rPr lang="en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</a:pPr>
            <a:r>
              <a:rPr lang="en" sz="11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geom_hline()</a:t>
            </a:r>
            <a:endParaRPr sz="1100" i="1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</a:t>
            </a:r>
            <a:r>
              <a:rPr lang="en-US" sz="1100" i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ggplot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compatible with pipe workflows (</a:t>
            </a:r>
            <a:r>
              <a:rPr lang="en-US" sz="11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dplyr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to generate plots directly from processed data.</a:t>
            </a:r>
          </a:p>
          <a:p>
            <a:pPr marL="1587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Remember that ggplot2 functions are combined using the </a:t>
            </a:r>
            <a:r>
              <a:rPr lang="en-US" sz="1100" i="1" dirty="0">
                <a:solidFill>
                  <a:schemeClr val="lt2"/>
                </a:solidFill>
                <a:latin typeface="Poppins"/>
                <a:cs typeface="Poppins"/>
                <a:sym typeface="Poppins"/>
              </a:rPr>
              <a:t>+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symbol, unlike </a:t>
            </a:r>
            <a:r>
              <a:rPr lang="en-US" sz="11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dplyr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functions, which use the pipe </a:t>
            </a:r>
            <a:r>
              <a:rPr lang="en-US" sz="1100" i="1" dirty="0">
                <a:solidFill>
                  <a:schemeClr val="lt2"/>
                </a:solidFill>
                <a:latin typeface="Poppins"/>
                <a:cs typeface="Poppins"/>
                <a:sym typeface="Poppins"/>
              </a:rPr>
              <a:t>%&gt;%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587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understand that aesthetic mapping allows us to define graphical attributes using </a:t>
            </a:r>
            <a:r>
              <a:rPr lang="en-US" sz="1100" i="1" dirty="0" err="1">
                <a:solidFill>
                  <a:schemeClr val="tx2"/>
                </a:solidFill>
                <a:latin typeface="Poppins"/>
                <a:ea typeface="Poppins"/>
                <a:cs typeface="Poppins"/>
                <a:sym typeface="Poppins"/>
              </a:rPr>
              <a:t>aes</a:t>
            </a:r>
            <a:r>
              <a:rPr lang="en-US" sz="1100" i="1" dirty="0">
                <a:solidFill>
                  <a:schemeClr val="tx2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we specify either in </a:t>
            </a:r>
            <a:r>
              <a:rPr lang="en-US" sz="1100" i="1" dirty="0" err="1">
                <a:solidFill>
                  <a:schemeClr val="tx2"/>
                </a:solidFill>
                <a:latin typeface="Poppins"/>
                <a:ea typeface="Poppins"/>
                <a:cs typeface="Poppins"/>
                <a:sym typeface="Poppins"/>
              </a:rPr>
              <a:t>ggplot</a:t>
            </a:r>
            <a:r>
              <a:rPr lang="en-US" sz="1100" i="1" dirty="0">
                <a:solidFill>
                  <a:schemeClr val="tx2"/>
                </a:solidFill>
                <a:latin typeface="Poppins"/>
                <a:ea typeface="Poppins"/>
                <a:cs typeface="Poppins"/>
                <a:sym typeface="Poppins"/>
              </a:rPr>
              <a:t>() 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 in a </a:t>
            </a:r>
            <a:r>
              <a:rPr lang="en-US" sz="1100" i="1" dirty="0" err="1">
                <a:solidFill>
                  <a:schemeClr val="tx2"/>
                </a:solidFill>
                <a:latin typeface="Poppins"/>
                <a:ea typeface="Poppins"/>
                <a:cs typeface="Poppins"/>
                <a:sym typeface="Poppins"/>
              </a:rPr>
              <a:t>geom_xxx</a:t>
            </a:r>
            <a:r>
              <a:rPr lang="en-US" sz="1100" i="1" dirty="0">
                <a:solidFill>
                  <a:schemeClr val="tx2"/>
                </a:solidFill>
                <a:latin typeface="Poppins"/>
                <a:ea typeface="Poppins"/>
                <a:cs typeface="Poppins"/>
                <a:sym typeface="Poppins"/>
              </a:rPr>
              <a:t>() </a:t>
            </a: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layer.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endParaRPr sz="1100" i="1" dirty="0">
              <a:solidFill>
                <a:schemeClr val="lt2"/>
              </a:solidFill>
              <a:latin typeface="Poppins"/>
              <a:cs typeface="Poppins"/>
              <a:sym typeface="Poppi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learned to change titles and axis labels with the </a:t>
            </a:r>
            <a:r>
              <a:rPr lang="en" sz="11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labs() </a:t>
            </a:r>
            <a:r>
              <a:rPr lang="en" sz="11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function.</a:t>
            </a:r>
            <a:endParaRPr sz="1100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★"/>
            </a:pPr>
            <a:r>
              <a:rPr lang="en-US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learned to modify the visual format of graphs with predefined themes from the ggplot2 package.</a:t>
            </a: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6"/>
          <p:cNvSpPr txBox="1">
            <a:spLocks noGrp="1"/>
          </p:cNvSpPr>
          <p:nvPr>
            <p:ph type="title"/>
          </p:nvPr>
        </p:nvSpPr>
        <p:spPr>
          <a:xfrm>
            <a:off x="75275" y="204675"/>
            <a:ext cx="88866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facet_wrap and facet_grid</a:t>
            </a:r>
            <a:endParaRPr sz="3000" dirty="0"/>
          </a:p>
        </p:txBody>
      </p:sp>
      <p:sp>
        <p:nvSpPr>
          <p:cNvPr id="716" name="Google Shape;716;p36"/>
          <p:cNvSpPr txBox="1">
            <a:spLocks noGrp="1"/>
          </p:cNvSpPr>
          <p:nvPr>
            <p:ph type="title"/>
          </p:nvPr>
        </p:nvSpPr>
        <p:spPr>
          <a:xfrm>
            <a:off x="150700" y="1024775"/>
            <a:ext cx="4705500" cy="3628200"/>
          </a:xfrm>
          <a:prstGeom prst="rect">
            <a:avLst/>
          </a:prstGeom>
          <a:solidFill>
            <a:srgbClr val="00255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/>
              <a:t>Faceting allows us to display separate plots for </a:t>
            </a:r>
            <a:r>
              <a:rPr lang="en-US" sz="1400" dirty="0"/>
              <a:t>subsets of the original data</a:t>
            </a:r>
            <a:r>
              <a:rPr lang="en-US" sz="1400" b="0" dirty="0"/>
              <a:t>. With this functionality we can create different plots for different subsets, which makes comparison easier.</a:t>
            </a:r>
            <a:br>
              <a:rPr lang="en-US" sz="1400" b="0" dirty="0"/>
            </a:br>
            <a:br>
              <a:rPr lang="en-US" sz="1400" b="0" dirty="0"/>
            </a:br>
            <a:r>
              <a:rPr lang="en-US" sz="1400" b="0" dirty="0"/>
              <a:t>It allows us to split a plot into multiple panels according to one or more categorical variables.</a:t>
            </a:r>
            <a:br>
              <a:rPr lang="en-US" sz="1400" b="0" dirty="0"/>
            </a:br>
            <a:endParaRPr sz="14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ggplot2 </a:t>
            </a:r>
            <a:r>
              <a:rPr lang="en-US" sz="1400" b="0" dirty="0"/>
              <a:t>provides two main faceting functions</a:t>
            </a:r>
            <a:r>
              <a:rPr lang="en" sz="1400" b="0" dirty="0"/>
              <a:t>:</a:t>
            </a:r>
            <a:endParaRPr sz="14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0" i="1" dirty="0">
                <a:solidFill>
                  <a:schemeClr val="lt2"/>
                </a:solidFill>
              </a:rPr>
              <a:t>facet_wrap()</a:t>
            </a:r>
            <a:r>
              <a:rPr lang="en" sz="1400" b="0" dirty="0"/>
              <a:t>: </a:t>
            </a:r>
            <a:r>
              <a:rPr lang="en-US" sz="1400" b="0" dirty="0"/>
              <a:t>defines subsets as the levels of a single grouped variable.</a:t>
            </a:r>
            <a:br>
              <a:rPr lang="es-ES" sz="1400" b="0" dirty="0"/>
            </a:br>
            <a:endParaRPr lang="es-ES" sz="14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 sz="1400" b="0" i="1" dirty="0" err="1">
                <a:solidFill>
                  <a:schemeClr val="lt2"/>
                </a:solidFill>
              </a:rPr>
              <a:t>facet_grid</a:t>
            </a:r>
            <a:r>
              <a:rPr lang="es-ES" sz="1400" b="0" i="1" dirty="0">
                <a:solidFill>
                  <a:schemeClr val="lt2"/>
                </a:solidFill>
              </a:rPr>
              <a:t>()</a:t>
            </a:r>
            <a:r>
              <a:rPr lang="es-ES" sz="1400" b="0" dirty="0"/>
              <a:t>: </a:t>
            </a:r>
            <a:r>
              <a:rPr lang="en-US" sz="1400" b="0" dirty="0"/>
              <a:t>defines subsets as the combination (crossing) of two grouped variables.</a:t>
            </a:r>
            <a:endParaRPr lang="es-ES" sz="1400" b="0" dirty="0"/>
          </a:p>
        </p:txBody>
      </p:sp>
      <p:pic>
        <p:nvPicPr>
          <p:cNvPr id="717" name="Google Shape;7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746" y="1024775"/>
            <a:ext cx="4049375" cy="2200892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6"/>
          <p:cNvSpPr txBox="1">
            <a:spLocks noGrp="1"/>
          </p:cNvSpPr>
          <p:nvPr>
            <p:ph type="title"/>
          </p:nvPr>
        </p:nvSpPr>
        <p:spPr>
          <a:xfrm>
            <a:off x="5056275" y="3439300"/>
            <a:ext cx="3976800" cy="1483800"/>
          </a:xfrm>
          <a:prstGeom prst="rect">
            <a:avLst/>
          </a:prstGeom>
          <a:solidFill>
            <a:srgbClr val="00255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/>
              <a:t>Think of faceting functions as a kind of graphical version of </a:t>
            </a:r>
            <a:r>
              <a:rPr lang="en-US" sz="1200" b="0" i="1" dirty="0" err="1">
                <a:solidFill>
                  <a:schemeClr val="tx2"/>
                </a:solidFill>
              </a:rPr>
              <a:t>group_by</a:t>
            </a:r>
            <a:r>
              <a:rPr lang="en-US" sz="1200" b="0" i="1" dirty="0">
                <a:solidFill>
                  <a:schemeClr val="tx2"/>
                </a:solidFill>
              </a:rPr>
              <a:t>()</a:t>
            </a:r>
            <a:r>
              <a:rPr lang="en-US" sz="1200" b="0" i="1" dirty="0"/>
              <a:t> </a:t>
            </a:r>
            <a:r>
              <a:rPr lang="en-US" sz="1200" b="0" dirty="0"/>
              <a:t>in ggplot2 — they let us create grouped plots based on variables. We specify groups like this:</a:t>
            </a:r>
            <a:br>
              <a:rPr lang="en-US" sz="1200" b="0" dirty="0"/>
            </a:br>
            <a:endParaRPr sz="12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dirty="0">
                <a:solidFill>
                  <a:schemeClr val="lt2"/>
                </a:solidFill>
              </a:rPr>
              <a:t>facet_xxx( ~ a) , facet_xxx(b~), facet_xxx(b ~ a)</a:t>
            </a:r>
            <a:endParaRPr sz="1200" b="0" dirty="0">
              <a:solidFill>
                <a:schemeClr val="lt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7"/>
          <p:cNvSpPr txBox="1">
            <a:spLocks noGrp="1"/>
          </p:cNvSpPr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dirty="0"/>
              <a:t>Let</a:t>
            </a:r>
            <a:r>
              <a:rPr lang="en" sz="4600" dirty="0"/>
              <a:t>’s practice</a:t>
            </a:r>
            <a:endParaRPr sz="4600" dirty="0"/>
          </a:p>
        </p:txBody>
      </p:sp>
      <p:sp>
        <p:nvSpPr>
          <p:cNvPr id="724" name="Google Shape;724;p37"/>
          <p:cNvSpPr txBox="1">
            <a:spLocks noGrp="1"/>
          </p:cNvSpPr>
          <p:nvPr>
            <p:ph type="title"/>
          </p:nvPr>
        </p:nvSpPr>
        <p:spPr>
          <a:xfrm>
            <a:off x="1728825" y="2552975"/>
            <a:ext cx="63183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Script 16_viz-gapminder-e</a:t>
            </a:r>
            <a:r>
              <a:rPr lang="en" sz="1500" b="0" i="1"/>
              <a:t>..R</a:t>
            </a:r>
            <a:endParaRPr sz="1500" b="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8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Quick recap of the script</a:t>
            </a:r>
            <a:endParaRPr sz="3000" dirty="0"/>
          </a:p>
        </p:txBody>
      </p:sp>
      <p:sp>
        <p:nvSpPr>
          <p:cNvPr id="730" name="Google Shape;730;p38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s-E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</a:t>
            </a:r>
            <a:r>
              <a:rPr lang="es-E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learned</a:t>
            </a:r>
            <a:r>
              <a:rPr lang="es-E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s-E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faceting functions to create grouped plots by one or more variables</a:t>
            </a:r>
          </a:p>
          <a:p>
            <a:pPr marL="914400" lvl="1" indent="-304800">
              <a:buClr>
                <a:schemeClr val="dk1"/>
              </a:buClr>
              <a:buSzPts val="1200"/>
              <a:buFont typeface="Poppins"/>
              <a:buChar char="○"/>
            </a:pPr>
            <a:r>
              <a:rPr lang="es-ES" sz="1200" i="1" dirty="0" err="1">
                <a:solidFill>
                  <a:schemeClr val="lt2"/>
                </a:solidFill>
                <a:latin typeface="Poppins"/>
                <a:cs typeface="Poppins"/>
                <a:sym typeface="Poppins"/>
              </a:rPr>
              <a:t>facet_wrap</a:t>
            </a:r>
            <a:r>
              <a:rPr lang="es-ES" sz="1200" i="1" dirty="0">
                <a:solidFill>
                  <a:schemeClr val="lt2"/>
                </a:solidFill>
                <a:latin typeface="Poppins"/>
                <a:cs typeface="Poppins"/>
                <a:sym typeface="Poppins"/>
              </a:rPr>
              <a:t>() 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facet_grid()</a:t>
            </a: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the aesthetic mapping arguments to define plot colors, axis positions, and other specifications.</a:t>
            </a:r>
          </a:p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lang="en" sz="12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reorder()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 inside</a:t>
            </a: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ggplot()</a:t>
            </a:r>
            <a:r>
              <a:rPr lang="en" sz="12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aesthetics to reorder how a variable is plotted based on another variable or a transformation.</a:t>
            </a:r>
          </a:p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 text labels to our plots using the </a:t>
            </a:r>
            <a:r>
              <a:rPr lang="en" sz="12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geom_text()</a:t>
            </a: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9"/>
          <p:cNvSpPr txBox="1">
            <a:spLocks noGrp="1"/>
          </p:cNvSpPr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BREAK TIME</a:t>
            </a:r>
            <a:endParaRPr sz="4600"/>
          </a:p>
        </p:txBody>
      </p:sp>
      <p:sp>
        <p:nvSpPr>
          <p:cNvPr id="736" name="Google Shape;736;p39"/>
          <p:cNvSpPr txBox="1">
            <a:spLocks noGrp="1"/>
          </p:cNvSpPr>
          <p:nvPr>
            <p:ph type="title"/>
          </p:nvPr>
        </p:nvSpPr>
        <p:spPr>
          <a:xfrm>
            <a:off x="1728825" y="2552975"/>
            <a:ext cx="58326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/>
              <a:t>See you in 15 minutes!</a:t>
            </a:r>
            <a:endParaRPr sz="1500" b="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0"/>
          <p:cNvSpPr txBox="1"/>
          <p:nvPr/>
        </p:nvSpPr>
        <p:spPr>
          <a:xfrm>
            <a:off x="352950" y="1024450"/>
            <a:ext cx="8295300" cy="3133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already understand how plots work and how to create various kinds of plots using ggplot2.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Now, we’ll focus on general principles for effective data visualization — how people detect patterns and make visual comparisons.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Therefore, we prefer approaches that align with how our brains process visual information</a:t>
            </a: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2" name="Google Shape;742;p40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We Know How to Visualize Data in R!</a:t>
            </a:r>
            <a:endParaRPr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1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choosing visualization tools, it’s important to keep our </a:t>
            </a:r>
            <a:r>
              <a:rPr lang="en-US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r>
              <a:rPr lang="en-US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mind.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might be: Comparing a small number of values, describing the distribution of categorical or numerical data, comparing data between two groups, or describing the relationship between two variables.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 of this affects the type of visualization we should choose.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u="sng" dirty="0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https://rafalab.dfci.harvard.edu/dslibro/principios-de-visualizaci%C3%B3n-de-datos.html</a:t>
            </a:r>
            <a: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8" name="Google Shape;748;p41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Defining objective + visualization type</a:t>
            </a:r>
            <a:endParaRPr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2"/>
          <p:cNvSpPr txBox="1">
            <a:spLocks noGrp="1"/>
          </p:cNvSpPr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Let’s Practice</a:t>
            </a:r>
            <a:endParaRPr sz="4800" dirty="0"/>
          </a:p>
        </p:txBody>
      </p:sp>
      <p:sp>
        <p:nvSpPr>
          <p:cNvPr id="754" name="Google Shape;754;p42"/>
          <p:cNvSpPr txBox="1">
            <a:spLocks noGrp="1"/>
          </p:cNvSpPr>
          <p:nvPr>
            <p:ph type="subTitle" idx="1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 </a:t>
            </a:r>
            <a:r>
              <a:rPr lang="en" i="1"/>
              <a:t>17_principios-dataviz-e.R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3"/>
          <p:cNvSpPr txBox="1">
            <a:spLocks noGrp="1"/>
          </p:cNvSpPr>
          <p:nvPr>
            <p:ph type="title"/>
          </p:nvPr>
        </p:nvSpPr>
        <p:spPr>
          <a:xfrm>
            <a:off x="2135550" y="19910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dirty="0"/>
              <a:t>Project Discussion</a:t>
            </a:r>
            <a:endParaRPr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4"/>
          <p:cNvSpPr txBox="1">
            <a:spLocks noGrp="1"/>
          </p:cNvSpPr>
          <p:nvPr>
            <p:ph type="title"/>
          </p:nvPr>
        </p:nvSpPr>
        <p:spPr>
          <a:xfrm>
            <a:off x="537375" y="423825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Tasks para la próxima semana: </a:t>
            </a:r>
            <a:endParaRPr sz="3000"/>
          </a:p>
        </p:txBody>
      </p:sp>
      <p:cxnSp>
        <p:nvCxnSpPr>
          <p:cNvPr id="765" name="Google Shape;765;p44"/>
          <p:cNvCxnSpPr/>
          <p:nvPr/>
        </p:nvCxnSpPr>
        <p:spPr>
          <a:xfrm>
            <a:off x="1654872" y="1156879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6" name="Google Shape;766;p44"/>
          <p:cNvSpPr txBox="1">
            <a:spLocks noGrp="1"/>
          </p:cNvSpPr>
          <p:nvPr>
            <p:ph type="title"/>
          </p:nvPr>
        </p:nvSpPr>
        <p:spPr>
          <a:xfrm>
            <a:off x="258375" y="1108075"/>
            <a:ext cx="8813100" cy="36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Asignación 7</a:t>
            </a:r>
            <a:r>
              <a:rPr lang="en" sz="1600"/>
              <a:t>: </a:t>
            </a:r>
            <a:r>
              <a:rPr lang="en" sz="1600" b="0"/>
              <a:t>Hasta el momento hemos trabajado en nuestras preguntas de investigación, metodología propuesta e hipótesis de los proyectos de investigación. </a:t>
            </a:r>
            <a:endParaRPr sz="1600" b="0"/>
          </a:p>
          <a:p>
            <a:pPr marL="914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/>
          </a:p>
          <a:p>
            <a:pPr marL="914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Ahora empezaremos a trabajar en las entregas del proyecto final. Básicamente se trata de entrega de un informe final en RMarkdown (que sigue la estructura de un informe formal) y de una presentación presencial (requiere de material de apoyo). </a:t>
            </a:r>
            <a:endParaRPr sz="1600" b="0"/>
          </a:p>
          <a:p>
            <a:pPr marL="914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/>
          </a:p>
          <a:p>
            <a:pPr marL="914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La asignación 7 se enfocará en empezar a desarrollar la introducción, preguntas y metodología. </a:t>
            </a:r>
            <a:endParaRPr sz="1600" b="0"/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stical Methods in Public Health - Master of Science in Biostatistics by Slidesgo">
  <a:themeElements>
    <a:clrScheme name="Simple Light">
      <a:dk1>
        <a:srgbClr val="FFFFFF"/>
      </a:dk1>
      <a:lt1>
        <a:srgbClr val="295D82"/>
      </a:lt1>
      <a:dk2>
        <a:srgbClr val="0A244F"/>
      </a:dk2>
      <a:lt2>
        <a:srgbClr val="00DFD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803</Words>
  <Application>Microsoft Office PowerPoint</Application>
  <PresentationFormat>Presentación en pantalla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Roboto</vt:lpstr>
      <vt:lpstr>Poppins Light</vt:lpstr>
      <vt:lpstr>Arial</vt:lpstr>
      <vt:lpstr>Poppins</vt:lpstr>
      <vt:lpstr>Roboto Mono</vt:lpstr>
      <vt:lpstr>Nunito Light</vt:lpstr>
      <vt:lpstr>Statistical Methods in Public Health - Master of Science in Biostatistics by Slidesgo</vt:lpstr>
      <vt:lpstr>Introduction to Data Science Session 10</vt:lpstr>
      <vt:lpstr>Data Visualization</vt:lpstr>
      <vt:lpstr>Quick recap of session 9</vt:lpstr>
      <vt:lpstr> facet_wrap and facet_grid</vt:lpstr>
      <vt:lpstr>Let’s practice</vt:lpstr>
      <vt:lpstr>Quick recap of the script</vt:lpstr>
      <vt:lpstr>BREAK TIME</vt:lpstr>
      <vt:lpstr>We Know How to Visualize Data in R!</vt:lpstr>
      <vt:lpstr>Defining objective + visualization type</vt:lpstr>
      <vt:lpstr>Let’s Practice</vt:lpstr>
      <vt:lpstr>Project Discussion</vt:lpstr>
      <vt:lpstr>Tasks para la próxima semana: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Giorgio Cunto Morales</cp:lastModifiedBy>
  <cp:revision>9</cp:revision>
  <dcterms:modified xsi:type="dcterms:W3CDTF">2025-11-17T14:22:43Z</dcterms:modified>
</cp:coreProperties>
</file>