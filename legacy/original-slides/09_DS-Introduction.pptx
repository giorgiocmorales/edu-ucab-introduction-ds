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25"/>
  </p:notesMasterIdLst>
  <p:sldIdLst>
    <p:sldId id="256" r:id="rId2"/>
    <p:sldId id="257" r:id="rId3"/>
    <p:sldId id="277" r:id="rId4"/>
    <p:sldId id="279" r:id="rId5"/>
    <p:sldId id="280" r:id="rId6"/>
    <p:sldId id="281" r:id="rId7"/>
    <p:sldId id="258" r:id="rId8"/>
    <p:sldId id="259" r:id="rId9"/>
    <p:sldId id="260" r:id="rId10"/>
    <p:sldId id="261" r:id="rId11"/>
    <p:sldId id="262" r:id="rId12"/>
    <p:sldId id="263" r:id="rId13"/>
    <p:sldId id="264" r:id="rId14"/>
    <p:sldId id="265" r:id="rId15"/>
    <p:sldId id="266" r:id="rId16"/>
    <p:sldId id="267" r:id="rId17"/>
    <p:sldId id="268" r:id="rId18"/>
    <p:sldId id="270" r:id="rId19"/>
    <p:sldId id="272" r:id="rId20"/>
    <p:sldId id="273" r:id="rId21"/>
    <p:sldId id="274" r:id="rId22"/>
    <p:sldId id="275" r:id="rId23"/>
    <p:sldId id="276" r:id="rId24"/>
  </p:sldIdLst>
  <p:sldSz cx="9144000" cy="5143500" type="screen16x9"/>
  <p:notesSz cx="6858000" cy="9144000"/>
  <p:embeddedFontLst>
    <p:embeddedFont>
      <p:font typeface="Nunito Light" pitchFamily="2" charset="0"/>
      <p:regular r:id="rId26"/>
      <p:italic r:id="rId27"/>
    </p:embeddedFont>
    <p:embeddedFont>
      <p:font typeface="Poppins" panose="00000500000000000000" pitchFamily="2" charset="0"/>
      <p:regular r:id="rId28"/>
      <p:bold r:id="rId29"/>
      <p:italic r:id="rId30"/>
      <p:boldItalic r:id="rId31"/>
    </p:embeddedFont>
    <p:embeddedFont>
      <p:font typeface="Poppins Light" panose="00000400000000000000" pitchFamily="2" charset="0"/>
      <p:regular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5a9264b4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25a9264b4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85b85003be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285b85003be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a:extLst>
            <a:ext uri="{FF2B5EF4-FFF2-40B4-BE49-F238E27FC236}">
              <a16:creationId xmlns:a16="http://schemas.microsoft.com/office/drawing/2014/main" id="{5344D3E8-4F0A-7364-CDD2-2183DDE55B39}"/>
            </a:ext>
          </a:extLst>
        </p:cNvPr>
        <p:cNvGrpSpPr/>
        <p:nvPr/>
      </p:nvGrpSpPr>
      <p:grpSpPr>
        <a:xfrm>
          <a:off x="0" y="0"/>
          <a:ext cx="0" cy="0"/>
          <a:chOff x="0" y="0"/>
          <a:chExt cx="0" cy="0"/>
        </a:xfrm>
      </p:grpSpPr>
      <p:sp>
        <p:nvSpPr>
          <p:cNvPr id="717" name="Google Shape;717;g2d5709c317e_0_13:notes">
            <a:extLst>
              <a:ext uri="{FF2B5EF4-FFF2-40B4-BE49-F238E27FC236}">
                <a16:creationId xmlns:a16="http://schemas.microsoft.com/office/drawing/2014/main" id="{4E036373-EAE7-FE2B-AD41-EE05290D14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2d5709c317e_0_13:notes">
            <a:extLst>
              <a:ext uri="{FF2B5EF4-FFF2-40B4-BE49-F238E27FC236}">
                <a16:creationId xmlns:a16="http://schemas.microsoft.com/office/drawing/2014/main" id="{9F43AF17-D67D-B035-F0BA-ED5D2A0AB7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2538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a:extLst>
            <a:ext uri="{FF2B5EF4-FFF2-40B4-BE49-F238E27FC236}">
              <a16:creationId xmlns:a16="http://schemas.microsoft.com/office/drawing/2014/main" id="{52A16A0B-F8BF-415E-0AC7-C2C5F0E975B2}"/>
            </a:ext>
          </a:extLst>
        </p:cNvPr>
        <p:cNvGrpSpPr/>
        <p:nvPr/>
      </p:nvGrpSpPr>
      <p:grpSpPr>
        <a:xfrm>
          <a:off x="0" y="0"/>
          <a:ext cx="0" cy="0"/>
          <a:chOff x="0" y="0"/>
          <a:chExt cx="0" cy="0"/>
        </a:xfrm>
      </p:grpSpPr>
      <p:sp>
        <p:nvSpPr>
          <p:cNvPr id="717" name="Google Shape;717;g2d5709c317e_0_13:notes">
            <a:extLst>
              <a:ext uri="{FF2B5EF4-FFF2-40B4-BE49-F238E27FC236}">
                <a16:creationId xmlns:a16="http://schemas.microsoft.com/office/drawing/2014/main" id="{9D3165AB-E47F-C47D-BB59-C55BD65B8B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2d5709c317e_0_13:notes">
            <a:extLst>
              <a:ext uri="{FF2B5EF4-FFF2-40B4-BE49-F238E27FC236}">
                <a16:creationId xmlns:a16="http://schemas.microsoft.com/office/drawing/2014/main" id="{2F72CE83-6711-2222-5CC1-93F026D265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7252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a:extLst>
            <a:ext uri="{FF2B5EF4-FFF2-40B4-BE49-F238E27FC236}">
              <a16:creationId xmlns:a16="http://schemas.microsoft.com/office/drawing/2014/main" id="{02FE1065-D2F7-2745-E8EA-5EDF92C08A29}"/>
            </a:ext>
          </a:extLst>
        </p:cNvPr>
        <p:cNvGrpSpPr/>
        <p:nvPr/>
      </p:nvGrpSpPr>
      <p:grpSpPr>
        <a:xfrm>
          <a:off x="0" y="0"/>
          <a:ext cx="0" cy="0"/>
          <a:chOff x="0" y="0"/>
          <a:chExt cx="0" cy="0"/>
        </a:xfrm>
      </p:grpSpPr>
      <p:sp>
        <p:nvSpPr>
          <p:cNvPr id="717" name="Google Shape;717;g2d5709c317e_0_13:notes">
            <a:extLst>
              <a:ext uri="{FF2B5EF4-FFF2-40B4-BE49-F238E27FC236}">
                <a16:creationId xmlns:a16="http://schemas.microsoft.com/office/drawing/2014/main" id="{E656192B-1719-6B4A-5770-0311EFEE44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2d5709c317e_0_13:notes">
            <a:extLst>
              <a:ext uri="{FF2B5EF4-FFF2-40B4-BE49-F238E27FC236}">
                <a16:creationId xmlns:a16="http://schemas.microsoft.com/office/drawing/2014/main" id="{088E35A2-055F-AAB2-D0FC-BB681A71C1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0225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a:extLst>
            <a:ext uri="{FF2B5EF4-FFF2-40B4-BE49-F238E27FC236}">
              <a16:creationId xmlns:a16="http://schemas.microsoft.com/office/drawing/2014/main" id="{E60E35C9-4E1C-A5F7-27C1-3DDEA33623AF}"/>
            </a:ext>
          </a:extLst>
        </p:cNvPr>
        <p:cNvGrpSpPr/>
        <p:nvPr/>
      </p:nvGrpSpPr>
      <p:grpSpPr>
        <a:xfrm>
          <a:off x="0" y="0"/>
          <a:ext cx="0" cy="0"/>
          <a:chOff x="0" y="0"/>
          <a:chExt cx="0" cy="0"/>
        </a:xfrm>
      </p:grpSpPr>
      <p:sp>
        <p:nvSpPr>
          <p:cNvPr id="717" name="Google Shape;717;g2d5709c317e_0_13:notes">
            <a:extLst>
              <a:ext uri="{FF2B5EF4-FFF2-40B4-BE49-F238E27FC236}">
                <a16:creationId xmlns:a16="http://schemas.microsoft.com/office/drawing/2014/main" id="{48A9F9B8-14F9-6C49-665B-E7DD47EBC7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2d5709c317e_0_13:notes">
            <a:extLst>
              <a:ext uri="{FF2B5EF4-FFF2-40B4-BE49-F238E27FC236}">
                <a16:creationId xmlns:a16="http://schemas.microsoft.com/office/drawing/2014/main" id="{B103BE37-D4E9-FCF2-EA2D-20467ACF7F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520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d5709c317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2d5709c317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2d5709c317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2d5709c317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d5709c317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2d5709c317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1eb5aabe76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1eb5aabe76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d5709c317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2d5709c317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1ea319a4cff_0_3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ea319a4cff_0_3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1ea319a4cff_0_3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1ea319a4cff_0_3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1eb5aabe76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1eb5aabe76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1eb5aabe76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1eb5aabe76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1eb5aabe767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1eb5aabe76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1e86d1bb42c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1e86d1bb42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1ea6418299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1ea6418299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d47eb4432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2d47eb4432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d47eb44324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2d47eb4432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d47eb44324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1" name="Google Shape;821;g2d47eb44324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d47eb44324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2d47eb44324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d47eb44324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2d47eb44324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846900" y="1098283"/>
            <a:ext cx="7584000" cy="2247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846900" y="3728338"/>
            <a:ext cx="45288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747801" y="-707126"/>
            <a:ext cx="10297750" cy="6227885"/>
            <a:chOff x="-747801" y="-707126"/>
            <a:chExt cx="10297750" cy="6227885"/>
          </a:xfrm>
        </p:grpSpPr>
        <p:grpSp>
          <p:nvGrpSpPr>
            <p:cNvPr id="13" name="Google Shape;13;p2"/>
            <p:cNvGrpSpPr/>
            <p:nvPr/>
          </p:nvGrpSpPr>
          <p:grpSpPr>
            <a:xfrm>
              <a:off x="-747801" y="-707126"/>
              <a:ext cx="2577275" cy="1833510"/>
              <a:chOff x="781874" y="1294774"/>
              <a:chExt cx="2577275" cy="1833510"/>
            </a:xfrm>
          </p:grpSpPr>
          <p:sp>
            <p:nvSpPr>
              <p:cNvPr id="14" name="Google Shape;14;p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a:off x="6972674" y="3687249"/>
              <a:ext cx="2577275" cy="1833510"/>
              <a:chOff x="781874" y="1294774"/>
              <a:chExt cx="2577275" cy="1833510"/>
            </a:xfrm>
          </p:grpSpPr>
          <p:sp>
            <p:nvSpPr>
              <p:cNvPr id="25" name="Google Shape;25;p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pic>
        <p:nvPicPr>
          <p:cNvPr id="36" name="Google Shape;36;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37" name="Google Shape;37;p3"/>
          <p:cNvSpPr txBox="1">
            <a:spLocks noGrp="1"/>
          </p:cNvSpPr>
          <p:nvPr>
            <p:ph type="title"/>
          </p:nvPr>
        </p:nvSpPr>
        <p:spPr>
          <a:xfrm>
            <a:off x="713225" y="2344050"/>
            <a:ext cx="5067600" cy="920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8" name="Google Shape;38;p3"/>
          <p:cNvSpPr txBox="1">
            <a:spLocks noGrp="1"/>
          </p:cNvSpPr>
          <p:nvPr>
            <p:ph type="title" idx="2" hasCustomPrompt="1"/>
          </p:nvPr>
        </p:nvSpPr>
        <p:spPr>
          <a:xfrm>
            <a:off x="713225" y="1353475"/>
            <a:ext cx="1652100" cy="915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9" name="Google Shape;39;p3"/>
          <p:cNvSpPr txBox="1">
            <a:spLocks noGrp="1"/>
          </p:cNvSpPr>
          <p:nvPr>
            <p:ph type="subTitle" idx="1"/>
          </p:nvPr>
        </p:nvSpPr>
        <p:spPr>
          <a:xfrm>
            <a:off x="713225" y="3415025"/>
            <a:ext cx="50676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0" name="Google Shape;40;p3"/>
          <p:cNvGrpSpPr/>
          <p:nvPr/>
        </p:nvGrpSpPr>
        <p:grpSpPr>
          <a:xfrm>
            <a:off x="6172199" y="136174"/>
            <a:ext cx="2791650" cy="4892530"/>
            <a:chOff x="6172199" y="136174"/>
            <a:chExt cx="2791650" cy="4892530"/>
          </a:xfrm>
        </p:grpSpPr>
        <p:grpSp>
          <p:nvGrpSpPr>
            <p:cNvPr id="41" name="Google Shape;41;p3"/>
            <p:cNvGrpSpPr/>
            <p:nvPr/>
          </p:nvGrpSpPr>
          <p:grpSpPr>
            <a:xfrm>
              <a:off x="6292024" y="136174"/>
              <a:ext cx="2577275" cy="1833510"/>
              <a:chOff x="781874" y="1294774"/>
              <a:chExt cx="2577275" cy="1833510"/>
            </a:xfrm>
          </p:grpSpPr>
          <p:sp>
            <p:nvSpPr>
              <p:cNvPr id="42" name="Google Shape;42;p3"/>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52;p3"/>
            <p:cNvGrpSpPr/>
            <p:nvPr/>
          </p:nvGrpSpPr>
          <p:grpSpPr>
            <a:xfrm>
              <a:off x="8027339" y="2095605"/>
              <a:ext cx="936510" cy="688006"/>
              <a:chOff x="3235964" y="2587955"/>
              <a:chExt cx="936510" cy="688006"/>
            </a:xfrm>
          </p:grpSpPr>
          <p:sp>
            <p:nvSpPr>
              <p:cNvPr id="53" name="Google Shape;53;p3"/>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3"/>
            <p:cNvGrpSpPr/>
            <p:nvPr/>
          </p:nvGrpSpPr>
          <p:grpSpPr>
            <a:xfrm>
              <a:off x="8027628" y="3199534"/>
              <a:ext cx="935946" cy="1829159"/>
              <a:chOff x="4738303" y="2514672"/>
              <a:chExt cx="935946" cy="1829159"/>
            </a:xfrm>
          </p:grpSpPr>
          <p:sp>
            <p:nvSpPr>
              <p:cNvPr id="56" name="Google Shape;56;p3"/>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3"/>
            <p:cNvGrpSpPr/>
            <p:nvPr/>
          </p:nvGrpSpPr>
          <p:grpSpPr>
            <a:xfrm>
              <a:off x="6172199" y="4113949"/>
              <a:ext cx="1345775" cy="914755"/>
              <a:chOff x="2264799" y="3654374"/>
              <a:chExt cx="1345775" cy="914755"/>
            </a:xfrm>
          </p:grpSpPr>
          <p:sp>
            <p:nvSpPr>
              <p:cNvPr id="63" name="Google Shape;63;p3"/>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2"/>
              </a:buClr>
              <a:buSzPts val="1400"/>
              <a:buFont typeface="Poppins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69" name="Google Shape;6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70" name="Google Shape;70;p4"/>
          <p:cNvGrpSpPr/>
          <p:nvPr/>
        </p:nvGrpSpPr>
        <p:grpSpPr>
          <a:xfrm>
            <a:off x="6899599" y="2745080"/>
            <a:ext cx="2577275" cy="2677354"/>
            <a:chOff x="6899599" y="2745080"/>
            <a:chExt cx="2577275" cy="2677354"/>
          </a:xfrm>
        </p:grpSpPr>
        <p:grpSp>
          <p:nvGrpSpPr>
            <p:cNvPr id="71" name="Google Shape;71;p4"/>
            <p:cNvGrpSpPr/>
            <p:nvPr/>
          </p:nvGrpSpPr>
          <p:grpSpPr>
            <a:xfrm>
              <a:off x="6899599" y="3588924"/>
              <a:ext cx="2577275" cy="1833510"/>
              <a:chOff x="781874" y="1294774"/>
              <a:chExt cx="2577275" cy="1833510"/>
            </a:xfrm>
          </p:grpSpPr>
          <p:sp>
            <p:nvSpPr>
              <p:cNvPr id="72" name="Google Shape;72;p4"/>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4"/>
            <p:cNvGrpSpPr/>
            <p:nvPr/>
          </p:nvGrpSpPr>
          <p:grpSpPr>
            <a:xfrm>
              <a:off x="7887114" y="2745080"/>
              <a:ext cx="936510" cy="688006"/>
              <a:chOff x="3235964" y="2587955"/>
              <a:chExt cx="936510" cy="688006"/>
            </a:xfrm>
          </p:grpSpPr>
          <p:sp>
            <p:nvSpPr>
              <p:cNvPr id="83" name="Google Shape;83;p4"/>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extLst>
    <p:ext uri="{DCECCB84-F9BA-43D5-87BE-67443E8EF086}">
      <p15:sldGuideLst xmlns:p15="http://schemas.microsoft.com/office/powerpoint/2012/main">
        <p15:guide id="1" orient="horz" pos="11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5"/>
        <p:cNvGrpSpPr/>
        <p:nvPr/>
      </p:nvGrpSpPr>
      <p:grpSpPr>
        <a:xfrm>
          <a:off x="0" y="0"/>
          <a:ext cx="0" cy="0"/>
          <a:chOff x="0" y="0"/>
          <a:chExt cx="0" cy="0"/>
        </a:xfrm>
      </p:grpSpPr>
      <p:sp>
        <p:nvSpPr>
          <p:cNvPr id="86" name="Google Shape;86;p5"/>
          <p:cNvSpPr txBox="1">
            <a:spLocks noGrp="1"/>
          </p:cNvSpPr>
          <p:nvPr>
            <p:ph type="subTitle" idx="1"/>
          </p:nvPr>
        </p:nvSpPr>
        <p:spPr>
          <a:xfrm>
            <a:off x="5055284"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7" name="Google Shape;87;p5"/>
          <p:cNvSpPr txBox="1">
            <a:spLocks noGrp="1"/>
          </p:cNvSpPr>
          <p:nvPr>
            <p:ph type="subTitle" idx="2"/>
          </p:nvPr>
        </p:nvSpPr>
        <p:spPr>
          <a:xfrm>
            <a:off x="1583300" y="36952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8" name="Google Shape;88;p5"/>
          <p:cNvSpPr txBox="1">
            <a:spLocks noGrp="1"/>
          </p:cNvSpPr>
          <p:nvPr>
            <p:ph type="subTitle" idx="3"/>
          </p:nvPr>
        </p:nvSpPr>
        <p:spPr>
          <a:xfrm>
            <a:off x="50552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89" name="Google Shape;89;p5"/>
          <p:cNvSpPr txBox="1">
            <a:spLocks noGrp="1"/>
          </p:cNvSpPr>
          <p:nvPr>
            <p:ph type="subTitle" idx="4"/>
          </p:nvPr>
        </p:nvSpPr>
        <p:spPr>
          <a:xfrm>
            <a:off x="15830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90" name="Google Shape;9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91" name="Google Shape;91;p5"/>
          <p:cNvGrpSpPr/>
          <p:nvPr/>
        </p:nvGrpSpPr>
        <p:grpSpPr>
          <a:xfrm>
            <a:off x="117324" y="1944274"/>
            <a:ext cx="9242625" cy="3033405"/>
            <a:chOff x="117324" y="1944274"/>
            <a:chExt cx="9242625" cy="3033405"/>
          </a:xfrm>
        </p:grpSpPr>
        <p:grpSp>
          <p:nvGrpSpPr>
            <p:cNvPr id="92" name="Google Shape;92;p5"/>
            <p:cNvGrpSpPr/>
            <p:nvPr/>
          </p:nvGrpSpPr>
          <p:grpSpPr>
            <a:xfrm>
              <a:off x="8424003" y="1944274"/>
              <a:ext cx="935946" cy="1833882"/>
              <a:chOff x="4738303" y="2509949"/>
              <a:chExt cx="935946" cy="1833882"/>
            </a:xfrm>
          </p:grpSpPr>
          <p:sp>
            <p:nvSpPr>
              <p:cNvPr id="93" name="Google Shape;93;p5"/>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5"/>
            <p:cNvGrpSpPr/>
            <p:nvPr/>
          </p:nvGrpSpPr>
          <p:grpSpPr>
            <a:xfrm>
              <a:off x="117324" y="4062924"/>
              <a:ext cx="1345775" cy="914755"/>
              <a:chOff x="2264799" y="3654374"/>
              <a:chExt cx="1345775" cy="914755"/>
            </a:xfrm>
          </p:grpSpPr>
          <p:sp>
            <p:nvSpPr>
              <p:cNvPr id="100" name="Google Shape;100;p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6" name="Google Shape;106;p6"/>
          <p:cNvGrpSpPr/>
          <p:nvPr/>
        </p:nvGrpSpPr>
        <p:grpSpPr>
          <a:xfrm>
            <a:off x="7481624" y="4031499"/>
            <a:ext cx="1345775" cy="914755"/>
            <a:chOff x="2264799" y="3654374"/>
            <a:chExt cx="1345775" cy="914755"/>
          </a:xfrm>
        </p:grpSpPr>
        <p:sp>
          <p:nvSpPr>
            <p:cNvPr id="107" name="Google Shape;107;p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1"/>
        <p:cNvGrpSpPr/>
        <p:nvPr/>
      </p:nvGrpSpPr>
      <p:grpSpPr>
        <a:xfrm>
          <a:off x="0" y="0"/>
          <a:ext cx="0" cy="0"/>
          <a:chOff x="0" y="0"/>
          <a:chExt cx="0" cy="0"/>
        </a:xfrm>
      </p:grpSpPr>
      <p:sp>
        <p:nvSpPr>
          <p:cNvPr id="112" name="Google Shape;112;p7"/>
          <p:cNvSpPr txBox="1">
            <a:spLocks noGrp="1"/>
          </p:cNvSpPr>
          <p:nvPr>
            <p:ph type="title"/>
          </p:nvPr>
        </p:nvSpPr>
        <p:spPr>
          <a:xfrm>
            <a:off x="720000" y="445025"/>
            <a:ext cx="4294800" cy="15243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 name="Google Shape;113;p7"/>
          <p:cNvSpPr txBox="1">
            <a:spLocks noGrp="1"/>
          </p:cNvSpPr>
          <p:nvPr>
            <p:ph type="subTitle" idx="1"/>
          </p:nvPr>
        </p:nvSpPr>
        <p:spPr>
          <a:xfrm>
            <a:off x="720000" y="2000900"/>
            <a:ext cx="4294800" cy="2298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4"/>
        <p:cNvGrpSpPr/>
        <p:nvPr/>
      </p:nvGrpSpPr>
      <p:grpSpPr>
        <a:xfrm>
          <a:off x="0" y="0"/>
          <a:ext cx="0" cy="0"/>
          <a:chOff x="0" y="0"/>
          <a:chExt cx="0" cy="0"/>
        </a:xfrm>
      </p:grpSpPr>
      <p:pic>
        <p:nvPicPr>
          <p:cNvPr id="115" name="Google Shape;115;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6" name="Google Shape;116;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17" name="Google Shape;117;p8"/>
          <p:cNvGrpSpPr/>
          <p:nvPr/>
        </p:nvGrpSpPr>
        <p:grpSpPr>
          <a:xfrm>
            <a:off x="-684701" y="-255601"/>
            <a:ext cx="9583450" cy="5227957"/>
            <a:chOff x="-684701" y="-255601"/>
            <a:chExt cx="9583450" cy="5227957"/>
          </a:xfrm>
        </p:grpSpPr>
        <p:grpSp>
          <p:nvGrpSpPr>
            <p:cNvPr id="118" name="Google Shape;118;p8"/>
            <p:cNvGrpSpPr/>
            <p:nvPr/>
          </p:nvGrpSpPr>
          <p:grpSpPr>
            <a:xfrm>
              <a:off x="-684701" y="-255601"/>
              <a:ext cx="2577275" cy="1833510"/>
              <a:chOff x="781874" y="1294774"/>
              <a:chExt cx="2577275" cy="1833510"/>
            </a:xfrm>
          </p:grpSpPr>
          <p:sp>
            <p:nvSpPr>
              <p:cNvPr id="119" name="Google Shape;119;p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8"/>
            <p:cNvGrpSpPr/>
            <p:nvPr/>
          </p:nvGrpSpPr>
          <p:grpSpPr>
            <a:xfrm>
              <a:off x="7962803" y="3143197"/>
              <a:ext cx="935946" cy="1829159"/>
              <a:chOff x="4738303" y="2514672"/>
              <a:chExt cx="935946" cy="1829159"/>
            </a:xfrm>
          </p:grpSpPr>
          <p:sp>
            <p:nvSpPr>
              <p:cNvPr id="130" name="Google Shape;130;p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8"/>
            <p:cNvGrpSpPr/>
            <p:nvPr/>
          </p:nvGrpSpPr>
          <p:grpSpPr>
            <a:xfrm>
              <a:off x="6360749" y="4057599"/>
              <a:ext cx="1345775" cy="914755"/>
              <a:chOff x="2264799" y="3654374"/>
              <a:chExt cx="1345775" cy="914755"/>
            </a:xfrm>
          </p:grpSpPr>
          <p:sp>
            <p:nvSpPr>
              <p:cNvPr id="137" name="Google Shape;137;p8"/>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1"/>
        <p:cNvGrpSpPr/>
        <p:nvPr/>
      </p:nvGrpSpPr>
      <p:grpSpPr>
        <a:xfrm>
          <a:off x="0" y="0"/>
          <a:ext cx="0" cy="0"/>
          <a:chOff x="0" y="0"/>
          <a:chExt cx="0" cy="0"/>
        </a:xfrm>
      </p:grpSpPr>
      <p:pic>
        <p:nvPicPr>
          <p:cNvPr id="142" name="Google Shape;142;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3" name="Google Shape;143;p9"/>
          <p:cNvSpPr txBox="1">
            <a:spLocks noGrp="1"/>
          </p:cNvSpPr>
          <p:nvPr>
            <p:ph type="title"/>
          </p:nvPr>
        </p:nvSpPr>
        <p:spPr>
          <a:xfrm>
            <a:off x="2135550" y="1541188"/>
            <a:ext cx="48729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44" name="Google Shape;144;p9"/>
          <p:cNvSpPr txBox="1">
            <a:spLocks noGrp="1"/>
          </p:cNvSpPr>
          <p:nvPr>
            <p:ph type="subTitle" idx="1"/>
          </p:nvPr>
        </p:nvSpPr>
        <p:spPr>
          <a:xfrm>
            <a:off x="2135550" y="2931213"/>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45" name="Google Shape;145;p9"/>
          <p:cNvGrpSpPr/>
          <p:nvPr/>
        </p:nvGrpSpPr>
        <p:grpSpPr>
          <a:xfrm>
            <a:off x="-244726" y="136174"/>
            <a:ext cx="9143475" cy="4810080"/>
            <a:chOff x="-244726" y="136174"/>
            <a:chExt cx="9143475" cy="4810080"/>
          </a:xfrm>
        </p:grpSpPr>
        <p:grpSp>
          <p:nvGrpSpPr>
            <p:cNvPr id="146" name="Google Shape;146;p9"/>
            <p:cNvGrpSpPr/>
            <p:nvPr/>
          </p:nvGrpSpPr>
          <p:grpSpPr>
            <a:xfrm>
              <a:off x="7962803" y="2451822"/>
              <a:ext cx="935946" cy="1829159"/>
              <a:chOff x="4738303" y="2514672"/>
              <a:chExt cx="935946" cy="1829159"/>
            </a:xfrm>
          </p:grpSpPr>
          <p:sp>
            <p:nvSpPr>
              <p:cNvPr id="147" name="Google Shape;147;p9"/>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9"/>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9"/>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9"/>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9"/>
            <p:cNvGrpSpPr/>
            <p:nvPr/>
          </p:nvGrpSpPr>
          <p:grpSpPr>
            <a:xfrm>
              <a:off x="2135549" y="4031499"/>
              <a:ext cx="1345775" cy="914755"/>
              <a:chOff x="2264799" y="3654374"/>
              <a:chExt cx="1345775" cy="914755"/>
            </a:xfrm>
          </p:grpSpPr>
          <p:sp>
            <p:nvSpPr>
              <p:cNvPr id="154" name="Google Shape;154;p9"/>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9"/>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158;p9"/>
            <p:cNvGrpSpPr/>
            <p:nvPr/>
          </p:nvGrpSpPr>
          <p:grpSpPr>
            <a:xfrm>
              <a:off x="-244726" y="136174"/>
              <a:ext cx="2577275" cy="1833510"/>
              <a:chOff x="781874" y="1294774"/>
              <a:chExt cx="2577275" cy="1833510"/>
            </a:xfrm>
          </p:grpSpPr>
          <p:sp>
            <p:nvSpPr>
              <p:cNvPr id="159" name="Google Shape;159;p9"/>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9"/>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9"/>
        <p:cNvGrpSpPr/>
        <p:nvPr/>
      </p:nvGrpSpPr>
      <p:grpSpPr>
        <a:xfrm>
          <a:off x="0" y="0"/>
          <a:ext cx="0" cy="0"/>
          <a:chOff x="0" y="0"/>
          <a:chExt cx="0" cy="0"/>
        </a:xfrm>
      </p:grpSpPr>
      <p:sp>
        <p:nvSpPr>
          <p:cNvPr id="170" name="Google Shape;170;p10"/>
          <p:cNvSpPr>
            <a:spLocks noGrp="1"/>
          </p:cNvSpPr>
          <p:nvPr>
            <p:ph type="pic" idx="2"/>
          </p:nvPr>
        </p:nvSpPr>
        <p:spPr>
          <a:xfrm>
            <a:off x="-25" y="-13725"/>
            <a:ext cx="9144000" cy="5157300"/>
          </a:xfrm>
          <a:prstGeom prst="rect">
            <a:avLst/>
          </a:prstGeom>
          <a:noFill/>
          <a:ln>
            <a:noFill/>
          </a:ln>
        </p:spPr>
      </p:sp>
      <p:sp>
        <p:nvSpPr>
          <p:cNvPr id="171" name="Google Shape;171;p10"/>
          <p:cNvSpPr txBox="1">
            <a:spLocks noGrp="1"/>
          </p:cNvSpPr>
          <p:nvPr>
            <p:ph type="title"/>
          </p:nvPr>
        </p:nvSpPr>
        <p:spPr>
          <a:xfrm>
            <a:off x="720000" y="4014450"/>
            <a:ext cx="7704000" cy="5727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2"/>
        <p:cNvGrpSpPr/>
        <p:nvPr/>
      </p:nvGrpSpPr>
      <p:grpSpPr>
        <a:xfrm>
          <a:off x="0" y="0"/>
          <a:ext cx="0" cy="0"/>
          <a:chOff x="0" y="0"/>
          <a:chExt cx="0" cy="0"/>
        </a:xfrm>
      </p:grpSpPr>
      <p:pic>
        <p:nvPicPr>
          <p:cNvPr id="173" name="Google Shape;173;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4" name="Google Shape;174;p11"/>
          <p:cNvSpPr txBox="1">
            <a:spLocks noGrp="1"/>
          </p:cNvSpPr>
          <p:nvPr>
            <p:ph type="title" hasCustomPrompt="1"/>
          </p:nvPr>
        </p:nvSpPr>
        <p:spPr>
          <a:xfrm>
            <a:off x="1284000" y="1215175"/>
            <a:ext cx="6576000" cy="13347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l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75" name="Google Shape;175;p11"/>
          <p:cNvSpPr txBox="1">
            <a:spLocks noGrp="1"/>
          </p:cNvSpPr>
          <p:nvPr>
            <p:ph type="subTitle" idx="1"/>
          </p:nvPr>
        </p:nvSpPr>
        <p:spPr>
          <a:xfrm>
            <a:off x="1284000" y="2850299"/>
            <a:ext cx="6576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76" name="Google Shape;176;p11"/>
          <p:cNvGrpSpPr/>
          <p:nvPr/>
        </p:nvGrpSpPr>
        <p:grpSpPr>
          <a:xfrm>
            <a:off x="-575414" y="236724"/>
            <a:ext cx="9256137" cy="4578762"/>
            <a:chOff x="-575414" y="236724"/>
            <a:chExt cx="9256137" cy="4578762"/>
          </a:xfrm>
        </p:grpSpPr>
        <p:grpSp>
          <p:nvGrpSpPr>
            <p:cNvPr id="177" name="Google Shape;177;p11"/>
            <p:cNvGrpSpPr/>
            <p:nvPr/>
          </p:nvGrpSpPr>
          <p:grpSpPr>
            <a:xfrm>
              <a:off x="-575414" y="236724"/>
              <a:ext cx="2577275" cy="1833510"/>
              <a:chOff x="781874" y="1294774"/>
              <a:chExt cx="2577275" cy="1833510"/>
            </a:xfrm>
          </p:grpSpPr>
          <p:sp>
            <p:nvSpPr>
              <p:cNvPr id="178" name="Google Shape;178;p1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 name="Google Shape;188;p11"/>
            <p:cNvGrpSpPr/>
            <p:nvPr/>
          </p:nvGrpSpPr>
          <p:grpSpPr>
            <a:xfrm>
              <a:off x="952289" y="4127480"/>
              <a:ext cx="936510" cy="688006"/>
              <a:chOff x="3235964" y="2587955"/>
              <a:chExt cx="936510" cy="688006"/>
            </a:xfrm>
          </p:grpSpPr>
          <p:sp>
            <p:nvSpPr>
              <p:cNvPr id="189" name="Google Shape;189;p1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1"/>
            <p:cNvGrpSpPr/>
            <p:nvPr/>
          </p:nvGrpSpPr>
          <p:grpSpPr>
            <a:xfrm>
              <a:off x="7744778" y="2850299"/>
              <a:ext cx="935946" cy="1833882"/>
              <a:chOff x="4738303" y="2509949"/>
              <a:chExt cx="935946" cy="1833882"/>
            </a:xfrm>
          </p:grpSpPr>
          <p:sp>
            <p:nvSpPr>
              <p:cNvPr id="192" name="Google Shape;192;p11"/>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6109324" y="236724"/>
              <a:ext cx="1345775" cy="914755"/>
              <a:chOff x="2264799" y="3654374"/>
              <a:chExt cx="1345775" cy="914755"/>
            </a:xfrm>
          </p:grpSpPr>
          <p:sp>
            <p:nvSpPr>
              <p:cNvPr id="199" name="Google Shape;199;p11"/>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0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04"/>
        <p:cNvGrpSpPr/>
        <p:nvPr/>
      </p:nvGrpSpPr>
      <p:grpSpPr>
        <a:xfrm>
          <a:off x="0" y="0"/>
          <a:ext cx="0" cy="0"/>
          <a:chOff x="0" y="0"/>
          <a:chExt cx="0" cy="0"/>
        </a:xfrm>
      </p:grpSpPr>
      <p:sp>
        <p:nvSpPr>
          <p:cNvPr id="205" name="Google Shape;205;p13"/>
          <p:cNvSpPr txBox="1">
            <a:spLocks noGrp="1"/>
          </p:cNvSpPr>
          <p:nvPr>
            <p:ph type="subTitle" idx="1"/>
          </p:nvPr>
        </p:nvSpPr>
        <p:spPr>
          <a:xfrm>
            <a:off x="720000"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subTitle" idx="2"/>
          </p:nvPr>
        </p:nvSpPr>
        <p:spPr>
          <a:xfrm>
            <a:off x="3346572"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13"/>
          <p:cNvSpPr txBox="1">
            <a:spLocks noGrp="1"/>
          </p:cNvSpPr>
          <p:nvPr>
            <p:ph type="subTitle" idx="3"/>
          </p:nvPr>
        </p:nvSpPr>
        <p:spPr>
          <a:xfrm>
            <a:off x="720000"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subTitle" idx="4"/>
          </p:nvPr>
        </p:nvSpPr>
        <p:spPr>
          <a:xfrm>
            <a:off x="3346572"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13"/>
          <p:cNvSpPr txBox="1">
            <a:spLocks noGrp="1"/>
          </p:cNvSpPr>
          <p:nvPr>
            <p:ph type="subTitle" idx="5"/>
          </p:nvPr>
        </p:nvSpPr>
        <p:spPr>
          <a:xfrm>
            <a:off x="5973152" y="2285397"/>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0" name="Google Shape;210;p13"/>
          <p:cNvSpPr txBox="1">
            <a:spLocks noGrp="1"/>
          </p:cNvSpPr>
          <p:nvPr>
            <p:ph type="subTitle" idx="6"/>
          </p:nvPr>
        </p:nvSpPr>
        <p:spPr>
          <a:xfrm>
            <a:off x="5973152" y="4018575"/>
            <a:ext cx="245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13"/>
          <p:cNvSpPr txBox="1">
            <a:spLocks noGrp="1"/>
          </p:cNvSpPr>
          <p:nvPr>
            <p:ph type="title" hasCustomPrompt="1"/>
          </p:nvPr>
        </p:nvSpPr>
        <p:spPr>
          <a:xfrm>
            <a:off x="720000"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2" name="Google Shape;212;p13"/>
          <p:cNvSpPr txBox="1">
            <a:spLocks noGrp="1"/>
          </p:cNvSpPr>
          <p:nvPr>
            <p:ph type="title" idx="7" hasCustomPrompt="1"/>
          </p:nvPr>
        </p:nvSpPr>
        <p:spPr>
          <a:xfrm>
            <a:off x="720000"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title" idx="8" hasCustomPrompt="1"/>
          </p:nvPr>
        </p:nvSpPr>
        <p:spPr>
          <a:xfrm>
            <a:off x="3346572"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4" name="Google Shape;214;p13"/>
          <p:cNvSpPr txBox="1">
            <a:spLocks noGrp="1"/>
          </p:cNvSpPr>
          <p:nvPr>
            <p:ph type="title" idx="9" hasCustomPrompt="1"/>
          </p:nvPr>
        </p:nvSpPr>
        <p:spPr>
          <a:xfrm>
            <a:off x="3346572"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5" name="Google Shape;215;p13"/>
          <p:cNvSpPr txBox="1">
            <a:spLocks noGrp="1"/>
          </p:cNvSpPr>
          <p:nvPr>
            <p:ph type="title" idx="13" hasCustomPrompt="1"/>
          </p:nvPr>
        </p:nvSpPr>
        <p:spPr>
          <a:xfrm>
            <a:off x="5973152" y="1332025"/>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6" name="Google Shape;216;p13"/>
          <p:cNvSpPr txBox="1">
            <a:spLocks noGrp="1"/>
          </p:cNvSpPr>
          <p:nvPr>
            <p:ph type="title" idx="14" hasCustomPrompt="1"/>
          </p:nvPr>
        </p:nvSpPr>
        <p:spPr>
          <a:xfrm>
            <a:off x="5973152" y="3064618"/>
            <a:ext cx="7809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7" name="Google Shape;217;p13"/>
          <p:cNvSpPr txBox="1">
            <a:spLocks noGrp="1"/>
          </p:cNvSpPr>
          <p:nvPr>
            <p:ph type="subTitle" idx="15"/>
          </p:nvPr>
        </p:nvSpPr>
        <p:spPr>
          <a:xfrm>
            <a:off x="720000"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18" name="Google Shape;218;p13"/>
          <p:cNvSpPr txBox="1">
            <a:spLocks noGrp="1"/>
          </p:cNvSpPr>
          <p:nvPr>
            <p:ph type="subTitle" idx="16"/>
          </p:nvPr>
        </p:nvSpPr>
        <p:spPr>
          <a:xfrm>
            <a:off x="3346572"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19" name="Google Shape;219;p13"/>
          <p:cNvSpPr txBox="1">
            <a:spLocks noGrp="1"/>
          </p:cNvSpPr>
          <p:nvPr>
            <p:ph type="subTitle" idx="17"/>
          </p:nvPr>
        </p:nvSpPr>
        <p:spPr>
          <a:xfrm>
            <a:off x="5973152" y="187731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0" name="Google Shape;220;p13"/>
          <p:cNvSpPr txBox="1">
            <a:spLocks noGrp="1"/>
          </p:cNvSpPr>
          <p:nvPr>
            <p:ph type="subTitle" idx="18"/>
          </p:nvPr>
        </p:nvSpPr>
        <p:spPr>
          <a:xfrm>
            <a:off x="720000"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1" name="Google Shape;221;p13"/>
          <p:cNvSpPr txBox="1">
            <a:spLocks noGrp="1"/>
          </p:cNvSpPr>
          <p:nvPr>
            <p:ph type="subTitle" idx="19"/>
          </p:nvPr>
        </p:nvSpPr>
        <p:spPr>
          <a:xfrm>
            <a:off x="3346572"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2" name="Google Shape;222;p13"/>
          <p:cNvSpPr txBox="1">
            <a:spLocks noGrp="1"/>
          </p:cNvSpPr>
          <p:nvPr>
            <p:ph type="subTitle" idx="20"/>
          </p:nvPr>
        </p:nvSpPr>
        <p:spPr>
          <a:xfrm>
            <a:off x="5973152" y="3609976"/>
            <a:ext cx="2450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223" name="Google Shape;223;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24" name="Google Shape;224;p13"/>
          <p:cNvGrpSpPr/>
          <p:nvPr/>
        </p:nvGrpSpPr>
        <p:grpSpPr>
          <a:xfrm>
            <a:off x="-257850" y="1718480"/>
            <a:ext cx="9618198" cy="3180026"/>
            <a:chOff x="-257850" y="1718480"/>
            <a:chExt cx="9618198" cy="3180026"/>
          </a:xfrm>
        </p:grpSpPr>
        <p:grpSp>
          <p:nvGrpSpPr>
            <p:cNvPr id="225" name="Google Shape;225;p13"/>
            <p:cNvGrpSpPr/>
            <p:nvPr/>
          </p:nvGrpSpPr>
          <p:grpSpPr>
            <a:xfrm>
              <a:off x="8423839" y="1718480"/>
              <a:ext cx="936510" cy="688006"/>
              <a:chOff x="3235964" y="2587955"/>
              <a:chExt cx="936510" cy="688006"/>
            </a:xfrm>
          </p:grpSpPr>
          <p:sp>
            <p:nvSpPr>
              <p:cNvPr id="226" name="Google Shape;226;p13"/>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3"/>
            <p:cNvGrpSpPr/>
            <p:nvPr/>
          </p:nvGrpSpPr>
          <p:grpSpPr>
            <a:xfrm>
              <a:off x="-257850" y="3064624"/>
              <a:ext cx="935946" cy="1833882"/>
              <a:chOff x="4738303" y="2509949"/>
              <a:chExt cx="935946" cy="1833882"/>
            </a:xfrm>
          </p:grpSpPr>
          <p:sp>
            <p:nvSpPr>
              <p:cNvPr id="229" name="Google Shape;229;p13"/>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3"/>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35"/>
        <p:cNvGrpSpPr/>
        <p:nvPr/>
      </p:nvGrpSpPr>
      <p:grpSpPr>
        <a:xfrm>
          <a:off x="0" y="0"/>
          <a:ext cx="0" cy="0"/>
          <a:chOff x="0" y="0"/>
          <a:chExt cx="0" cy="0"/>
        </a:xfrm>
      </p:grpSpPr>
      <p:sp>
        <p:nvSpPr>
          <p:cNvPr id="236" name="Google Shape;23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37" name="Google Shape;237;p14"/>
          <p:cNvGrpSpPr/>
          <p:nvPr/>
        </p:nvGrpSpPr>
        <p:grpSpPr>
          <a:xfrm>
            <a:off x="-289972" y="1493824"/>
            <a:ext cx="9188996" cy="3454187"/>
            <a:chOff x="-289972" y="1493824"/>
            <a:chExt cx="9188996" cy="3454187"/>
          </a:xfrm>
        </p:grpSpPr>
        <p:grpSp>
          <p:nvGrpSpPr>
            <p:cNvPr id="238" name="Google Shape;238;p14"/>
            <p:cNvGrpSpPr/>
            <p:nvPr/>
          </p:nvGrpSpPr>
          <p:grpSpPr>
            <a:xfrm>
              <a:off x="7962514" y="4260005"/>
              <a:ext cx="936510" cy="688006"/>
              <a:chOff x="3235964" y="2587955"/>
              <a:chExt cx="936510" cy="688006"/>
            </a:xfrm>
          </p:grpSpPr>
          <p:sp>
            <p:nvSpPr>
              <p:cNvPr id="239" name="Google Shape;239;p14"/>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4"/>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14"/>
            <p:cNvGrpSpPr/>
            <p:nvPr/>
          </p:nvGrpSpPr>
          <p:grpSpPr>
            <a:xfrm>
              <a:off x="-289972" y="1493824"/>
              <a:ext cx="935946" cy="1833882"/>
              <a:chOff x="4738303" y="2509949"/>
              <a:chExt cx="935946" cy="1833882"/>
            </a:xfrm>
          </p:grpSpPr>
          <p:sp>
            <p:nvSpPr>
              <p:cNvPr id="242" name="Google Shape;242;p14"/>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4"/>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4"/>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4"/>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4"/>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4"/>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48"/>
        <p:cNvGrpSpPr/>
        <p:nvPr/>
      </p:nvGrpSpPr>
      <p:grpSpPr>
        <a:xfrm>
          <a:off x="0" y="0"/>
          <a:ext cx="0" cy="0"/>
          <a:chOff x="0" y="0"/>
          <a:chExt cx="0" cy="0"/>
        </a:xfrm>
      </p:grpSpPr>
      <p:sp>
        <p:nvSpPr>
          <p:cNvPr id="249" name="Google Shape;249;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50" name="Google Shape;250;p15"/>
          <p:cNvGrpSpPr/>
          <p:nvPr/>
        </p:nvGrpSpPr>
        <p:grpSpPr>
          <a:xfrm>
            <a:off x="1081074" y="1933799"/>
            <a:ext cx="9631925" cy="3127580"/>
            <a:chOff x="1081074" y="1933799"/>
            <a:chExt cx="9631925" cy="3127580"/>
          </a:xfrm>
        </p:grpSpPr>
        <p:grpSp>
          <p:nvGrpSpPr>
            <p:cNvPr id="251" name="Google Shape;251;p15"/>
            <p:cNvGrpSpPr/>
            <p:nvPr/>
          </p:nvGrpSpPr>
          <p:grpSpPr>
            <a:xfrm>
              <a:off x="8135724" y="1933799"/>
              <a:ext cx="2577275" cy="1833510"/>
              <a:chOff x="781874" y="1294774"/>
              <a:chExt cx="2577275" cy="1833510"/>
            </a:xfrm>
          </p:grpSpPr>
          <p:sp>
            <p:nvSpPr>
              <p:cNvPr id="252" name="Google Shape;252;p15"/>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5"/>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5"/>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5"/>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5"/>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5"/>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5"/>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15"/>
            <p:cNvGrpSpPr/>
            <p:nvPr/>
          </p:nvGrpSpPr>
          <p:grpSpPr>
            <a:xfrm>
              <a:off x="1081074" y="4146624"/>
              <a:ext cx="1345775" cy="914755"/>
              <a:chOff x="2264799" y="3654374"/>
              <a:chExt cx="1345775" cy="914755"/>
            </a:xfrm>
          </p:grpSpPr>
          <p:sp>
            <p:nvSpPr>
              <p:cNvPr id="263" name="Google Shape;263;p1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267"/>
        <p:cNvGrpSpPr/>
        <p:nvPr/>
      </p:nvGrpSpPr>
      <p:grpSpPr>
        <a:xfrm>
          <a:off x="0" y="0"/>
          <a:ext cx="0" cy="0"/>
          <a:chOff x="0" y="0"/>
          <a:chExt cx="0" cy="0"/>
        </a:xfrm>
      </p:grpSpPr>
      <p:sp>
        <p:nvSpPr>
          <p:cNvPr id="268" name="Google Shape;268;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69" name="Google Shape;269;p16"/>
          <p:cNvGrpSpPr/>
          <p:nvPr/>
        </p:nvGrpSpPr>
        <p:grpSpPr>
          <a:xfrm>
            <a:off x="6263389" y="-492526"/>
            <a:ext cx="2480210" cy="914755"/>
            <a:chOff x="6263389" y="-492526"/>
            <a:chExt cx="2480210" cy="914755"/>
          </a:xfrm>
        </p:grpSpPr>
        <p:grpSp>
          <p:nvGrpSpPr>
            <p:cNvPr id="270" name="Google Shape;270;p16"/>
            <p:cNvGrpSpPr/>
            <p:nvPr/>
          </p:nvGrpSpPr>
          <p:grpSpPr>
            <a:xfrm>
              <a:off x="6263389" y="-379145"/>
              <a:ext cx="936510" cy="688006"/>
              <a:chOff x="3235964" y="2587955"/>
              <a:chExt cx="936510" cy="688006"/>
            </a:xfrm>
          </p:grpSpPr>
          <p:sp>
            <p:nvSpPr>
              <p:cNvPr id="271" name="Google Shape;271;p16"/>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 name="Google Shape;273;p16"/>
            <p:cNvGrpSpPr/>
            <p:nvPr/>
          </p:nvGrpSpPr>
          <p:grpSpPr>
            <a:xfrm>
              <a:off x="7397824" y="-492526"/>
              <a:ext cx="1345775" cy="914755"/>
              <a:chOff x="2264799" y="3654374"/>
              <a:chExt cx="1345775" cy="914755"/>
            </a:xfrm>
          </p:grpSpPr>
          <p:sp>
            <p:nvSpPr>
              <p:cNvPr id="274" name="Google Shape;274;p1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78"/>
        <p:cNvGrpSpPr/>
        <p:nvPr/>
      </p:nvGrpSpPr>
      <p:grpSpPr>
        <a:xfrm>
          <a:off x="0" y="0"/>
          <a:ext cx="0" cy="0"/>
          <a:chOff x="0" y="0"/>
          <a:chExt cx="0" cy="0"/>
        </a:xfrm>
      </p:grpSpPr>
      <p:pic>
        <p:nvPicPr>
          <p:cNvPr id="279" name="Google Shape;279;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0" name="Google Shape;280;p17"/>
          <p:cNvSpPr txBox="1">
            <a:spLocks noGrp="1"/>
          </p:cNvSpPr>
          <p:nvPr>
            <p:ph type="title"/>
          </p:nvPr>
        </p:nvSpPr>
        <p:spPr>
          <a:xfrm>
            <a:off x="1226400" y="3128675"/>
            <a:ext cx="6691200" cy="66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81" name="Google Shape;281;p17"/>
          <p:cNvSpPr txBox="1">
            <a:spLocks noGrp="1"/>
          </p:cNvSpPr>
          <p:nvPr>
            <p:ph type="subTitle" idx="1"/>
          </p:nvPr>
        </p:nvSpPr>
        <p:spPr>
          <a:xfrm>
            <a:off x="1226400" y="1429225"/>
            <a:ext cx="6691200" cy="151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282" name="Google Shape;282;p17"/>
          <p:cNvGrpSpPr/>
          <p:nvPr/>
        </p:nvGrpSpPr>
        <p:grpSpPr>
          <a:xfrm>
            <a:off x="-312476" y="134499"/>
            <a:ext cx="9211500" cy="5489485"/>
            <a:chOff x="-312476" y="134499"/>
            <a:chExt cx="9211500" cy="5489485"/>
          </a:xfrm>
        </p:grpSpPr>
        <p:grpSp>
          <p:nvGrpSpPr>
            <p:cNvPr id="283" name="Google Shape;283;p17"/>
            <p:cNvGrpSpPr/>
            <p:nvPr/>
          </p:nvGrpSpPr>
          <p:grpSpPr>
            <a:xfrm>
              <a:off x="-312476" y="3790474"/>
              <a:ext cx="2577275" cy="1833510"/>
              <a:chOff x="781874" y="1294774"/>
              <a:chExt cx="2577275" cy="1833510"/>
            </a:xfrm>
          </p:grpSpPr>
          <p:sp>
            <p:nvSpPr>
              <p:cNvPr id="284" name="Google Shape;284;p17"/>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7"/>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7"/>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7"/>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7"/>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7"/>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7"/>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7"/>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7"/>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7"/>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 name="Google Shape;294;p17"/>
            <p:cNvGrpSpPr/>
            <p:nvPr/>
          </p:nvGrpSpPr>
          <p:grpSpPr>
            <a:xfrm>
              <a:off x="7962514" y="1163280"/>
              <a:ext cx="936510" cy="688006"/>
              <a:chOff x="3235964" y="2587955"/>
              <a:chExt cx="936510" cy="688006"/>
            </a:xfrm>
          </p:grpSpPr>
          <p:sp>
            <p:nvSpPr>
              <p:cNvPr id="295" name="Google Shape;295;p17"/>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7"/>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 name="Google Shape;297;p17"/>
            <p:cNvGrpSpPr/>
            <p:nvPr/>
          </p:nvGrpSpPr>
          <p:grpSpPr>
            <a:xfrm>
              <a:off x="6905474" y="134499"/>
              <a:ext cx="1345775" cy="914755"/>
              <a:chOff x="2264799" y="3654374"/>
              <a:chExt cx="1345775" cy="914755"/>
            </a:xfrm>
          </p:grpSpPr>
          <p:sp>
            <p:nvSpPr>
              <p:cNvPr id="298" name="Google Shape;298;p17"/>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7"/>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7"/>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7"/>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02"/>
        <p:cNvGrpSpPr/>
        <p:nvPr/>
      </p:nvGrpSpPr>
      <p:grpSpPr>
        <a:xfrm>
          <a:off x="0" y="0"/>
          <a:ext cx="0" cy="0"/>
          <a:chOff x="0" y="0"/>
          <a:chExt cx="0" cy="0"/>
        </a:xfrm>
      </p:grpSpPr>
      <p:grpSp>
        <p:nvGrpSpPr>
          <p:cNvPr id="303" name="Google Shape;303;p18"/>
          <p:cNvGrpSpPr/>
          <p:nvPr/>
        </p:nvGrpSpPr>
        <p:grpSpPr>
          <a:xfrm>
            <a:off x="5605824" y="-266076"/>
            <a:ext cx="3292925" cy="5294770"/>
            <a:chOff x="5605824" y="-266076"/>
            <a:chExt cx="3292925" cy="5294770"/>
          </a:xfrm>
        </p:grpSpPr>
        <p:grpSp>
          <p:nvGrpSpPr>
            <p:cNvPr id="304" name="Google Shape;304;p18"/>
            <p:cNvGrpSpPr/>
            <p:nvPr/>
          </p:nvGrpSpPr>
          <p:grpSpPr>
            <a:xfrm>
              <a:off x="5605824" y="-266076"/>
              <a:ext cx="2577275" cy="1833510"/>
              <a:chOff x="781874" y="1294774"/>
              <a:chExt cx="2577275" cy="1833510"/>
            </a:xfrm>
          </p:grpSpPr>
          <p:sp>
            <p:nvSpPr>
              <p:cNvPr id="305" name="Google Shape;305;p1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18"/>
            <p:cNvGrpSpPr/>
            <p:nvPr/>
          </p:nvGrpSpPr>
          <p:grpSpPr>
            <a:xfrm>
              <a:off x="7962803" y="3199534"/>
              <a:ext cx="935946" cy="1829159"/>
              <a:chOff x="4738303" y="2514672"/>
              <a:chExt cx="935946" cy="1829159"/>
            </a:xfrm>
          </p:grpSpPr>
          <p:sp>
            <p:nvSpPr>
              <p:cNvPr id="316" name="Google Shape;316;p1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2" name="Google Shape;322;p18"/>
          <p:cNvSpPr>
            <a:spLocks noGrp="1"/>
          </p:cNvSpPr>
          <p:nvPr>
            <p:ph type="pic" idx="2"/>
          </p:nvPr>
        </p:nvSpPr>
        <p:spPr>
          <a:xfrm>
            <a:off x="5273100" y="533863"/>
            <a:ext cx="2910000" cy="4075800"/>
          </a:xfrm>
          <a:prstGeom prst="rect">
            <a:avLst/>
          </a:prstGeom>
          <a:noFill/>
          <a:ln>
            <a:noFill/>
          </a:ln>
        </p:spPr>
      </p:sp>
      <p:sp>
        <p:nvSpPr>
          <p:cNvPr id="323" name="Google Shape;323;p18"/>
          <p:cNvSpPr txBox="1">
            <a:spLocks noGrp="1"/>
          </p:cNvSpPr>
          <p:nvPr>
            <p:ph type="title"/>
          </p:nvPr>
        </p:nvSpPr>
        <p:spPr>
          <a:xfrm>
            <a:off x="720000" y="836175"/>
            <a:ext cx="3519600" cy="2296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4" name="Google Shape;324;p18"/>
          <p:cNvSpPr txBox="1">
            <a:spLocks noGrp="1"/>
          </p:cNvSpPr>
          <p:nvPr>
            <p:ph type="subTitle" idx="1"/>
          </p:nvPr>
        </p:nvSpPr>
        <p:spPr>
          <a:xfrm>
            <a:off x="720000" y="3132225"/>
            <a:ext cx="3519600" cy="111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25"/>
        <p:cNvGrpSpPr/>
        <p:nvPr/>
      </p:nvGrpSpPr>
      <p:grpSpPr>
        <a:xfrm>
          <a:off x="0" y="0"/>
          <a:ext cx="0" cy="0"/>
          <a:chOff x="0" y="0"/>
          <a:chExt cx="0" cy="0"/>
        </a:xfrm>
      </p:grpSpPr>
      <p:sp>
        <p:nvSpPr>
          <p:cNvPr id="326" name="Google Shape;326;p19"/>
          <p:cNvSpPr txBox="1">
            <a:spLocks noGrp="1"/>
          </p:cNvSpPr>
          <p:nvPr>
            <p:ph type="title"/>
          </p:nvPr>
        </p:nvSpPr>
        <p:spPr>
          <a:xfrm>
            <a:off x="720000" y="1435213"/>
            <a:ext cx="3103500" cy="1108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7" name="Google Shape;327;p19"/>
          <p:cNvSpPr txBox="1">
            <a:spLocks noGrp="1"/>
          </p:cNvSpPr>
          <p:nvPr>
            <p:ph type="subTitle" idx="1"/>
          </p:nvPr>
        </p:nvSpPr>
        <p:spPr>
          <a:xfrm>
            <a:off x="720000" y="2543688"/>
            <a:ext cx="3103500" cy="116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28" name="Google Shape;328;p19"/>
          <p:cNvGrpSpPr/>
          <p:nvPr/>
        </p:nvGrpSpPr>
        <p:grpSpPr>
          <a:xfrm>
            <a:off x="876149" y="-589501"/>
            <a:ext cx="6689450" cy="6267410"/>
            <a:chOff x="876149" y="-589501"/>
            <a:chExt cx="6689450" cy="6267410"/>
          </a:xfrm>
        </p:grpSpPr>
        <p:grpSp>
          <p:nvGrpSpPr>
            <p:cNvPr id="329" name="Google Shape;329;p19"/>
            <p:cNvGrpSpPr/>
            <p:nvPr/>
          </p:nvGrpSpPr>
          <p:grpSpPr>
            <a:xfrm>
              <a:off x="876149" y="3844399"/>
              <a:ext cx="2577275" cy="1833510"/>
              <a:chOff x="781874" y="1294774"/>
              <a:chExt cx="2577275" cy="1833510"/>
            </a:xfrm>
          </p:grpSpPr>
          <p:sp>
            <p:nvSpPr>
              <p:cNvPr id="330" name="Google Shape;330;p19"/>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0" name="Google Shape;340;p19"/>
            <p:cNvGrpSpPr/>
            <p:nvPr/>
          </p:nvGrpSpPr>
          <p:grpSpPr>
            <a:xfrm>
              <a:off x="6629653" y="-589501"/>
              <a:ext cx="935946" cy="1829159"/>
              <a:chOff x="4738303" y="2509949"/>
              <a:chExt cx="935946" cy="1829159"/>
            </a:xfrm>
          </p:grpSpPr>
          <p:sp>
            <p:nvSpPr>
              <p:cNvPr id="341" name="Google Shape;341;p19"/>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rot="10800000">
                <a:off x="5149225" y="3655392"/>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rot="10800000">
                <a:off x="4739588" y="3881008"/>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rot="10800000">
                <a:off x="4739588" y="342304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347"/>
        <p:cNvGrpSpPr/>
        <p:nvPr/>
      </p:nvGrpSpPr>
      <p:grpSpPr>
        <a:xfrm>
          <a:off x="0" y="0"/>
          <a:ext cx="0" cy="0"/>
          <a:chOff x="0" y="0"/>
          <a:chExt cx="0" cy="0"/>
        </a:xfrm>
      </p:grpSpPr>
      <p:sp>
        <p:nvSpPr>
          <p:cNvPr id="348" name="Google Shape;348;p20"/>
          <p:cNvSpPr txBox="1">
            <a:spLocks noGrp="1"/>
          </p:cNvSpPr>
          <p:nvPr>
            <p:ph type="title"/>
          </p:nvPr>
        </p:nvSpPr>
        <p:spPr>
          <a:xfrm>
            <a:off x="4038175" y="1712763"/>
            <a:ext cx="3968100" cy="687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9" name="Google Shape;349;p20"/>
          <p:cNvSpPr txBox="1">
            <a:spLocks noGrp="1"/>
          </p:cNvSpPr>
          <p:nvPr>
            <p:ph type="subTitle" idx="1"/>
          </p:nvPr>
        </p:nvSpPr>
        <p:spPr>
          <a:xfrm>
            <a:off x="4038375" y="2399638"/>
            <a:ext cx="3968100" cy="1031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50" name="Google Shape;350;p20"/>
          <p:cNvGrpSpPr/>
          <p:nvPr/>
        </p:nvGrpSpPr>
        <p:grpSpPr>
          <a:xfrm>
            <a:off x="-627601" y="-377251"/>
            <a:ext cx="7883675" cy="5333955"/>
            <a:chOff x="-627601" y="-377251"/>
            <a:chExt cx="7883675" cy="5333955"/>
          </a:xfrm>
        </p:grpSpPr>
        <p:grpSp>
          <p:nvGrpSpPr>
            <p:cNvPr id="351" name="Google Shape;351;p20"/>
            <p:cNvGrpSpPr/>
            <p:nvPr/>
          </p:nvGrpSpPr>
          <p:grpSpPr>
            <a:xfrm>
              <a:off x="-627601" y="-377251"/>
              <a:ext cx="2577275" cy="1833510"/>
              <a:chOff x="781874" y="1294774"/>
              <a:chExt cx="2577275" cy="1833510"/>
            </a:xfrm>
          </p:grpSpPr>
          <p:sp>
            <p:nvSpPr>
              <p:cNvPr id="352" name="Google Shape;352;p20"/>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0"/>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0"/>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0"/>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0"/>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0"/>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0"/>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0"/>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0"/>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0"/>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20"/>
            <p:cNvGrpSpPr/>
            <p:nvPr/>
          </p:nvGrpSpPr>
          <p:grpSpPr>
            <a:xfrm>
              <a:off x="5910299" y="4041949"/>
              <a:ext cx="1345775" cy="914755"/>
              <a:chOff x="2264799" y="3654374"/>
              <a:chExt cx="1345775" cy="914755"/>
            </a:xfrm>
          </p:grpSpPr>
          <p:sp>
            <p:nvSpPr>
              <p:cNvPr id="363" name="Google Shape;363;p20"/>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CUSTOM_11">
    <p:spTree>
      <p:nvGrpSpPr>
        <p:cNvPr id="1" name="Shape 367"/>
        <p:cNvGrpSpPr/>
        <p:nvPr/>
      </p:nvGrpSpPr>
      <p:grpSpPr>
        <a:xfrm>
          <a:off x="0" y="0"/>
          <a:ext cx="0" cy="0"/>
          <a:chOff x="0" y="0"/>
          <a:chExt cx="0" cy="0"/>
        </a:xfrm>
      </p:grpSpPr>
      <p:sp>
        <p:nvSpPr>
          <p:cNvPr id="368" name="Google Shape;368;p21"/>
          <p:cNvSpPr txBox="1">
            <a:spLocks noGrp="1"/>
          </p:cNvSpPr>
          <p:nvPr>
            <p:ph type="title"/>
          </p:nvPr>
        </p:nvSpPr>
        <p:spPr>
          <a:xfrm>
            <a:off x="1222825" y="1801800"/>
            <a:ext cx="4193100" cy="7419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9" name="Google Shape;369;p21"/>
          <p:cNvSpPr txBox="1">
            <a:spLocks noGrp="1"/>
          </p:cNvSpPr>
          <p:nvPr>
            <p:ph type="subTitle" idx="1"/>
          </p:nvPr>
        </p:nvSpPr>
        <p:spPr>
          <a:xfrm>
            <a:off x="1222825" y="2543700"/>
            <a:ext cx="4193100" cy="93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70" name="Google Shape;370;p21"/>
          <p:cNvGrpSpPr/>
          <p:nvPr/>
        </p:nvGrpSpPr>
        <p:grpSpPr>
          <a:xfrm>
            <a:off x="150003" y="-316120"/>
            <a:ext cx="9703996" cy="3951429"/>
            <a:chOff x="150003" y="-316120"/>
            <a:chExt cx="9703996" cy="3951429"/>
          </a:xfrm>
        </p:grpSpPr>
        <p:grpSp>
          <p:nvGrpSpPr>
            <p:cNvPr id="371" name="Google Shape;371;p21"/>
            <p:cNvGrpSpPr/>
            <p:nvPr/>
          </p:nvGrpSpPr>
          <p:grpSpPr>
            <a:xfrm>
              <a:off x="7276724" y="1801799"/>
              <a:ext cx="2577275" cy="1833510"/>
              <a:chOff x="781874" y="1294774"/>
              <a:chExt cx="2577275" cy="1833510"/>
            </a:xfrm>
          </p:grpSpPr>
          <p:sp>
            <p:nvSpPr>
              <p:cNvPr id="372" name="Google Shape;372;p2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21"/>
            <p:cNvGrpSpPr/>
            <p:nvPr/>
          </p:nvGrpSpPr>
          <p:grpSpPr>
            <a:xfrm>
              <a:off x="1328289" y="-316120"/>
              <a:ext cx="936510" cy="688006"/>
              <a:chOff x="3235964" y="2587955"/>
              <a:chExt cx="936510" cy="688006"/>
            </a:xfrm>
          </p:grpSpPr>
          <p:sp>
            <p:nvSpPr>
              <p:cNvPr id="383" name="Google Shape;383;p2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 name="Google Shape;385;p21"/>
            <p:cNvGrpSpPr/>
            <p:nvPr/>
          </p:nvGrpSpPr>
          <p:grpSpPr>
            <a:xfrm>
              <a:off x="150003" y="142474"/>
              <a:ext cx="935946" cy="1829159"/>
              <a:chOff x="4738303" y="2509949"/>
              <a:chExt cx="935946" cy="1829159"/>
            </a:xfrm>
          </p:grpSpPr>
          <p:sp>
            <p:nvSpPr>
              <p:cNvPr id="386" name="Google Shape;386;p21"/>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1"/>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1"/>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1"/>
              <p:cNvSpPr/>
              <p:nvPr/>
            </p:nvSpPr>
            <p:spPr>
              <a:xfrm rot="10800000">
                <a:off x="5149225" y="3655392"/>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1"/>
              <p:cNvSpPr/>
              <p:nvPr/>
            </p:nvSpPr>
            <p:spPr>
              <a:xfrm rot="10800000">
                <a:off x="4739588" y="3881008"/>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1"/>
              <p:cNvSpPr/>
              <p:nvPr/>
            </p:nvSpPr>
            <p:spPr>
              <a:xfrm rot="10800000">
                <a:off x="4739588" y="342304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4">
  <p:cSld name="CUSTOM_12">
    <p:spTree>
      <p:nvGrpSpPr>
        <p:cNvPr id="1" name="Shape 392"/>
        <p:cNvGrpSpPr/>
        <p:nvPr/>
      </p:nvGrpSpPr>
      <p:grpSpPr>
        <a:xfrm>
          <a:off x="0" y="0"/>
          <a:ext cx="0" cy="0"/>
          <a:chOff x="0" y="0"/>
          <a:chExt cx="0" cy="0"/>
        </a:xfrm>
      </p:grpSpPr>
      <p:sp>
        <p:nvSpPr>
          <p:cNvPr id="393" name="Google Shape;393;p22"/>
          <p:cNvSpPr txBox="1">
            <a:spLocks noGrp="1"/>
          </p:cNvSpPr>
          <p:nvPr>
            <p:ph type="body" idx="1"/>
          </p:nvPr>
        </p:nvSpPr>
        <p:spPr>
          <a:xfrm>
            <a:off x="720000" y="1215750"/>
            <a:ext cx="5052000" cy="572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lt2"/>
              </a:buClr>
              <a:buSzPts val="1400"/>
              <a:buFont typeface="Poppins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394" name="Google Shape;394;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95" name="Google Shape;395;p22"/>
          <p:cNvGrpSpPr/>
          <p:nvPr/>
        </p:nvGrpSpPr>
        <p:grpSpPr>
          <a:xfrm>
            <a:off x="6492739" y="2722049"/>
            <a:ext cx="3057485" cy="2798710"/>
            <a:chOff x="6492739" y="2722049"/>
            <a:chExt cx="3057485" cy="2798710"/>
          </a:xfrm>
        </p:grpSpPr>
        <p:grpSp>
          <p:nvGrpSpPr>
            <p:cNvPr id="396" name="Google Shape;396;p22"/>
            <p:cNvGrpSpPr/>
            <p:nvPr/>
          </p:nvGrpSpPr>
          <p:grpSpPr>
            <a:xfrm>
              <a:off x="6972949" y="3687249"/>
              <a:ext cx="2577275" cy="1833510"/>
              <a:chOff x="781874" y="1294774"/>
              <a:chExt cx="2577275" cy="1833510"/>
            </a:xfrm>
          </p:grpSpPr>
          <p:sp>
            <p:nvSpPr>
              <p:cNvPr id="397" name="Google Shape;397;p2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22"/>
            <p:cNvGrpSpPr/>
            <p:nvPr/>
          </p:nvGrpSpPr>
          <p:grpSpPr>
            <a:xfrm>
              <a:off x="6492739" y="4117380"/>
              <a:ext cx="936510" cy="688006"/>
              <a:chOff x="3235964" y="2587955"/>
              <a:chExt cx="936510" cy="688006"/>
            </a:xfrm>
          </p:grpSpPr>
          <p:sp>
            <p:nvSpPr>
              <p:cNvPr id="408" name="Google Shape;408;p22"/>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2"/>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 name="Google Shape;410;p22"/>
            <p:cNvGrpSpPr/>
            <p:nvPr/>
          </p:nvGrpSpPr>
          <p:grpSpPr>
            <a:xfrm>
              <a:off x="7429249" y="2722049"/>
              <a:ext cx="1345775" cy="914755"/>
              <a:chOff x="2264799" y="3654374"/>
              <a:chExt cx="1345775" cy="914755"/>
            </a:xfrm>
          </p:grpSpPr>
          <p:sp>
            <p:nvSpPr>
              <p:cNvPr id="411" name="Google Shape;411;p22"/>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2"/>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2"/>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2"/>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15"/>
        <p:cNvGrpSpPr/>
        <p:nvPr/>
      </p:nvGrpSpPr>
      <p:grpSpPr>
        <a:xfrm>
          <a:off x="0" y="0"/>
          <a:ext cx="0" cy="0"/>
          <a:chOff x="0" y="0"/>
          <a:chExt cx="0" cy="0"/>
        </a:xfrm>
      </p:grpSpPr>
      <p:sp>
        <p:nvSpPr>
          <p:cNvPr id="416" name="Google Shape;416;p23"/>
          <p:cNvSpPr txBox="1">
            <a:spLocks noGrp="1"/>
          </p:cNvSpPr>
          <p:nvPr>
            <p:ph type="subTitle" idx="1"/>
          </p:nvPr>
        </p:nvSpPr>
        <p:spPr>
          <a:xfrm>
            <a:off x="4973485" y="2787779"/>
            <a:ext cx="3020100" cy="125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7" name="Google Shape;417;p23"/>
          <p:cNvSpPr txBox="1">
            <a:spLocks noGrp="1"/>
          </p:cNvSpPr>
          <p:nvPr>
            <p:ph type="subTitle" idx="2"/>
          </p:nvPr>
        </p:nvSpPr>
        <p:spPr>
          <a:xfrm>
            <a:off x="1150407" y="2787779"/>
            <a:ext cx="3020100" cy="125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8" name="Google Shape;418;p23"/>
          <p:cNvSpPr txBox="1">
            <a:spLocks noGrp="1"/>
          </p:cNvSpPr>
          <p:nvPr>
            <p:ph type="subTitle" idx="3"/>
          </p:nvPr>
        </p:nvSpPr>
        <p:spPr>
          <a:xfrm>
            <a:off x="1150408" y="2228879"/>
            <a:ext cx="3020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19" name="Google Shape;419;p23"/>
          <p:cNvSpPr txBox="1">
            <a:spLocks noGrp="1"/>
          </p:cNvSpPr>
          <p:nvPr>
            <p:ph type="subTitle" idx="4"/>
          </p:nvPr>
        </p:nvSpPr>
        <p:spPr>
          <a:xfrm>
            <a:off x="4973493" y="2228879"/>
            <a:ext cx="3020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20" name="Google Shape;42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21" name="Google Shape;421;p23"/>
          <p:cNvGrpSpPr/>
          <p:nvPr/>
        </p:nvGrpSpPr>
        <p:grpSpPr>
          <a:xfrm>
            <a:off x="-625776" y="3465724"/>
            <a:ext cx="9463650" cy="2543548"/>
            <a:chOff x="-625776" y="3465724"/>
            <a:chExt cx="9463650" cy="2543548"/>
          </a:xfrm>
        </p:grpSpPr>
        <p:grpSp>
          <p:nvGrpSpPr>
            <p:cNvPr id="422" name="Google Shape;422;p23"/>
            <p:cNvGrpSpPr/>
            <p:nvPr/>
          </p:nvGrpSpPr>
          <p:grpSpPr>
            <a:xfrm>
              <a:off x="1927011" y="4175761"/>
              <a:ext cx="2577275" cy="1833510"/>
              <a:chOff x="781874" y="1294774"/>
              <a:chExt cx="2577275" cy="1833510"/>
            </a:xfrm>
          </p:grpSpPr>
          <p:sp>
            <p:nvSpPr>
              <p:cNvPr id="423" name="Google Shape;423;p23"/>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3"/>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3"/>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3"/>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3"/>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3"/>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3"/>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3"/>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3"/>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3"/>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 name="Google Shape;433;p23"/>
            <p:cNvGrpSpPr/>
            <p:nvPr/>
          </p:nvGrpSpPr>
          <p:grpSpPr>
            <a:xfrm>
              <a:off x="7901928" y="3813647"/>
              <a:ext cx="935946" cy="1829159"/>
              <a:chOff x="4738303" y="2514672"/>
              <a:chExt cx="935946" cy="1829159"/>
            </a:xfrm>
          </p:grpSpPr>
          <p:sp>
            <p:nvSpPr>
              <p:cNvPr id="434" name="Google Shape;434;p23"/>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3"/>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3"/>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3"/>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3"/>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23"/>
            <p:cNvGrpSpPr/>
            <p:nvPr/>
          </p:nvGrpSpPr>
          <p:grpSpPr>
            <a:xfrm>
              <a:off x="-625776" y="3465724"/>
              <a:ext cx="1345775" cy="914755"/>
              <a:chOff x="2264799" y="3654374"/>
              <a:chExt cx="1345775" cy="914755"/>
            </a:xfrm>
          </p:grpSpPr>
          <p:sp>
            <p:nvSpPr>
              <p:cNvPr id="441" name="Google Shape;441;p23"/>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3"/>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3"/>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45"/>
        <p:cNvGrpSpPr/>
        <p:nvPr/>
      </p:nvGrpSpPr>
      <p:grpSpPr>
        <a:xfrm>
          <a:off x="0" y="0"/>
          <a:ext cx="0" cy="0"/>
          <a:chOff x="0" y="0"/>
          <a:chExt cx="0" cy="0"/>
        </a:xfrm>
      </p:grpSpPr>
      <p:sp>
        <p:nvSpPr>
          <p:cNvPr id="446" name="Google Shape;446;p24"/>
          <p:cNvSpPr txBox="1">
            <a:spLocks noGrp="1"/>
          </p:cNvSpPr>
          <p:nvPr>
            <p:ph type="subTitle" idx="1"/>
          </p:nvPr>
        </p:nvSpPr>
        <p:spPr>
          <a:xfrm>
            <a:off x="4832078" y="1667625"/>
            <a:ext cx="3254100" cy="220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7" name="Google Shape;447;p24"/>
          <p:cNvSpPr txBox="1">
            <a:spLocks noGrp="1"/>
          </p:cNvSpPr>
          <p:nvPr>
            <p:ph type="subTitle" idx="2"/>
          </p:nvPr>
        </p:nvSpPr>
        <p:spPr>
          <a:xfrm>
            <a:off x="1057900" y="1667625"/>
            <a:ext cx="3254100" cy="220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8" name="Google Shape;448;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49" name="Google Shape;449;p24"/>
          <p:cNvGrpSpPr/>
          <p:nvPr/>
        </p:nvGrpSpPr>
        <p:grpSpPr>
          <a:xfrm>
            <a:off x="965824" y="3077647"/>
            <a:ext cx="7932925" cy="1846320"/>
            <a:chOff x="965824" y="3077647"/>
            <a:chExt cx="7932925" cy="1846320"/>
          </a:xfrm>
        </p:grpSpPr>
        <p:grpSp>
          <p:nvGrpSpPr>
            <p:cNvPr id="450" name="Google Shape;450;p24"/>
            <p:cNvGrpSpPr/>
            <p:nvPr/>
          </p:nvGrpSpPr>
          <p:grpSpPr>
            <a:xfrm>
              <a:off x="7962803" y="3077647"/>
              <a:ext cx="935946" cy="1829159"/>
              <a:chOff x="4738303" y="2514672"/>
              <a:chExt cx="935946" cy="1829159"/>
            </a:xfrm>
          </p:grpSpPr>
          <p:sp>
            <p:nvSpPr>
              <p:cNvPr id="451" name="Google Shape;451;p24"/>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4"/>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4"/>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4"/>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4"/>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4"/>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 name="Google Shape;457;p24"/>
            <p:cNvGrpSpPr/>
            <p:nvPr/>
          </p:nvGrpSpPr>
          <p:grpSpPr>
            <a:xfrm>
              <a:off x="965824" y="4009211"/>
              <a:ext cx="1345775" cy="914755"/>
              <a:chOff x="2264799" y="3654374"/>
              <a:chExt cx="1345775" cy="914755"/>
            </a:xfrm>
          </p:grpSpPr>
          <p:sp>
            <p:nvSpPr>
              <p:cNvPr id="458" name="Google Shape;458;p24"/>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4"/>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4"/>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62"/>
        <p:cNvGrpSpPr/>
        <p:nvPr/>
      </p:nvGrpSpPr>
      <p:grpSpPr>
        <a:xfrm>
          <a:off x="0" y="0"/>
          <a:ext cx="0" cy="0"/>
          <a:chOff x="0" y="0"/>
          <a:chExt cx="0" cy="0"/>
        </a:xfrm>
      </p:grpSpPr>
      <p:sp>
        <p:nvSpPr>
          <p:cNvPr id="463" name="Google Shape;463;p25"/>
          <p:cNvSpPr txBox="1">
            <a:spLocks noGrp="1"/>
          </p:cNvSpPr>
          <p:nvPr>
            <p:ph type="subTitle" idx="1"/>
          </p:nvPr>
        </p:nvSpPr>
        <p:spPr>
          <a:xfrm>
            <a:off x="713225"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4" name="Google Shape;464;p25"/>
          <p:cNvSpPr txBox="1">
            <a:spLocks noGrp="1"/>
          </p:cNvSpPr>
          <p:nvPr>
            <p:ph type="subTitle" idx="2"/>
          </p:nvPr>
        </p:nvSpPr>
        <p:spPr>
          <a:xfrm>
            <a:off x="3393900"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5" name="Google Shape;465;p25"/>
          <p:cNvSpPr txBox="1">
            <a:spLocks noGrp="1"/>
          </p:cNvSpPr>
          <p:nvPr>
            <p:ph type="subTitle" idx="3"/>
          </p:nvPr>
        </p:nvSpPr>
        <p:spPr>
          <a:xfrm>
            <a:off x="6074574" y="2992402"/>
            <a:ext cx="23562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6" name="Google Shape;466;p25"/>
          <p:cNvSpPr txBox="1">
            <a:spLocks noGrp="1"/>
          </p:cNvSpPr>
          <p:nvPr>
            <p:ph type="subTitle" idx="4"/>
          </p:nvPr>
        </p:nvSpPr>
        <p:spPr>
          <a:xfrm>
            <a:off x="713225"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7" name="Google Shape;467;p25"/>
          <p:cNvSpPr txBox="1">
            <a:spLocks noGrp="1"/>
          </p:cNvSpPr>
          <p:nvPr>
            <p:ph type="subTitle" idx="5"/>
          </p:nvPr>
        </p:nvSpPr>
        <p:spPr>
          <a:xfrm>
            <a:off x="3393900"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8" name="Google Shape;468;p25"/>
          <p:cNvSpPr txBox="1">
            <a:spLocks noGrp="1"/>
          </p:cNvSpPr>
          <p:nvPr>
            <p:ph type="subTitle" idx="6"/>
          </p:nvPr>
        </p:nvSpPr>
        <p:spPr>
          <a:xfrm>
            <a:off x="6074575" y="2332400"/>
            <a:ext cx="23562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9" name="Google Shape;469;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70" name="Google Shape;470;p25"/>
          <p:cNvGrpSpPr/>
          <p:nvPr/>
        </p:nvGrpSpPr>
        <p:grpSpPr>
          <a:xfrm>
            <a:off x="-391401" y="1603297"/>
            <a:ext cx="9868275" cy="4284737"/>
            <a:chOff x="-391401" y="1603297"/>
            <a:chExt cx="9868275" cy="4284737"/>
          </a:xfrm>
        </p:grpSpPr>
        <p:grpSp>
          <p:nvGrpSpPr>
            <p:cNvPr id="471" name="Google Shape;471;p25"/>
            <p:cNvGrpSpPr/>
            <p:nvPr/>
          </p:nvGrpSpPr>
          <p:grpSpPr>
            <a:xfrm>
              <a:off x="-391401" y="4054524"/>
              <a:ext cx="2577275" cy="1833510"/>
              <a:chOff x="781874" y="1294774"/>
              <a:chExt cx="2577275" cy="1833510"/>
            </a:xfrm>
          </p:grpSpPr>
          <p:sp>
            <p:nvSpPr>
              <p:cNvPr id="472" name="Google Shape;472;p25"/>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 name="Google Shape;482;p25"/>
            <p:cNvGrpSpPr/>
            <p:nvPr/>
          </p:nvGrpSpPr>
          <p:grpSpPr>
            <a:xfrm>
              <a:off x="7394764" y="4054530"/>
              <a:ext cx="936510" cy="688006"/>
              <a:chOff x="3235964" y="2587955"/>
              <a:chExt cx="936510" cy="688006"/>
            </a:xfrm>
          </p:grpSpPr>
          <p:sp>
            <p:nvSpPr>
              <p:cNvPr id="483" name="Google Shape;483;p25"/>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 name="Google Shape;485;p25"/>
            <p:cNvGrpSpPr/>
            <p:nvPr/>
          </p:nvGrpSpPr>
          <p:grpSpPr>
            <a:xfrm>
              <a:off x="8540928" y="1603297"/>
              <a:ext cx="935946" cy="1829159"/>
              <a:chOff x="4738303" y="2514672"/>
              <a:chExt cx="935946" cy="1829159"/>
            </a:xfrm>
          </p:grpSpPr>
          <p:sp>
            <p:nvSpPr>
              <p:cNvPr id="486" name="Google Shape;486;p25"/>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25"/>
            <p:cNvGrpSpPr/>
            <p:nvPr/>
          </p:nvGrpSpPr>
          <p:grpSpPr>
            <a:xfrm>
              <a:off x="4915099" y="4146624"/>
              <a:ext cx="1345775" cy="914755"/>
              <a:chOff x="2264799" y="3654374"/>
              <a:chExt cx="1345775" cy="914755"/>
            </a:xfrm>
          </p:grpSpPr>
          <p:sp>
            <p:nvSpPr>
              <p:cNvPr id="493" name="Google Shape;493;p25"/>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97"/>
        <p:cNvGrpSpPr/>
        <p:nvPr/>
      </p:nvGrpSpPr>
      <p:grpSpPr>
        <a:xfrm>
          <a:off x="0" y="0"/>
          <a:ext cx="0" cy="0"/>
          <a:chOff x="0" y="0"/>
          <a:chExt cx="0" cy="0"/>
        </a:xfrm>
      </p:grpSpPr>
      <p:sp>
        <p:nvSpPr>
          <p:cNvPr id="498" name="Google Shape;498;p26"/>
          <p:cNvSpPr txBox="1">
            <a:spLocks noGrp="1"/>
          </p:cNvSpPr>
          <p:nvPr>
            <p:ph type="subTitle" idx="1"/>
          </p:nvPr>
        </p:nvSpPr>
        <p:spPr>
          <a:xfrm>
            <a:off x="2319753" y="1942803"/>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26"/>
          <p:cNvSpPr txBox="1">
            <a:spLocks noGrp="1"/>
          </p:cNvSpPr>
          <p:nvPr>
            <p:ph type="subTitle" idx="2"/>
          </p:nvPr>
        </p:nvSpPr>
        <p:spPr>
          <a:xfrm>
            <a:off x="5467047" y="1942803"/>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26"/>
          <p:cNvSpPr txBox="1">
            <a:spLocks noGrp="1"/>
          </p:cNvSpPr>
          <p:nvPr>
            <p:ph type="subTitle" idx="3"/>
          </p:nvPr>
        </p:nvSpPr>
        <p:spPr>
          <a:xfrm>
            <a:off x="2319753" y="3357078"/>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1" name="Google Shape;501;p26"/>
          <p:cNvSpPr txBox="1">
            <a:spLocks noGrp="1"/>
          </p:cNvSpPr>
          <p:nvPr>
            <p:ph type="subTitle" idx="4"/>
          </p:nvPr>
        </p:nvSpPr>
        <p:spPr>
          <a:xfrm>
            <a:off x="5467047" y="3357078"/>
            <a:ext cx="2114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2" name="Google Shape;502;p26"/>
          <p:cNvSpPr txBox="1">
            <a:spLocks noGrp="1"/>
          </p:cNvSpPr>
          <p:nvPr>
            <p:ph type="subTitle" idx="5"/>
          </p:nvPr>
        </p:nvSpPr>
        <p:spPr>
          <a:xfrm>
            <a:off x="2319753" y="1537106"/>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3" name="Google Shape;503;p26"/>
          <p:cNvSpPr txBox="1">
            <a:spLocks noGrp="1"/>
          </p:cNvSpPr>
          <p:nvPr>
            <p:ph type="subTitle" idx="6"/>
          </p:nvPr>
        </p:nvSpPr>
        <p:spPr>
          <a:xfrm>
            <a:off x="2319753" y="2951481"/>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4" name="Google Shape;504;p26"/>
          <p:cNvSpPr txBox="1">
            <a:spLocks noGrp="1"/>
          </p:cNvSpPr>
          <p:nvPr>
            <p:ph type="subTitle" idx="7"/>
          </p:nvPr>
        </p:nvSpPr>
        <p:spPr>
          <a:xfrm>
            <a:off x="5467043" y="1537106"/>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5" name="Google Shape;505;p26"/>
          <p:cNvSpPr txBox="1">
            <a:spLocks noGrp="1"/>
          </p:cNvSpPr>
          <p:nvPr>
            <p:ph type="subTitle" idx="8"/>
          </p:nvPr>
        </p:nvSpPr>
        <p:spPr>
          <a:xfrm>
            <a:off x="5467043" y="2951481"/>
            <a:ext cx="21141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06" name="Google Shape;506;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07" name="Google Shape;507;p26"/>
          <p:cNvGrpSpPr/>
          <p:nvPr/>
        </p:nvGrpSpPr>
        <p:grpSpPr>
          <a:xfrm>
            <a:off x="171639" y="3687249"/>
            <a:ext cx="9207610" cy="1833510"/>
            <a:chOff x="171639" y="3687249"/>
            <a:chExt cx="9207610" cy="1833510"/>
          </a:xfrm>
        </p:grpSpPr>
        <p:grpSp>
          <p:nvGrpSpPr>
            <p:cNvPr id="508" name="Google Shape;508;p26"/>
            <p:cNvGrpSpPr/>
            <p:nvPr/>
          </p:nvGrpSpPr>
          <p:grpSpPr>
            <a:xfrm>
              <a:off x="6801974" y="3687249"/>
              <a:ext cx="2577275" cy="1833510"/>
              <a:chOff x="781874" y="1294774"/>
              <a:chExt cx="2577275" cy="1833510"/>
            </a:xfrm>
          </p:grpSpPr>
          <p:sp>
            <p:nvSpPr>
              <p:cNvPr id="509" name="Google Shape;509;p26"/>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6"/>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6"/>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6"/>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6"/>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6"/>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6"/>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6"/>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6"/>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6"/>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 name="Google Shape;519;p26"/>
            <p:cNvGrpSpPr/>
            <p:nvPr/>
          </p:nvGrpSpPr>
          <p:grpSpPr>
            <a:xfrm>
              <a:off x="171639" y="3767755"/>
              <a:ext cx="936510" cy="688006"/>
              <a:chOff x="3235964" y="2587955"/>
              <a:chExt cx="936510" cy="688006"/>
            </a:xfrm>
          </p:grpSpPr>
          <p:sp>
            <p:nvSpPr>
              <p:cNvPr id="520" name="Google Shape;520;p26"/>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6"/>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26"/>
            <p:cNvGrpSpPr/>
            <p:nvPr/>
          </p:nvGrpSpPr>
          <p:grpSpPr>
            <a:xfrm>
              <a:off x="1108149" y="4146624"/>
              <a:ext cx="1345775" cy="914755"/>
              <a:chOff x="2264799" y="3654374"/>
              <a:chExt cx="1345775" cy="914755"/>
            </a:xfrm>
          </p:grpSpPr>
          <p:sp>
            <p:nvSpPr>
              <p:cNvPr id="523" name="Google Shape;523;p26"/>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6"/>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6"/>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6"/>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27"/>
        <p:cNvGrpSpPr/>
        <p:nvPr/>
      </p:nvGrpSpPr>
      <p:grpSpPr>
        <a:xfrm>
          <a:off x="0" y="0"/>
          <a:ext cx="0" cy="0"/>
          <a:chOff x="0" y="0"/>
          <a:chExt cx="0" cy="0"/>
        </a:xfrm>
      </p:grpSpPr>
      <p:sp>
        <p:nvSpPr>
          <p:cNvPr id="528" name="Google Shape;528;p27"/>
          <p:cNvSpPr txBox="1">
            <a:spLocks noGrp="1"/>
          </p:cNvSpPr>
          <p:nvPr>
            <p:ph type="subTitle" idx="1"/>
          </p:nvPr>
        </p:nvSpPr>
        <p:spPr>
          <a:xfrm>
            <a:off x="726651"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29" name="Google Shape;529;p27"/>
          <p:cNvSpPr txBox="1">
            <a:spLocks noGrp="1"/>
          </p:cNvSpPr>
          <p:nvPr>
            <p:ph type="subTitle" idx="2"/>
          </p:nvPr>
        </p:nvSpPr>
        <p:spPr>
          <a:xfrm>
            <a:off x="3474109"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0" name="Google Shape;530;p27"/>
          <p:cNvSpPr txBox="1">
            <a:spLocks noGrp="1"/>
          </p:cNvSpPr>
          <p:nvPr>
            <p:ph type="subTitle" idx="3"/>
          </p:nvPr>
        </p:nvSpPr>
        <p:spPr>
          <a:xfrm>
            <a:off x="726651"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1" name="Google Shape;531;p27"/>
          <p:cNvSpPr txBox="1">
            <a:spLocks noGrp="1"/>
          </p:cNvSpPr>
          <p:nvPr>
            <p:ph type="subTitle" idx="4"/>
          </p:nvPr>
        </p:nvSpPr>
        <p:spPr>
          <a:xfrm>
            <a:off x="3474109"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2" name="Google Shape;532;p27"/>
          <p:cNvSpPr txBox="1">
            <a:spLocks noGrp="1"/>
          </p:cNvSpPr>
          <p:nvPr>
            <p:ph type="subTitle" idx="5"/>
          </p:nvPr>
        </p:nvSpPr>
        <p:spPr>
          <a:xfrm>
            <a:off x="6221568" y="2073001"/>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3" name="Google Shape;533;p27"/>
          <p:cNvSpPr txBox="1">
            <a:spLocks noGrp="1"/>
          </p:cNvSpPr>
          <p:nvPr>
            <p:ph type="subTitle" idx="6"/>
          </p:nvPr>
        </p:nvSpPr>
        <p:spPr>
          <a:xfrm>
            <a:off x="6221568" y="3503225"/>
            <a:ext cx="2209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34" name="Google Shape;534;p27"/>
          <p:cNvSpPr txBox="1">
            <a:spLocks noGrp="1"/>
          </p:cNvSpPr>
          <p:nvPr>
            <p:ph type="subTitle" idx="7"/>
          </p:nvPr>
        </p:nvSpPr>
        <p:spPr>
          <a:xfrm>
            <a:off x="730989"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5" name="Google Shape;535;p27"/>
          <p:cNvSpPr txBox="1">
            <a:spLocks noGrp="1"/>
          </p:cNvSpPr>
          <p:nvPr>
            <p:ph type="subTitle" idx="8"/>
          </p:nvPr>
        </p:nvSpPr>
        <p:spPr>
          <a:xfrm>
            <a:off x="3478447"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6" name="Google Shape;536;p27"/>
          <p:cNvSpPr txBox="1">
            <a:spLocks noGrp="1"/>
          </p:cNvSpPr>
          <p:nvPr>
            <p:ph type="subTitle" idx="9"/>
          </p:nvPr>
        </p:nvSpPr>
        <p:spPr>
          <a:xfrm>
            <a:off x="6225906" y="16566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7" name="Google Shape;537;p27"/>
          <p:cNvSpPr txBox="1">
            <a:spLocks noGrp="1"/>
          </p:cNvSpPr>
          <p:nvPr>
            <p:ph type="subTitle" idx="13"/>
          </p:nvPr>
        </p:nvSpPr>
        <p:spPr>
          <a:xfrm>
            <a:off x="730989"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8" name="Google Shape;538;p27"/>
          <p:cNvSpPr txBox="1">
            <a:spLocks noGrp="1"/>
          </p:cNvSpPr>
          <p:nvPr>
            <p:ph type="subTitle" idx="14"/>
          </p:nvPr>
        </p:nvSpPr>
        <p:spPr>
          <a:xfrm>
            <a:off x="3478447"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39" name="Google Shape;539;p27"/>
          <p:cNvSpPr txBox="1">
            <a:spLocks noGrp="1"/>
          </p:cNvSpPr>
          <p:nvPr>
            <p:ph type="subTitle" idx="15"/>
          </p:nvPr>
        </p:nvSpPr>
        <p:spPr>
          <a:xfrm>
            <a:off x="6225906" y="3086800"/>
            <a:ext cx="2200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540" name="Google Shape;54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41" name="Google Shape;541;p27"/>
          <p:cNvGrpSpPr/>
          <p:nvPr/>
        </p:nvGrpSpPr>
        <p:grpSpPr>
          <a:xfrm>
            <a:off x="324089" y="4387674"/>
            <a:ext cx="8509210" cy="926987"/>
            <a:chOff x="313264" y="4021024"/>
            <a:chExt cx="8509210" cy="926987"/>
          </a:xfrm>
        </p:grpSpPr>
        <p:grpSp>
          <p:nvGrpSpPr>
            <p:cNvPr id="542" name="Google Shape;542;p27"/>
            <p:cNvGrpSpPr/>
            <p:nvPr/>
          </p:nvGrpSpPr>
          <p:grpSpPr>
            <a:xfrm>
              <a:off x="313264" y="4260005"/>
              <a:ext cx="936510" cy="688006"/>
              <a:chOff x="3235964" y="2587955"/>
              <a:chExt cx="936510" cy="688006"/>
            </a:xfrm>
          </p:grpSpPr>
          <p:sp>
            <p:nvSpPr>
              <p:cNvPr id="543" name="Google Shape;543;p27"/>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27"/>
            <p:cNvGrpSpPr/>
            <p:nvPr/>
          </p:nvGrpSpPr>
          <p:grpSpPr>
            <a:xfrm>
              <a:off x="7476699" y="4021024"/>
              <a:ext cx="1345775" cy="914755"/>
              <a:chOff x="2264799" y="3654374"/>
              <a:chExt cx="1345775" cy="914755"/>
            </a:xfrm>
          </p:grpSpPr>
          <p:sp>
            <p:nvSpPr>
              <p:cNvPr id="546" name="Google Shape;546;p27"/>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50"/>
        <p:cNvGrpSpPr/>
        <p:nvPr/>
      </p:nvGrpSpPr>
      <p:grpSpPr>
        <a:xfrm>
          <a:off x="0" y="0"/>
          <a:ext cx="0" cy="0"/>
          <a:chOff x="0" y="0"/>
          <a:chExt cx="0" cy="0"/>
        </a:xfrm>
      </p:grpSpPr>
      <p:pic>
        <p:nvPicPr>
          <p:cNvPr id="551" name="Google Shape;551;p28"/>
          <p:cNvPicPr preferRelativeResize="0"/>
          <p:nvPr/>
        </p:nvPicPr>
        <p:blipFill>
          <a:blip r:embed="rId2">
            <a:alphaModFix/>
          </a:blip>
          <a:stretch>
            <a:fillRect/>
          </a:stretch>
        </p:blipFill>
        <p:spPr>
          <a:xfrm>
            <a:off x="0" y="0"/>
            <a:ext cx="9144000" cy="5143500"/>
          </a:xfrm>
          <a:prstGeom prst="rect">
            <a:avLst/>
          </a:prstGeom>
          <a:noFill/>
          <a:ln>
            <a:noFill/>
          </a:ln>
        </p:spPr>
      </p:pic>
      <p:sp>
        <p:nvSpPr>
          <p:cNvPr id="552" name="Google Shape;552;p28"/>
          <p:cNvSpPr txBox="1">
            <a:spLocks noGrp="1"/>
          </p:cNvSpPr>
          <p:nvPr>
            <p:ph type="title" hasCustomPrompt="1"/>
          </p:nvPr>
        </p:nvSpPr>
        <p:spPr>
          <a:xfrm>
            <a:off x="2223600" y="638357"/>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3" name="Google Shape;553;p28"/>
          <p:cNvSpPr txBox="1">
            <a:spLocks noGrp="1"/>
          </p:cNvSpPr>
          <p:nvPr>
            <p:ph type="subTitle" idx="1"/>
          </p:nvPr>
        </p:nvSpPr>
        <p:spPr>
          <a:xfrm>
            <a:off x="2223600" y="1327275"/>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54" name="Google Shape;554;p28"/>
          <p:cNvSpPr txBox="1">
            <a:spLocks noGrp="1"/>
          </p:cNvSpPr>
          <p:nvPr>
            <p:ph type="title" idx="2" hasCustomPrompt="1"/>
          </p:nvPr>
        </p:nvSpPr>
        <p:spPr>
          <a:xfrm>
            <a:off x="2223600" y="1990612"/>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5" name="Google Shape;555;p28"/>
          <p:cNvSpPr txBox="1">
            <a:spLocks noGrp="1"/>
          </p:cNvSpPr>
          <p:nvPr>
            <p:ph type="subTitle" idx="3"/>
          </p:nvPr>
        </p:nvSpPr>
        <p:spPr>
          <a:xfrm>
            <a:off x="2223600" y="2679527"/>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556" name="Google Shape;556;p28"/>
          <p:cNvSpPr txBox="1">
            <a:spLocks noGrp="1"/>
          </p:cNvSpPr>
          <p:nvPr>
            <p:ph type="title" idx="4" hasCustomPrompt="1"/>
          </p:nvPr>
        </p:nvSpPr>
        <p:spPr>
          <a:xfrm>
            <a:off x="2223600" y="3342868"/>
            <a:ext cx="46968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7" name="Google Shape;557;p28"/>
          <p:cNvSpPr txBox="1">
            <a:spLocks noGrp="1"/>
          </p:cNvSpPr>
          <p:nvPr>
            <p:ph type="subTitle" idx="5"/>
          </p:nvPr>
        </p:nvSpPr>
        <p:spPr>
          <a:xfrm>
            <a:off x="2223600" y="4031797"/>
            <a:ext cx="4696800" cy="402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558" name="Google Shape;558;p28"/>
          <p:cNvGrpSpPr/>
          <p:nvPr/>
        </p:nvGrpSpPr>
        <p:grpSpPr>
          <a:xfrm>
            <a:off x="202374" y="239324"/>
            <a:ext cx="9683050" cy="4722185"/>
            <a:chOff x="202374" y="239324"/>
            <a:chExt cx="9683050" cy="4722185"/>
          </a:xfrm>
        </p:grpSpPr>
        <p:grpSp>
          <p:nvGrpSpPr>
            <p:cNvPr id="559" name="Google Shape;559;p28"/>
            <p:cNvGrpSpPr/>
            <p:nvPr/>
          </p:nvGrpSpPr>
          <p:grpSpPr>
            <a:xfrm>
              <a:off x="7308149" y="3127999"/>
              <a:ext cx="2577275" cy="1833510"/>
              <a:chOff x="781874" y="1294774"/>
              <a:chExt cx="2577275" cy="1833510"/>
            </a:xfrm>
          </p:grpSpPr>
          <p:sp>
            <p:nvSpPr>
              <p:cNvPr id="560" name="Google Shape;560;p28"/>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8"/>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8"/>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8"/>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8"/>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8"/>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8"/>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28"/>
            <p:cNvGrpSpPr/>
            <p:nvPr/>
          </p:nvGrpSpPr>
          <p:grpSpPr>
            <a:xfrm>
              <a:off x="7918539" y="1927980"/>
              <a:ext cx="936510" cy="688006"/>
              <a:chOff x="3235964" y="2587955"/>
              <a:chExt cx="936510" cy="688006"/>
            </a:xfrm>
          </p:grpSpPr>
          <p:sp>
            <p:nvSpPr>
              <p:cNvPr id="571" name="Google Shape;571;p28"/>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8"/>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 name="Google Shape;573;p28"/>
            <p:cNvGrpSpPr/>
            <p:nvPr/>
          </p:nvGrpSpPr>
          <p:grpSpPr>
            <a:xfrm>
              <a:off x="202378" y="3017522"/>
              <a:ext cx="935946" cy="1829159"/>
              <a:chOff x="4738303" y="2514672"/>
              <a:chExt cx="935946" cy="1829159"/>
            </a:xfrm>
          </p:grpSpPr>
          <p:sp>
            <p:nvSpPr>
              <p:cNvPr id="574" name="Google Shape;574;p28"/>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8"/>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8"/>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8"/>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8"/>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8"/>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 name="Google Shape;580;p28"/>
            <p:cNvGrpSpPr/>
            <p:nvPr/>
          </p:nvGrpSpPr>
          <p:grpSpPr>
            <a:xfrm>
              <a:off x="202374" y="239324"/>
              <a:ext cx="1345775" cy="914755"/>
              <a:chOff x="2264799" y="3654374"/>
              <a:chExt cx="1345775" cy="914755"/>
            </a:xfrm>
          </p:grpSpPr>
          <p:sp>
            <p:nvSpPr>
              <p:cNvPr id="581" name="Google Shape;581;p28"/>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8"/>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8"/>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8"/>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585"/>
        <p:cNvGrpSpPr/>
        <p:nvPr/>
      </p:nvGrpSpPr>
      <p:grpSpPr>
        <a:xfrm>
          <a:off x="0" y="0"/>
          <a:ext cx="0" cy="0"/>
          <a:chOff x="0" y="0"/>
          <a:chExt cx="0" cy="0"/>
        </a:xfrm>
      </p:grpSpPr>
      <p:sp>
        <p:nvSpPr>
          <p:cNvPr id="586" name="Google Shape;586;p29"/>
          <p:cNvSpPr txBox="1">
            <a:spLocks noGrp="1"/>
          </p:cNvSpPr>
          <p:nvPr>
            <p:ph type="title" hasCustomPrompt="1"/>
          </p:nvPr>
        </p:nvSpPr>
        <p:spPr>
          <a:xfrm>
            <a:off x="1147374" y="1581150"/>
            <a:ext cx="15441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87" name="Google Shape;587;p29"/>
          <p:cNvSpPr txBox="1">
            <a:spLocks noGrp="1"/>
          </p:cNvSpPr>
          <p:nvPr>
            <p:ph type="subTitle" idx="1"/>
          </p:nvPr>
        </p:nvSpPr>
        <p:spPr>
          <a:xfrm>
            <a:off x="720043"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88" name="Google Shape;588;p29"/>
          <p:cNvSpPr txBox="1">
            <a:spLocks noGrp="1"/>
          </p:cNvSpPr>
          <p:nvPr>
            <p:ph type="subTitle" idx="2"/>
          </p:nvPr>
        </p:nvSpPr>
        <p:spPr>
          <a:xfrm>
            <a:off x="720043"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89" name="Google Shape;589;p29"/>
          <p:cNvSpPr txBox="1">
            <a:spLocks noGrp="1"/>
          </p:cNvSpPr>
          <p:nvPr>
            <p:ph type="title" idx="3" hasCustomPrompt="1"/>
          </p:nvPr>
        </p:nvSpPr>
        <p:spPr>
          <a:xfrm>
            <a:off x="3800538" y="1581150"/>
            <a:ext cx="15426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90" name="Google Shape;590;p29"/>
          <p:cNvSpPr txBox="1">
            <a:spLocks noGrp="1"/>
          </p:cNvSpPr>
          <p:nvPr>
            <p:ph type="subTitle" idx="4"/>
          </p:nvPr>
        </p:nvSpPr>
        <p:spPr>
          <a:xfrm>
            <a:off x="3372600"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91" name="Google Shape;591;p29"/>
          <p:cNvSpPr txBox="1">
            <a:spLocks noGrp="1"/>
          </p:cNvSpPr>
          <p:nvPr>
            <p:ph type="subTitle" idx="5"/>
          </p:nvPr>
        </p:nvSpPr>
        <p:spPr>
          <a:xfrm>
            <a:off x="3372600"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92" name="Google Shape;592;p29"/>
          <p:cNvSpPr txBox="1">
            <a:spLocks noGrp="1"/>
          </p:cNvSpPr>
          <p:nvPr>
            <p:ph type="title" idx="6" hasCustomPrompt="1"/>
          </p:nvPr>
        </p:nvSpPr>
        <p:spPr>
          <a:xfrm>
            <a:off x="6450528" y="1581150"/>
            <a:ext cx="1542600" cy="406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24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93" name="Google Shape;593;p29"/>
          <p:cNvSpPr txBox="1">
            <a:spLocks noGrp="1"/>
          </p:cNvSpPr>
          <p:nvPr>
            <p:ph type="subTitle" idx="7"/>
          </p:nvPr>
        </p:nvSpPr>
        <p:spPr>
          <a:xfrm>
            <a:off x="6025157" y="3248175"/>
            <a:ext cx="23988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94" name="Google Shape;594;p29"/>
          <p:cNvSpPr txBox="1">
            <a:spLocks noGrp="1"/>
          </p:cNvSpPr>
          <p:nvPr>
            <p:ph type="subTitle" idx="8"/>
          </p:nvPr>
        </p:nvSpPr>
        <p:spPr>
          <a:xfrm>
            <a:off x="6025157" y="2751150"/>
            <a:ext cx="23988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None/>
              <a:defRPr sz="2400" b="1">
                <a:solidFill>
                  <a:schemeClr val="dk1"/>
                </a:solidFill>
              </a:defRPr>
            </a:lvl1pPr>
            <a:lvl2pPr lvl="1" algn="ctr" rtl="0">
              <a:lnSpc>
                <a:spcPct val="100000"/>
              </a:lnSpc>
              <a:spcBef>
                <a:spcPts val="0"/>
              </a:spcBef>
              <a:spcAft>
                <a:spcPts val="0"/>
              </a:spcAft>
              <a:buClr>
                <a:schemeClr val="dk1"/>
              </a:buClr>
              <a:buSzPts val="2400"/>
              <a:buNone/>
              <a:defRPr sz="2400" b="1">
                <a:solidFill>
                  <a:schemeClr val="dk1"/>
                </a:solidFill>
              </a:defRPr>
            </a:lvl2pPr>
            <a:lvl3pPr lvl="2" algn="ctr" rtl="0">
              <a:lnSpc>
                <a:spcPct val="100000"/>
              </a:lnSpc>
              <a:spcBef>
                <a:spcPts val="0"/>
              </a:spcBef>
              <a:spcAft>
                <a:spcPts val="0"/>
              </a:spcAft>
              <a:buClr>
                <a:schemeClr val="dk1"/>
              </a:buClr>
              <a:buSzPts val="2400"/>
              <a:buNone/>
              <a:defRPr sz="2400" b="1">
                <a:solidFill>
                  <a:schemeClr val="dk1"/>
                </a:solidFill>
              </a:defRPr>
            </a:lvl3pPr>
            <a:lvl4pPr lvl="3" algn="ctr" rtl="0">
              <a:lnSpc>
                <a:spcPct val="100000"/>
              </a:lnSpc>
              <a:spcBef>
                <a:spcPts val="0"/>
              </a:spcBef>
              <a:spcAft>
                <a:spcPts val="0"/>
              </a:spcAft>
              <a:buClr>
                <a:schemeClr val="dk1"/>
              </a:buClr>
              <a:buSzPts val="2400"/>
              <a:buNone/>
              <a:defRPr sz="2400" b="1">
                <a:solidFill>
                  <a:schemeClr val="dk1"/>
                </a:solidFill>
              </a:defRPr>
            </a:lvl4pPr>
            <a:lvl5pPr lvl="4" algn="ctr" rtl="0">
              <a:lnSpc>
                <a:spcPct val="100000"/>
              </a:lnSpc>
              <a:spcBef>
                <a:spcPts val="0"/>
              </a:spcBef>
              <a:spcAft>
                <a:spcPts val="0"/>
              </a:spcAft>
              <a:buClr>
                <a:schemeClr val="dk1"/>
              </a:buClr>
              <a:buSzPts val="2400"/>
              <a:buNone/>
              <a:defRPr sz="2400" b="1">
                <a:solidFill>
                  <a:schemeClr val="dk1"/>
                </a:solidFill>
              </a:defRPr>
            </a:lvl5pPr>
            <a:lvl6pPr lvl="5" algn="ctr" rtl="0">
              <a:lnSpc>
                <a:spcPct val="100000"/>
              </a:lnSpc>
              <a:spcBef>
                <a:spcPts val="0"/>
              </a:spcBef>
              <a:spcAft>
                <a:spcPts val="0"/>
              </a:spcAft>
              <a:buClr>
                <a:schemeClr val="dk1"/>
              </a:buClr>
              <a:buSzPts val="2400"/>
              <a:buNone/>
              <a:defRPr sz="2400" b="1">
                <a:solidFill>
                  <a:schemeClr val="dk1"/>
                </a:solidFill>
              </a:defRPr>
            </a:lvl6pPr>
            <a:lvl7pPr lvl="6" algn="ctr" rtl="0">
              <a:lnSpc>
                <a:spcPct val="100000"/>
              </a:lnSpc>
              <a:spcBef>
                <a:spcPts val="0"/>
              </a:spcBef>
              <a:spcAft>
                <a:spcPts val="0"/>
              </a:spcAft>
              <a:buClr>
                <a:schemeClr val="dk1"/>
              </a:buClr>
              <a:buSzPts val="2400"/>
              <a:buNone/>
              <a:defRPr sz="2400" b="1">
                <a:solidFill>
                  <a:schemeClr val="dk1"/>
                </a:solidFill>
              </a:defRPr>
            </a:lvl7pPr>
            <a:lvl8pPr lvl="7" algn="ctr" rtl="0">
              <a:lnSpc>
                <a:spcPct val="100000"/>
              </a:lnSpc>
              <a:spcBef>
                <a:spcPts val="0"/>
              </a:spcBef>
              <a:spcAft>
                <a:spcPts val="0"/>
              </a:spcAft>
              <a:buClr>
                <a:schemeClr val="dk1"/>
              </a:buClr>
              <a:buSzPts val="2400"/>
              <a:buNone/>
              <a:defRPr sz="2400" b="1">
                <a:solidFill>
                  <a:schemeClr val="dk1"/>
                </a:solidFill>
              </a:defRPr>
            </a:lvl8pPr>
            <a:lvl9pPr lvl="8" algn="ctr" rtl="0">
              <a:lnSpc>
                <a:spcPct val="100000"/>
              </a:lnSpc>
              <a:spcBef>
                <a:spcPts val="0"/>
              </a:spcBef>
              <a:spcAft>
                <a:spcPts val="0"/>
              </a:spcAft>
              <a:buClr>
                <a:schemeClr val="dk1"/>
              </a:buClr>
              <a:buSzPts val="2400"/>
              <a:buNone/>
              <a:defRPr sz="2400" b="1">
                <a:solidFill>
                  <a:schemeClr val="dk1"/>
                </a:solidFill>
              </a:defRPr>
            </a:lvl9pPr>
          </a:lstStyle>
          <a:p>
            <a:endParaRPr/>
          </a:p>
        </p:txBody>
      </p:sp>
      <p:sp>
        <p:nvSpPr>
          <p:cNvPr id="595" name="Google Shape;595;p29"/>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96" name="Google Shape;596;p29"/>
          <p:cNvGrpSpPr/>
          <p:nvPr/>
        </p:nvGrpSpPr>
        <p:grpSpPr>
          <a:xfrm>
            <a:off x="-184236" y="1886080"/>
            <a:ext cx="9122035" cy="4187626"/>
            <a:chOff x="-223286" y="1666105"/>
            <a:chExt cx="9122035" cy="4187626"/>
          </a:xfrm>
        </p:grpSpPr>
        <p:grpSp>
          <p:nvGrpSpPr>
            <p:cNvPr id="597" name="Google Shape;597;p29"/>
            <p:cNvGrpSpPr/>
            <p:nvPr/>
          </p:nvGrpSpPr>
          <p:grpSpPr>
            <a:xfrm>
              <a:off x="-223286" y="1666105"/>
              <a:ext cx="936510" cy="688006"/>
              <a:chOff x="3235964" y="2587955"/>
              <a:chExt cx="936510" cy="688006"/>
            </a:xfrm>
          </p:grpSpPr>
          <p:sp>
            <p:nvSpPr>
              <p:cNvPr id="598" name="Google Shape;598;p29"/>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9"/>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29"/>
            <p:cNvGrpSpPr/>
            <p:nvPr/>
          </p:nvGrpSpPr>
          <p:grpSpPr>
            <a:xfrm>
              <a:off x="7962803" y="4019849"/>
              <a:ext cx="935946" cy="1833882"/>
              <a:chOff x="4738303" y="2509949"/>
              <a:chExt cx="935946" cy="1833882"/>
            </a:xfrm>
          </p:grpSpPr>
          <p:sp>
            <p:nvSpPr>
              <p:cNvPr id="601" name="Google Shape;601;p29"/>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9"/>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9"/>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9"/>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9"/>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9"/>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07"/>
        <p:cNvGrpSpPr/>
        <p:nvPr/>
      </p:nvGrpSpPr>
      <p:grpSpPr>
        <a:xfrm>
          <a:off x="0" y="0"/>
          <a:ext cx="0" cy="0"/>
          <a:chOff x="0" y="0"/>
          <a:chExt cx="0" cy="0"/>
        </a:xfrm>
      </p:grpSpPr>
      <p:pic>
        <p:nvPicPr>
          <p:cNvPr id="608" name="Google Shape;608;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609" name="Google Shape;609;p30"/>
          <p:cNvSpPr txBox="1">
            <a:spLocks noGrp="1"/>
          </p:cNvSpPr>
          <p:nvPr>
            <p:ph type="title"/>
          </p:nvPr>
        </p:nvSpPr>
        <p:spPr>
          <a:xfrm>
            <a:off x="2347938" y="538472"/>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0" name="Google Shape;610;p30"/>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1" name="Google Shape;611;p30"/>
          <p:cNvSpPr txBox="1"/>
          <p:nvPr/>
        </p:nvSpPr>
        <p:spPr>
          <a:xfrm>
            <a:off x="1897650" y="3611950"/>
            <a:ext cx="53487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Poppins"/>
                <a:ea typeface="Poppins"/>
                <a:cs typeface="Poppins"/>
                <a:sym typeface="Poppins"/>
              </a:rPr>
              <a:t>CREDITS:</a:t>
            </a:r>
            <a:r>
              <a:rPr lang="en" sz="1200">
                <a:solidFill>
                  <a:schemeClr val="dk1"/>
                </a:solidFill>
                <a:latin typeface="Poppins"/>
                <a:ea typeface="Poppins"/>
                <a:cs typeface="Poppins"/>
                <a:sym typeface="Poppins"/>
              </a:rPr>
              <a:t> This presentation template was created by </a:t>
            </a:r>
            <a:r>
              <a:rPr lang="en" sz="1200" b="1" u="sng">
                <a:solidFill>
                  <a:schemeClr val="hlink"/>
                </a:solidFill>
                <a:latin typeface="Poppins"/>
                <a:ea typeface="Poppins"/>
                <a:cs typeface="Poppins"/>
                <a:sym typeface="Poppins"/>
                <a:hlinkClick r:id="rId3"/>
              </a:rPr>
              <a:t>Slidesgo</a:t>
            </a:r>
            <a:r>
              <a:rPr lang="en" sz="1200">
                <a:solidFill>
                  <a:schemeClr val="dk1"/>
                </a:solidFill>
                <a:latin typeface="Poppins"/>
                <a:ea typeface="Poppins"/>
                <a:cs typeface="Poppins"/>
                <a:sym typeface="Poppins"/>
              </a:rPr>
              <a:t>, and includes icons by </a:t>
            </a:r>
            <a:r>
              <a:rPr lang="en" sz="1200" b="1" u="sng">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Flaticon</a:t>
            </a:r>
            <a:r>
              <a:rPr lang="en" sz="1200">
                <a:solidFill>
                  <a:schemeClr val="dk1"/>
                </a:solidFill>
                <a:latin typeface="Poppins"/>
                <a:ea typeface="Poppins"/>
                <a:cs typeface="Poppins"/>
                <a:sym typeface="Poppins"/>
              </a:rPr>
              <a:t>, and infographics &amp; images by </a:t>
            </a:r>
            <a:r>
              <a:rPr lang="en" sz="1200" b="1" u="sng">
                <a:solidFill>
                  <a:schemeClr val="dk1"/>
                </a:solidFill>
                <a:latin typeface="Poppins"/>
                <a:ea typeface="Poppins"/>
                <a:cs typeface="Poppins"/>
                <a:sym typeface="Poppins"/>
                <a:hlinkClick r:id="rId5">
                  <a:extLst>
                    <a:ext uri="{A12FA001-AC4F-418D-AE19-62706E023703}">
                      <ahyp:hlinkClr xmlns:ahyp="http://schemas.microsoft.com/office/drawing/2018/hyperlinkcolor" val="tx"/>
                    </a:ext>
                  </a:extLst>
                </a:hlinkClick>
              </a:rPr>
              <a:t>Freepik</a:t>
            </a:r>
            <a:r>
              <a:rPr lang="en" sz="1200" u="sng">
                <a:solidFill>
                  <a:schemeClr val="dk1"/>
                </a:solidFill>
                <a:latin typeface="Poppins"/>
                <a:ea typeface="Poppins"/>
                <a:cs typeface="Poppins"/>
                <a:sym typeface="Poppins"/>
              </a:rPr>
              <a:t> </a:t>
            </a:r>
            <a:endParaRPr sz="1200" b="1" u="sng">
              <a:solidFill>
                <a:schemeClr val="dk1"/>
              </a:solidFill>
              <a:latin typeface="Poppins"/>
              <a:ea typeface="Poppins"/>
              <a:cs typeface="Poppins"/>
              <a:sym typeface="Poppins"/>
            </a:endParaRPr>
          </a:p>
        </p:txBody>
      </p:sp>
      <p:grpSp>
        <p:nvGrpSpPr>
          <p:cNvPr id="612" name="Google Shape;612;p30"/>
          <p:cNvGrpSpPr/>
          <p:nvPr/>
        </p:nvGrpSpPr>
        <p:grpSpPr>
          <a:xfrm>
            <a:off x="202378" y="1912824"/>
            <a:ext cx="9621246" cy="3038210"/>
            <a:chOff x="202378" y="1912824"/>
            <a:chExt cx="9621246" cy="3038210"/>
          </a:xfrm>
        </p:grpSpPr>
        <p:grpSp>
          <p:nvGrpSpPr>
            <p:cNvPr id="613" name="Google Shape;613;p30"/>
            <p:cNvGrpSpPr/>
            <p:nvPr/>
          </p:nvGrpSpPr>
          <p:grpSpPr>
            <a:xfrm>
              <a:off x="7246349" y="3117524"/>
              <a:ext cx="2577275" cy="1833510"/>
              <a:chOff x="781874" y="1294774"/>
              <a:chExt cx="2577275" cy="1833510"/>
            </a:xfrm>
          </p:grpSpPr>
          <p:sp>
            <p:nvSpPr>
              <p:cNvPr id="614" name="Google Shape;614;p30"/>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0"/>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0"/>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0"/>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0"/>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30"/>
            <p:cNvGrpSpPr/>
            <p:nvPr/>
          </p:nvGrpSpPr>
          <p:grpSpPr>
            <a:xfrm>
              <a:off x="202378" y="1912824"/>
              <a:ext cx="935946" cy="1833882"/>
              <a:chOff x="4738303" y="2509949"/>
              <a:chExt cx="935946" cy="1833882"/>
            </a:xfrm>
          </p:grpSpPr>
          <p:sp>
            <p:nvSpPr>
              <p:cNvPr id="625" name="Google Shape;625;p30"/>
              <p:cNvSpPr/>
              <p:nvPr/>
            </p:nvSpPr>
            <p:spPr>
              <a:xfrm rot="10800000">
                <a:off x="5149249" y="273563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rot="10800000">
                <a:off x="4739611" y="2966604"/>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0"/>
              <p:cNvSpPr/>
              <p:nvPr/>
            </p:nvSpPr>
            <p:spPr>
              <a:xfrm rot="10800000">
                <a:off x="4738303" y="2509949"/>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31"/>
        <p:cNvGrpSpPr/>
        <p:nvPr/>
      </p:nvGrpSpPr>
      <p:grpSpPr>
        <a:xfrm>
          <a:off x="0" y="0"/>
          <a:ext cx="0" cy="0"/>
          <a:chOff x="0" y="0"/>
          <a:chExt cx="0" cy="0"/>
        </a:xfrm>
      </p:grpSpPr>
      <p:pic>
        <p:nvPicPr>
          <p:cNvPr id="632" name="Google Shape;632;p31"/>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633" name="Google Shape;633;p31"/>
          <p:cNvGrpSpPr/>
          <p:nvPr/>
        </p:nvGrpSpPr>
        <p:grpSpPr>
          <a:xfrm>
            <a:off x="-234251" y="-297501"/>
            <a:ext cx="9082600" cy="5165107"/>
            <a:chOff x="-234251" y="-297501"/>
            <a:chExt cx="9082600" cy="5165107"/>
          </a:xfrm>
        </p:grpSpPr>
        <p:grpSp>
          <p:nvGrpSpPr>
            <p:cNvPr id="634" name="Google Shape;634;p31"/>
            <p:cNvGrpSpPr/>
            <p:nvPr/>
          </p:nvGrpSpPr>
          <p:grpSpPr>
            <a:xfrm>
              <a:off x="-234251" y="-297501"/>
              <a:ext cx="2577275" cy="1833510"/>
              <a:chOff x="781874" y="1294774"/>
              <a:chExt cx="2577275" cy="1833510"/>
            </a:xfrm>
          </p:grpSpPr>
          <p:sp>
            <p:nvSpPr>
              <p:cNvPr id="635" name="Google Shape;635;p31"/>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31"/>
            <p:cNvGrpSpPr/>
            <p:nvPr/>
          </p:nvGrpSpPr>
          <p:grpSpPr>
            <a:xfrm>
              <a:off x="7866164" y="275255"/>
              <a:ext cx="936510" cy="688006"/>
              <a:chOff x="3235964" y="2587955"/>
              <a:chExt cx="936510" cy="688006"/>
            </a:xfrm>
          </p:grpSpPr>
          <p:sp>
            <p:nvSpPr>
              <p:cNvPr id="646" name="Google Shape;646;p31"/>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p:cNvGrpSpPr/>
            <p:nvPr/>
          </p:nvGrpSpPr>
          <p:grpSpPr>
            <a:xfrm>
              <a:off x="7912403" y="3038447"/>
              <a:ext cx="935946" cy="1829159"/>
              <a:chOff x="4738303" y="2514672"/>
              <a:chExt cx="935946" cy="1829159"/>
            </a:xfrm>
          </p:grpSpPr>
          <p:sp>
            <p:nvSpPr>
              <p:cNvPr id="649" name="Google Shape;649;p31"/>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 name="Google Shape;655;p31"/>
            <p:cNvGrpSpPr/>
            <p:nvPr/>
          </p:nvGrpSpPr>
          <p:grpSpPr>
            <a:xfrm>
              <a:off x="381499" y="3884824"/>
              <a:ext cx="1345775" cy="914755"/>
              <a:chOff x="2264799" y="3654374"/>
              <a:chExt cx="1345775" cy="914755"/>
            </a:xfrm>
          </p:grpSpPr>
          <p:sp>
            <p:nvSpPr>
              <p:cNvPr id="656" name="Google Shape;656;p31"/>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60"/>
        <p:cNvGrpSpPr/>
        <p:nvPr/>
      </p:nvGrpSpPr>
      <p:grpSpPr>
        <a:xfrm>
          <a:off x="0" y="0"/>
          <a:ext cx="0" cy="0"/>
          <a:chOff x="0" y="0"/>
          <a:chExt cx="0" cy="0"/>
        </a:xfrm>
      </p:grpSpPr>
      <p:grpSp>
        <p:nvGrpSpPr>
          <p:cNvPr id="661" name="Google Shape;661;p32"/>
          <p:cNvGrpSpPr/>
          <p:nvPr/>
        </p:nvGrpSpPr>
        <p:grpSpPr>
          <a:xfrm>
            <a:off x="159224" y="251905"/>
            <a:ext cx="8751975" cy="4709604"/>
            <a:chOff x="159224" y="251905"/>
            <a:chExt cx="8751975" cy="4709604"/>
          </a:xfrm>
        </p:grpSpPr>
        <p:grpSp>
          <p:nvGrpSpPr>
            <p:cNvPr id="662" name="Google Shape;662;p32"/>
            <p:cNvGrpSpPr/>
            <p:nvPr/>
          </p:nvGrpSpPr>
          <p:grpSpPr>
            <a:xfrm>
              <a:off x="6333924" y="3127999"/>
              <a:ext cx="2577275" cy="1833510"/>
              <a:chOff x="781874" y="1294774"/>
              <a:chExt cx="2577275" cy="1833510"/>
            </a:xfrm>
          </p:grpSpPr>
          <p:sp>
            <p:nvSpPr>
              <p:cNvPr id="663" name="Google Shape;663;p32"/>
              <p:cNvSpPr/>
              <p:nvPr/>
            </p:nvSpPr>
            <p:spPr>
              <a:xfrm rot="10800000">
                <a:off x="2834149" y="15204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2"/>
              <p:cNvSpPr/>
              <p:nvPr/>
            </p:nvSpPr>
            <p:spPr>
              <a:xfrm rot="10800000">
                <a:off x="2424511" y="17514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2"/>
              <p:cNvSpPr/>
              <p:nvPr/>
            </p:nvSpPr>
            <p:spPr>
              <a:xfrm rot="10800000">
                <a:off x="2423203" y="12947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2"/>
              <p:cNvSpPr/>
              <p:nvPr/>
            </p:nvSpPr>
            <p:spPr>
              <a:xfrm rot="10800000">
                <a:off x="2013374" y="15245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2"/>
              <p:cNvSpPr/>
              <p:nvPr/>
            </p:nvSpPr>
            <p:spPr>
              <a:xfrm rot="10800000">
                <a:off x="1601864" y="175441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2"/>
              <p:cNvSpPr/>
              <p:nvPr/>
            </p:nvSpPr>
            <p:spPr>
              <a:xfrm rot="10800000">
                <a:off x="2008925" y="2444203"/>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2"/>
              <p:cNvSpPr/>
              <p:nvPr/>
            </p:nvSpPr>
            <p:spPr>
              <a:xfrm rot="10800000">
                <a:off x="1599288" y="266981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2"/>
              <p:cNvSpPr/>
              <p:nvPr/>
            </p:nvSpPr>
            <p:spPr>
              <a:xfrm rot="10800000">
                <a:off x="1599288" y="2211855"/>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2"/>
              <p:cNvSpPr/>
              <p:nvPr/>
            </p:nvSpPr>
            <p:spPr>
              <a:xfrm rot="10800000">
                <a:off x="1190767" y="244158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2"/>
              <p:cNvSpPr/>
              <p:nvPr/>
            </p:nvSpPr>
            <p:spPr>
              <a:xfrm rot="10800000">
                <a:off x="781874" y="267018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32"/>
            <p:cNvGrpSpPr/>
            <p:nvPr/>
          </p:nvGrpSpPr>
          <p:grpSpPr>
            <a:xfrm>
              <a:off x="1580814" y="251905"/>
              <a:ext cx="936510" cy="688006"/>
              <a:chOff x="3235964" y="2587955"/>
              <a:chExt cx="936510" cy="688006"/>
            </a:xfrm>
          </p:grpSpPr>
          <p:sp>
            <p:nvSpPr>
              <p:cNvPr id="674" name="Google Shape;674;p32"/>
              <p:cNvSpPr/>
              <p:nvPr/>
            </p:nvSpPr>
            <p:spPr>
              <a:xfrm rot="10800000">
                <a:off x="3647474" y="258795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2"/>
              <p:cNvSpPr/>
              <p:nvPr/>
            </p:nvSpPr>
            <p:spPr>
              <a:xfrm rot="10800000">
                <a:off x="3235964" y="28178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676;p32"/>
            <p:cNvGrpSpPr/>
            <p:nvPr/>
          </p:nvGrpSpPr>
          <p:grpSpPr>
            <a:xfrm>
              <a:off x="307128" y="346247"/>
              <a:ext cx="935946" cy="1829159"/>
              <a:chOff x="4738303" y="2514672"/>
              <a:chExt cx="935946" cy="1829159"/>
            </a:xfrm>
          </p:grpSpPr>
          <p:sp>
            <p:nvSpPr>
              <p:cNvPr id="677" name="Google Shape;677;p32"/>
              <p:cNvSpPr/>
              <p:nvPr/>
            </p:nvSpPr>
            <p:spPr>
              <a:xfrm rot="10800000">
                <a:off x="5149249" y="274036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2"/>
              <p:cNvSpPr/>
              <p:nvPr/>
            </p:nvSpPr>
            <p:spPr>
              <a:xfrm rot="10800000">
                <a:off x="4739611" y="2971327"/>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2"/>
              <p:cNvSpPr/>
              <p:nvPr/>
            </p:nvSpPr>
            <p:spPr>
              <a:xfrm rot="10800000">
                <a:off x="4738303" y="2514672"/>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2"/>
              <p:cNvSpPr/>
              <p:nvPr/>
            </p:nvSpPr>
            <p:spPr>
              <a:xfrm rot="10800000">
                <a:off x="5149225" y="3660116"/>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2"/>
              <p:cNvSpPr/>
              <p:nvPr/>
            </p:nvSpPr>
            <p:spPr>
              <a:xfrm rot="10800000">
                <a:off x="4739588" y="3885731"/>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2"/>
              <p:cNvSpPr/>
              <p:nvPr/>
            </p:nvSpPr>
            <p:spPr>
              <a:xfrm rot="10800000">
                <a:off x="4739588" y="3427767"/>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32"/>
            <p:cNvGrpSpPr/>
            <p:nvPr/>
          </p:nvGrpSpPr>
          <p:grpSpPr>
            <a:xfrm>
              <a:off x="159224" y="2418249"/>
              <a:ext cx="1345775" cy="914755"/>
              <a:chOff x="2264799" y="3654374"/>
              <a:chExt cx="1345775" cy="914755"/>
            </a:xfrm>
          </p:grpSpPr>
          <p:sp>
            <p:nvSpPr>
              <p:cNvPr id="684" name="Google Shape;684;p32"/>
              <p:cNvSpPr/>
              <p:nvPr/>
            </p:nvSpPr>
            <p:spPr>
              <a:xfrm rot="10800000">
                <a:off x="3085574" y="3880062"/>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2"/>
              <p:cNvSpPr/>
              <p:nvPr/>
            </p:nvSpPr>
            <p:spPr>
              <a:xfrm rot="10800000">
                <a:off x="2675936" y="4111029"/>
                <a:ext cx="525000" cy="458100"/>
              </a:xfrm>
              <a:prstGeom prst="hexagon">
                <a:avLst>
                  <a:gd name="adj" fmla="val 25000"/>
                  <a:gd name="vf" fmla="val 115470"/>
                </a:avLst>
              </a:prstGeom>
              <a:solidFill>
                <a:srgbClr val="FFFFFF">
                  <a:alpha val="151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2"/>
              <p:cNvSpPr/>
              <p:nvPr/>
            </p:nvSpPr>
            <p:spPr>
              <a:xfrm rot="10800000">
                <a:off x="2674628" y="3654374"/>
                <a:ext cx="525000" cy="458100"/>
              </a:xfrm>
              <a:prstGeom prst="hexagon">
                <a:avLst>
                  <a:gd name="adj" fmla="val 25000"/>
                  <a:gd name="vf" fmla="val 115470"/>
                </a:avLst>
              </a:prstGeom>
              <a:solidFill>
                <a:srgbClr val="FFFFFF">
                  <a:alpha val="25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2"/>
              <p:cNvSpPr/>
              <p:nvPr/>
            </p:nvSpPr>
            <p:spPr>
              <a:xfrm rot="10800000">
                <a:off x="2264799" y="3884105"/>
                <a:ext cx="525000" cy="458100"/>
              </a:xfrm>
              <a:prstGeom prst="hexagon">
                <a:avLst>
                  <a:gd name="adj" fmla="val 25000"/>
                  <a:gd name="vf" fmla="val 115470"/>
                </a:avLst>
              </a:prstGeom>
              <a:solidFill>
                <a:srgbClr val="FFFFFF">
                  <a:alpha val="58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11" name="Google Shape;692;p33">
            <a:extLst>
              <a:ext uri="{FF2B5EF4-FFF2-40B4-BE49-F238E27FC236}">
                <a16:creationId xmlns:a16="http://schemas.microsoft.com/office/drawing/2014/main" id="{1D9A709A-2723-46A7-48D7-97E636F3C199}"/>
              </a:ext>
            </a:extLst>
          </p:cNvPr>
          <p:cNvSpPr txBox="1"/>
          <p:nvPr/>
        </p:nvSpPr>
        <p:spPr>
          <a:xfrm>
            <a:off x="846900" y="1098283"/>
            <a:ext cx="7584000" cy="22473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5700" b="1" dirty="0">
                <a:solidFill>
                  <a:srgbClr val="FFFFFF"/>
                </a:solidFill>
                <a:latin typeface="Poppins"/>
                <a:ea typeface="Poppins"/>
                <a:cs typeface="Poppins"/>
                <a:sym typeface="Poppins"/>
              </a:rPr>
              <a:t>Introduction to Data Science </a:t>
            </a:r>
            <a:endParaRPr sz="5700" b="1" dirty="0">
              <a:solidFill>
                <a:srgbClr val="FFFFFF"/>
              </a:solidFill>
              <a:latin typeface="Poppins"/>
              <a:ea typeface="Poppins"/>
              <a:cs typeface="Poppins"/>
              <a:sym typeface="Poppins"/>
            </a:endParaRPr>
          </a:p>
          <a:p>
            <a:pPr marL="0" lvl="0" indent="0" algn="l" rtl="0">
              <a:spcBef>
                <a:spcPts val="0"/>
              </a:spcBef>
              <a:spcAft>
                <a:spcPts val="0"/>
              </a:spcAft>
              <a:buNone/>
            </a:pPr>
            <a:r>
              <a:rPr lang="en" sz="2000" dirty="0">
                <a:solidFill>
                  <a:srgbClr val="FFFFFF"/>
                </a:solidFill>
                <a:latin typeface="Poppins"/>
                <a:ea typeface="Poppins"/>
                <a:cs typeface="Poppins"/>
                <a:sym typeface="Poppins"/>
              </a:rPr>
              <a:t>Lesson 9</a:t>
            </a:r>
            <a:endParaRPr sz="2000" dirty="0">
              <a:solidFill>
                <a:srgbClr val="FFFFFF"/>
              </a:solidFill>
              <a:latin typeface="Poppins"/>
              <a:ea typeface="Poppins"/>
              <a:cs typeface="Poppins"/>
              <a:sym typeface="Poppins"/>
            </a:endParaRPr>
          </a:p>
        </p:txBody>
      </p:sp>
      <p:sp>
        <p:nvSpPr>
          <p:cNvPr id="12" name="Google Shape;693;p33">
            <a:extLst>
              <a:ext uri="{FF2B5EF4-FFF2-40B4-BE49-F238E27FC236}">
                <a16:creationId xmlns:a16="http://schemas.microsoft.com/office/drawing/2014/main" id="{1BF8313A-9C0E-D55E-5725-B7C047FF112C}"/>
              </a:ext>
            </a:extLst>
          </p:cNvPr>
          <p:cNvSpPr txBox="1"/>
          <p:nvPr/>
        </p:nvSpPr>
        <p:spPr>
          <a:xfrm>
            <a:off x="846900" y="3880738"/>
            <a:ext cx="4528800" cy="475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300" dirty="0">
                <a:solidFill>
                  <a:srgbClr val="FFFFFF"/>
                </a:solidFill>
                <a:latin typeface="Poppins"/>
                <a:ea typeface="Poppins"/>
                <a:cs typeface="Poppins"/>
                <a:sym typeface="Poppins"/>
              </a:rPr>
              <a:t>Prof. Hugo Hernandez</a:t>
            </a:r>
            <a:endParaRPr sz="1300" dirty="0">
              <a:solidFill>
                <a:srgbClr val="FFFFFF"/>
              </a:solidFill>
              <a:latin typeface="Poppins"/>
              <a:ea typeface="Poppins"/>
              <a:cs typeface="Poppins"/>
              <a:sym typeface="Poppins"/>
            </a:endParaRPr>
          </a:p>
          <a:p>
            <a:pPr marL="0" lvl="0" indent="0" algn="just" rtl="0">
              <a:lnSpc>
                <a:spcPct val="115000"/>
              </a:lnSpc>
              <a:spcBef>
                <a:spcPts val="0"/>
              </a:spcBef>
              <a:spcAft>
                <a:spcPts val="0"/>
              </a:spcAft>
              <a:buNone/>
            </a:pPr>
            <a:r>
              <a:rPr lang="en" sz="1300" dirty="0">
                <a:solidFill>
                  <a:srgbClr val="FFFFFF"/>
                </a:solidFill>
                <a:latin typeface="Poppins"/>
                <a:ea typeface="Poppins"/>
                <a:cs typeface="Poppins"/>
                <a:sym typeface="Poppins"/>
              </a:rPr>
              <a:t>Prof. Giorgio Cunto</a:t>
            </a:r>
            <a:endParaRPr sz="1300" dirty="0">
              <a:solidFill>
                <a:srgbClr val="FFFFFF"/>
              </a:solidFill>
              <a:latin typeface="Poppins"/>
              <a:ea typeface="Poppins"/>
              <a:cs typeface="Poppins"/>
              <a:sym typeface="Poppins"/>
            </a:endParaRPr>
          </a:p>
        </p:txBody>
      </p:sp>
      <p:cxnSp>
        <p:nvCxnSpPr>
          <p:cNvPr id="13" name="Google Shape;694;p33">
            <a:extLst>
              <a:ext uri="{FF2B5EF4-FFF2-40B4-BE49-F238E27FC236}">
                <a16:creationId xmlns:a16="http://schemas.microsoft.com/office/drawing/2014/main" id="{2E4FAEFC-5C92-15A2-BC16-32A1E70E5FC8}"/>
              </a:ext>
            </a:extLst>
          </p:cNvPr>
          <p:cNvCxnSpPr/>
          <p:nvPr/>
        </p:nvCxnSpPr>
        <p:spPr>
          <a:xfrm>
            <a:off x="953922" y="3527687"/>
            <a:ext cx="931200" cy="0"/>
          </a:xfrm>
          <a:prstGeom prst="straightConnector1">
            <a:avLst/>
          </a:prstGeom>
          <a:noFill/>
          <a:ln w="76200" cap="flat" cmpd="sng">
            <a:solidFill>
              <a:srgbClr val="00DFDF"/>
            </a:solidFill>
            <a:prstDash val="solid"/>
            <a:round/>
            <a:headEnd type="none" w="med" len="med"/>
            <a:tailEnd type="none" w="med" len="med"/>
          </a:ln>
        </p:spPr>
      </p:cxnSp>
      <p:sp>
        <p:nvSpPr>
          <p:cNvPr id="14" name="Google Shape;695;p33">
            <a:extLst>
              <a:ext uri="{FF2B5EF4-FFF2-40B4-BE49-F238E27FC236}">
                <a16:creationId xmlns:a16="http://schemas.microsoft.com/office/drawing/2014/main" id="{0BBA154B-A878-32A3-F5F5-CC835561E700}"/>
              </a:ext>
            </a:extLst>
          </p:cNvPr>
          <p:cNvSpPr/>
          <p:nvPr/>
        </p:nvSpPr>
        <p:spPr>
          <a:xfrm>
            <a:off x="5684700" y="159575"/>
            <a:ext cx="3307200" cy="648300"/>
          </a:xfrm>
          <a:prstGeom prst="rect">
            <a:avLst/>
          </a:prstGeom>
          <a:solidFill>
            <a:srgbClr val="F8FAFB"/>
          </a:solidFill>
          <a:ln w="9525" cap="flat" cmpd="sng">
            <a:solidFill>
              <a:srgbClr val="0A24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 name="Google Shape;696;p33">
            <a:extLst>
              <a:ext uri="{FF2B5EF4-FFF2-40B4-BE49-F238E27FC236}">
                <a16:creationId xmlns:a16="http://schemas.microsoft.com/office/drawing/2014/main" id="{CFF8B2DE-FD67-0FBF-84D7-BAE8663C083B}"/>
              </a:ext>
            </a:extLst>
          </p:cNvPr>
          <p:cNvPicPr preferRelativeResize="0"/>
          <p:nvPr/>
        </p:nvPicPr>
        <p:blipFill>
          <a:blip r:embed="rId3">
            <a:alphaModFix/>
          </a:blip>
          <a:stretch>
            <a:fillRect/>
          </a:stretch>
        </p:blipFill>
        <p:spPr>
          <a:xfrm>
            <a:off x="5664000" y="127545"/>
            <a:ext cx="3318349" cy="68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34"/>
          <p:cNvSpPr txBox="1">
            <a:spLocks noGrp="1"/>
          </p:cNvSpPr>
          <p:nvPr>
            <p:ph type="title"/>
          </p:nvPr>
        </p:nvSpPr>
        <p:spPr>
          <a:xfrm>
            <a:off x="444450" y="924225"/>
            <a:ext cx="7914000" cy="92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Visualization</a:t>
            </a:r>
            <a:endParaRPr dirty="0"/>
          </a:p>
        </p:txBody>
      </p:sp>
      <p:cxnSp>
        <p:nvCxnSpPr>
          <p:cNvPr id="702" name="Google Shape;702;p34"/>
          <p:cNvCxnSpPr/>
          <p:nvPr/>
        </p:nvCxnSpPr>
        <p:spPr>
          <a:xfrm>
            <a:off x="568129" y="1844327"/>
            <a:ext cx="931200" cy="0"/>
          </a:xfrm>
          <a:prstGeom prst="straightConnector1">
            <a:avLst/>
          </a:prstGeom>
          <a:noFill/>
          <a:ln w="76200" cap="flat" cmpd="sng">
            <a:solidFill>
              <a:schemeClr val="lt2"/>
            </a:solidFill>
            <a:prstDash val="solid"/>
            <a:round/>
            <a:headEnd type="none" w="med" len="med"/>
            <a:tailEnd type="none" w="med" len="med"/>
          </a:ln>
        </p:spPr>
      </p:cxnSp>
      <p:sp>
        <p:nvSpPr>
          <p:cNvPr id="703" name="Google Shape;703;p34"/>
          <p:cNvSpPr txBox="1">
            <a:spLocks noGrp="1"/>
          </p:cNvSpPr>
          <p:nvPr>
            <p:ph type="title"/>
          </p:nvPr>
        </p:nvSpPr>
        <p:spPr>
          <a:xfrm>
            <a:off x="444450" y="437925"/>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b="0" dirty="0"/>
              <a:t>Module IV</a:t>
            </a:r>
            <a:endParaRPr sz="3000" b="0" dirty="0"/>
          </a:p>
        </p:txBody>
      </p:sp>
      <p:sp>
        <p:nvSpPr>
          <p:cNvPr id="704" name="Google Shape;704;p34"/>
          <p:cNvSpPr txBox="1">
            <a:spLocks noGrp="1"/>
          </p:cNvSpPr>
          <p:nvPr>
            <p:ph type="title"/>
          </p:nvPr>
        </p:nvSpPr>
        <p:spPr>
          <a:xfrm>
            <a:off x="444450" y="1980375"/>
            <a:ext cx="8255100" cy="22908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Char char="★"/>
            </a:pPr>
            <a:r>
              <a:rPr lang="en" sz="1800" b="0" dirty="0"/>
              <a:t>Introduction to ggplot</a:t>
            </a:r>
            <a:endParaRPr sz="1800" b="0" i="1" dirty="0">
              <a:solidFill>
                <a:schemeClr val="lt2"/>
              </a:solidFill>
            </a:endParaRPr>
          </a:p>
          <a:p>
            <a:pPr marL="457200" marR="0" lvl="0" indent="-342900" algn="l" rtl="0">
              <a:lnSpc>
                <a:spcPct val="100000"/>
              </a:lnSpc>
              <a:spcBef>
                <a:spcPts val="0"/>
              </a:spcBef>
              <a:spcAft>
                <a:spcPts val="0"/>
              </a:spcAft>
              <a:buSzPts val="1800"/>
              <a:buChar char="★"/>
            </a:pPr>
            <a:r>
              <a:rPr lang="en" sz="1800" b="0" dirty="0"/>
              <a:t>Basic plots in ggplot </a:t>
            </a:r>
            <a:endParaRPr sz="1800" b="0" dirty="0"/>
          </a:p>
          <a:p>
            <a:pPr marL="457200" marR="0" lvl="0" indent="-342900" algn="l" rtl="0">
              <a:lnSpc>
                <a:spcPct val="100000"/>
              </a:lnSpc>
              <a:spcBef>
                <a:spcPts val="0"/>
              </a:spcBef>
              <a:spcAft>
                <a:spcPts val="0"/>
              </a:spcAft>
              <a:buSzPts val="1800"/>
              <a:buChar char="★"/>
            </a:pPr>
            <a:r>
              <a:rPr lang="en" sz="1800" b="0" dirty="0"/>
              <a:t>Gapminder and ggplot </a:t>
            </a:r>
            <a:endParaRPr sz="1800" b="0" dirty="0"/>
          </a:p>
          <a:p>
            <a:pPr marL="914400" marR="0" lvl="1" indent="-342900" algn="l" rtl="0">
              <a:lnSpc>
                <a:spcPct val="100000"/>
              </a:lnSpc>
              <a:spcBef>
                <a:spcPts val="0"/>
              </a:spcBef>
              <a:spcAft>
                <a:spcPts val="0"/>
              </a:spcAft>
              <a:buSzPts val="1800"/>
              <a:buChar char="○"/>
            </a:pPr>
            <a:r>
              <a:rPr lang="en" sz="1800" b="0" dirty="0"/>
              <a:t>Basic functions in ggplot and types of graphs</a:t>
            </a:r>
            <a:endParaRPr sz="1800" b="0" dirty="0"/>
          </a:p>
          <a:p>
            <a:pPr marL="914400" marR="0" lvl="1" indent="-342900" algn="l" rtl="0">
              <a:lnSpc>
                <a:spcPct val="100000"/>
              </a:lnSpc>
              <a:spcBef>
                <a:spcPts val="0"/>
              </a:spcBef>
              <a:spcAft>
                <a:spcPts val="0"/>
              </a:spcAft>
              <a:buSzPts val="1800"/>
              <a:buChar char="○"/>
            </a:pPr>
            <a:r>
              <a:rPr lang="en" sz="1800" b="0" dirty="0"/>
              <a:t>Functions </a:t>
            </a:r>
            <a:r>
              <a:rPr lang="en" sz="1800" b="0" i="1" dirty="0">
                <a:solidFill>
                  <a:schemeClr val="lt2"/>
                </a:solidFill>
              </a:rPr>
              <a:t>facet_grid()</a:t>
            </a:r>
            <a:r>
              <a:rPr lang="en" sz="1800" b="0" i="1" dirty="0"/>
              <a:t> </a:t>
            </a:r>
            <a:r>
              <a:rPr lang="en" sz="1800" b="0" dirty="0"/>
              <a:t>and </a:t>
            </a:r>
            <a:r>
              <a:rPr lang="en" sz="1800" b="0" i="1" dirty="0">
                <a:solidFill>
                  <a:schemeClr val="lt2"/>
                </a:solidFill>
              </a:rPr>
              <a:t>facet_wrap()</a:t>
            </a:r>
            <a:endParaRPr sz="1800" b="0" dirty="0">
              <a:solidFill>
                <a:schemeClr val="l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9">
          <a:extLst>
            <a:ext uri="{FF2B5EF4-FFF2-40B4-BE49-F238E27FC236}">
              <a16:creationId xmlns:a16="http://schemas.microsoft.com/office/drawing/2014/main" id="{AD2FFF39-186F-213F-1907-A4EE71529B2C}"/>
            </a:ext>
          </a:extLst>
        </p:cNvPr>
        <p:cNvGrpSpPr/>
        <p:nvPr/>
      </p:nvGrpSpPr>
      <p:grpSpPr>
        <a:xfrm>
          <a:off x="0" y="0"/>
          <a:ext cx="0" cy="0"/>
          <a:chOff x="0" y="0"/>
          <a:chExt cx="0" cy="0"/>
        </a:xfrm>
      </p:grpSpPr>
      <p:sp>
        <p:nvSpPr>
          <p:cNvPr id="720" name="Google Shape;720;p37">
            <a:extLst>
              <a:ext uri="{FF2B5EF4-FFF2-40B4-BE49-F238E27FC236}">
                <a16:creationId xmlns:a16="http://schemas.microsoft.com/office/drawing/2014/main" id="{892B2CF8-5832-4435-6A51-5DA148EC1315}"/>
              </a:ext>
            </a:extLst>
          </p:cNvPr>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Principles of data visualization</a:t>
            </a:r>
            <a:endParaRPr sz="3000" dirty="0">
              <a:solidFill>
                <a:schemeClr val="lt2"/>
              </a:solidFill>
            </a:endParaRPr>
          </a:p>
        </p:txBody>
      </p:sp>
      <p:sp>
        <p:nvSpPr>
          <p:cNvPr id="721" name="Google Shape;721;p37">
            <a:extLst>
              <a:ext uri="{FF2B5EF4-FFF2-40B4-BE49-F238E27FC236}">
                <a16:creationId xmlns:a16="http://schemas.microsoft.com/office/drawing/2014/main" id="{1E29708E-98C1-AD1E-F83A-B509B6681EE9}"/>
              </a:ext>
            </a:extLst>
          </p:cNvPr>
          <p:cNvSpPr txBox="1">
            <a:spLocks noGrp="1"/>
          </p:cNvSpPr>
          <p:nvPr>
            <p:ph type="title"/>
          </p:nvPr>
        </p:nvSpPr>
        <p:spPr>
          <a:xfrm>
            <a:off x="444450" y="994225"/>
            <a:ext cx="8255100" cy="3690600"/>
          </a:xfrm>
          <a:prstGeom prst="rect">
            <a:avLst/>
          </a:prstGeom>
          <a:solidFill>
            <a:schemeClr val="lt1"/>
          </a:solidFill>
        </p:spPr>
        <p:txBody>
          <a:bodyPr spcFirstLastPara="1" wrap="square" lIns="91425" tIns="91425" rIns="91425" bIns="91425" anchor="ctr" anchorCtr="0">
            <a:noAutofit/>
          </a:bodyPr>
          <a:lstStyle/>
          <a:p>
            <a:pPr marL="0" lvl="0" indent="0" algn="l" rtl="0">
              <a:spcBef>
                <a:spcPts val="0"/>
              </a:spcBef>
              <a:spcAft>
                <a:spcPts val="0"/>
              </a:spcAft>
              <a:buNone/>
            </a:pPr>
            <a:r>
              <a:rPr lang="en-US" sz="1800" b="0" dirty="0"/>
              <a:t>Visually convey information to extract insights that might not be apparently obvious from summary statistics.</a:t>
            </a:r>
            <a:br>
              <a:rPr lang="en-US" sz="1800" b="0" dirty="0"/>
            </a:br>
            <a:endParaRPr sz="1800" b="0" dirty="0"/>
          </a:p>
          <a:p>
            <a:pPr lvl="0" algn="l"/>
            <a:r>
              <a:rPr lang="en-US" sz="1800" b="0" dirty="0"/>
              <a:t>Can be deployed both as </a:t>
            </a:r>
            <a:r>
              <a:rPr lang="en-US" sz="1800" dirty="0">
                <a:solidFill>
                  <a:schemeClr val="tx2"/>
                </a:solidFill>
              </a:rPr>
              <a:t>exploratory</a:t>
            </a:r>
            <a:r>
              <a:rPr lang="en-US" sz="1800" b="0" dirty="0"/>
              <a:t> visualization or for </a:t>
            </a:r>
            <a:r>
              <a:rPr lang="en-US" sz="1800" dirty="0">
                <a:solidFill>
                  <a:schemeClr val="tx2"/>
                </a:solidFill>
              </a:rPr>
              <a:t>publication.</a:t>
            </a:r>
            <a:br>
              <a:rPr lang="en-US" sz="1800" dirty="0">
                <a:solidFill>
                  <a:schemeClr val="tx2"/>
                </a:solidFill>
              </a:rPr>
            </a:br>
            <a:br>
              <a:rPr lang="en-US" sz="1800" dirty="0">
                <a:solidFill>
                  <a:schemeClr val="tx2"/>
                </a:solidFill>
              </a:rPr>
            </a:br>
            <a:r>
              <a:rPr lang="en-US" sz="1800" dirty="0">
                <a:solidFill>
                  <a:schemeClr val="tx2"/>
                </a:solidFill>
              </a:rPr>
              <a:t>Exploratory </a:t>
            </a:r>
            <a:r>
              <a:rPr lang="en-US" sz="1800" b="0" dirty="0"/>
              <a:t>visualization is to get a notion of data structure, spot outliers, find rough trends. It’s an iterative process of trial and error.</a:t>
            </a:r>
            <a:br>
              <a:rPr lang="en-US" sz="1800" b="0" dirty="0"/>
            </a:br>
            <a:br>
              <a:rPr lang="en-US" sz="1800" b="0" dirty="0"/>
            </a:br>
            <a:r>
              <a:rPr lang="en-US" sz="1800" dirty="0">
                <a:solidFill>
                  <a:schemeClr val="tx2"/>
                </a:solidFill>
              </a:rPr>
              <a:t>Publication</a:t>
            </a:r>
            <a:r>
              <a:rPr lang="en-US" sz="1800" b="0" dirty="0">
                <a:solidFill>
                  <a:schemeClr val="tx2"/>
                </a:solidFill>
              </a:rPr>
              <a:t> </a:t>
            </a:r>
            <a:r>
              <a:rPr lang="en-US" sz="1800" b="0" dirty="0"/>
              <a:t>visualization is for definitive deployments and must be suited for clarity, following adequate design principles on how data is encoded.</a:t>
            </a:r>
            <a:br>
              <a:rPr lang="en-US" sz="1800" dirty="0">
                <a:solidFill>
                  <a:schemeClr val="tx2"/>
                </a:solidFill>
              </a:rPr>
            </a:br>
            <a:br>
              <a:rPr lang="en-US" sz="1800" b="0" dirty="0"/>
            </a:br>
            <a:r>
              <a:rPr lang="es-419" sz="1800" b="0" dirty="0" err="1"/>
              <a:t>The</a:t>
            </a:r>
            <a:r>
              <a:rPr lang="es-419" sz="1800" b="0" dirty="0"/>
              <a:t> </a:t>
            </a:r>
            <a:r>
              <a:rPr lang="es-419" sz="1800" b="0" dirty="0" err="1"/>
              <a:t>most</a:t>
            </a:r>
            <a:r>
              <a:rPr lang="es-419" sz="1800" b="0" dirty="0"/>
              <a:t> </a:t>
            </a:r>
            <a:r>
              <a:rPr lang="es-419" sz="1800" b="0" dirty="0" err="1"/>
              <a:t>important</a:t>
            </a:r>
            <a:r>
              <a:rPr lang="es-419" sz="1800" b="0" dirty="0"/>
              <a:t> </a:t>
            </a:r>
            <a:r>
              <a:rPr lang="es-419" sz="1800" b="0" dirty="0" err="1"/>
              <a:t>thing</a:t>
            </a:r>
            <a:r>
              <a:rPr lang="es-419" sz="1800" b="0" dirty="0"/>
              <a:t> </a:t>
            </a:r>
            <a:r>
              <a:rPr lang="es-419" sz="1800" b="0" dirty="0" err="1"/>
              <a:t>is</a:t>
            </a:r>
            <a:r>
              <a:rPr lang="es-419" sz="1800" b="0" dirty="0"/>
              <a:t> </a:t>
            </a:r>
            <a:r>
              <a:rPr lang="es-419" sz="1800" dirty="0" err="1">
                <a:solidFill>
                  <a:schemeClr val="tx2"/>
                </a:solidFill>
              </a:rPr>
              <a:t>legibility</a:t>
            </a:r>
            <a:r>
              <a:rPr lang="es-419" sz="1800" dirty="0">
                <a:solidFill>
                  <a:schemeClr val="tx2"/>
                </a:solidFill>
              </a:rPr>
              <a:t>!</a:t>
            </a:r>
            <a:endParaRPr sz="1800" b="0" dirty="0"/>
          </a:p>
          <a:p>
            <a:pPr marL="0" lvl="0" indent="0" algn="l" rtl="0">
              <a:spcBef>
                <a:spcPts val="0"/>
              </a:spcBef>
              <a:spcAft>
                <a:spcPts val="0"/>
              </a:spcAft>
              <a:buNone/>
            </a:pPr>
            <a:endParaRPr sz="1800" b="0" dirty="0"/>
          </a:p>
        </p:txBody>
      </p:sp>
    </p:spTree>
    <p:extLst>
      <p:ext uri="{BB962C8B-B14F-4D97-AF65-F5344CB8AC3E}">
        <p14:creationId xmlns:p14="http://schemas.microsoft.com/office/powerpoint/2010/main" val="1368532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9">
          <a:extLst>
            <a:ext uri="{FF2B5EF4-FFF2-40B4-BE49-F238E27FC236}">
              <a16:creationId xmlns:a16="http://schemas.microsoft.com/office/drawing/2014/main" id="{A166D3D0-EC82-3477-72DB-77ECC32647CB}"/>
            </a:ext>
          </a:extLst>
        </p:cNvPr>
        <p:cNvGrpSpPr/>
        <p:nvPr/>
      </p:nvGrpSpPr>
      <p:grpSpPr>
        <a:xfrm>
          <a:off x="0" y="0"/>
          <a:ext cx="0" cy="0"/>
          <a:chOff x="0" y="0"/>
          <a:chExt cx="0" cy="0"/>
        </a:xfrm>
      </p:grpSpPr>
      <p:sp>
        <p:nvSpPr>
          <p:cNvPr id="720" name="Google Shape;720;p37">
            <a:extLst>
              <a:ext uri="{FF2B5EF4-FFF2-40B4-BE49-F238E27FC236}">
                <a16:creationId xmlns:a16="http://schemas.microsoft.com/office/drawing/2014/main" id="{68165A5F-609A-A683-470E-B0818211B5D5}"/>
              </a:ext>
            </a:extLst>
          </p:cNvPr>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The Anscobe quartet</a:t>
            </a:r>
            <a:endParaRPr sz="3000" dirty="0">
              <a:solidFill>
                <a:schemeClr val="lt2"/>
              </a:solidFill>
            </a:endParaRPr>
          </a:p>
        </p:txBody>
      </p:sp>
      <p:graphicFrame>
        <p:nvGraphicFramePr>
          <p:cNvPr id="4" name="Content Placeholder 9">
            <a:extLst>
              <a:ext uri="{FF2B5EF4-FFF2-40B4-BE49-F238E27FC236}">
                <a16:creationId xmlns:a16="http://schemas.microsoft.com/office/drawing/2014/main" id="{57CCD022-2ECF-85D1-7352-37119FF1A028}"/>
              </a:ext>
            </a:extLst>
          </p:cNvPr>
          <p:cNvGraphicFramePr>
            <a:graphicFrameLocks/>
          </p:cNvGraphicFramePr>
          <p:nvPr>
            <p:extLst>
              <p:ext uri="{D42A27DB-BD31-4B8C-83A1-F6EECF244321}">
                <p14:modId xmlns:p14="http://schemas.microsoft.com/office/powerpoint/2010/main" val="7341467"/>
              </p:ext>
            </p:extLst>
          </p:nvPr>
        </p:nvGraphicFramePr>
        <p:xfrm>
          <a:off x="315411" y="1388685"/>
          <a:ext cx="4436696" cy="2366130"/>
        </p:xfrm>
        <a:graphic>
          <a:graphicData uri="http://schemas.openxmlformats.org/drawingml/2006/table">
            <a:tbl>
              <a:tblPr/>
              <a:tblGrid>
                <a:gridCol w="554587">
                  <a:extLst>
                    <a:ext uri="{9D8B030D-6E8A-4147-A177-3AD203B41FA5}">
                      <a16:colId xmlns:a16="http://schemas.microsoft.com/office/drawing/2014/main" val="4206356878"/>
                    </a:ext>
                  </a:extLst>
                </a:gridCol>
                <a:gridCol w="554587">
                  <a:extLst>
                    <a:ext uri="{9D8B030D-6E8A-4147-A177-3AD203B41FA5}">
                      <a16:colId xmlns:a16="http://schemas.microsoft.com/office/drawing/2014/main" val="112451194"/>
                    </a:ext>
                  </a:extLst>
                </a:gridCol>
                <a:gridCol w="554587">
                  <a:extLst>
                    <a:ext uri="{9D8B030D-6E8A-4147-A177-3AD203B41FA5}">
                      <a16:colId xmlns:a16="http://schemas.microsoft.com/office/drawing/2014/main" val="27147171"/>
                    </a:ext>
                  </a:extLst>
                </a:gridCol>
                <a:gridCol w="554587">
                  <a:extLst>
                    <a:ext uri="{9D8B030D-6E8A-4147-A177-3AD203B41FA5}">
                      <a16:colId xmlns:a16="http://schemas.microsoft.com/office/drawing/2014/main" val="754851658"/>
                    </a:ext>
                  </a:extLst>
                </a:gridCol>
                <a:gridCol w="554587">
                  <a:extLst>
                    <a:ext uri="{9D8B030D-6E8A-4147-A177-3AD203B41FA5}">
                      <a16:colId xmlns:a16="http://schemas.microsoft.com/office/drawing/2014/main" val="2750344408"/>
                    </a:ext>
                  </a:extLst>
                </a:gridCol>
                <a:gridCol w="554587">
                  <a:extLst>
                    <a:ext uri="{9D8B030D-6E8A-4147-A177-3AD203B41FA5}">
                      <a16:colId xmlns:a16="http://schemas.microsoft.com/office/drawing/2014/main" val="1629698152"/>
                    </a:ext>
                  </a:extLst>
                </a:gridCol>
                <a:gridCol w="554587">
                  <a:extLst>
                    <a:ext uri="{9D8B030D-6E8A-4147-A177-3AD203B41FA5}">
                      <a16:colId xmlns:a16="http://schemas.microsoft.com/office/drawing/2014/main" val="3931897559"/>
                    </a:ext>
                  </a:extLst>
                </a:gridCol>
                <a:gridCol w="554587">
                  <a:extLst>
                    <a:ext uri="{9D8B030D-6E8A-4147-A177-3AD203B41FA5}">
                      <a16:colId xmlns:a16="http://schemas.microsoft.com/office/drawing/2014/main" val="2309912543"/>
                    </a:ext>
                  </a:extLst>
                </a:gridCol>
              </a:tblGrid>
              <a:tr h="162750">
                <a:tc gridSpan="2">
                  <a:txBody>
                    <a:bodyPr/>
                    <a:lstStyle/>
                    <a:p>
                      <a:pPr algn="ctr"/>
                      <a:r>
                        <a:rPr lang="en-US" sz="900">
                          <a:solidFill>
                            <a:schemeClr val="bg1">
                              <a:lumMod val="50000"/>
                            </a:schemeClr>
                          </a:solidFill>
                          <a:effectLst/>
                        </a:rPr>
                        <a:t>I</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hMerge="1">
                  <a:txBody>
                    <a:bodyPr/>
                    <a:lstStyle/>
                    <a:p>
                      <a:endParaRPr lang="es-419"/>
                    </a:p>
                  </a:txBody>
                  <a:tcPr/>
                </a:tc>
                <a:tc gridSpan="2">
                  <a:txBody>
                    <a:bodyPr/>
                    <a:lstStyle/>
                    <a:p>
                      <a:pPr algn="ctr"/>
                      <a:r>
                        <a:rPr lang="en-US" sz="900">
                          <a:solidFill>
                            <a:schemeClr val="bg1">
                              <a:lumMod val="50000"/>
                            </a:schemeClr>
                          </a:solidFill>
                          <a:effectLst/>
                        </a:rPr>
                        <a:t>II</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hMerge="1">
                  <a:txBody>
                    <a:bodyPr/>
                    <a:lstStyle/>
                    <a:p>
                      <a:endParaRPr lang="es-419"/>
                    </a:p>
                  </a:txBody>
                  <a:tcPr/>
                </a:tc>
                <a:tc gridSpan="2">
                  <a:txBody>
                    <a:bodyPr/>
                    <a:lstStyle/>
                    <a:p>
                      <a:pPr algn="ctr"/>
                      <a:r>
                        <a:rPr lang="en-US" sz="900">
                          <a:solidFill>
                            <a:schemeClr val="bg1">
                              <a:lumMod val="50000"/>
                            </a:schemeClr>
                          </a:solidFill>
                          <a:effectLst/>
                        </a:rPr>
                        <a:t>III</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hMerge="1">
                  <a:txBody>
                    <a:bodyPr/>
                    <a:lstStyle/>
                    <a:p>
                      <a:endParaRPr lang="es-419"/>
                    </a:p>
                  </a:txBody>
                  <a:tcPr/>
                </a:tc>
                <a:tc gridSpan="2">
                  <a:txBody>
                    <a:bodyPr/>
                    <a:lstStyle/>
                    <a:p>
                      <a:pPr algn="ctr"/>
                      <a:r>
                        <a:rPr lang="en-US" sz="900" dirty="0">
                          <a:solidFill>
                            <a:schemeClr val="bg1">
                              <a:lumMod val="50000"/>
                            </a:schemeClr>
                          </a:solidFill>
                          <a:effectLst/>
                        </a:rPr>
                        <a:t>IV</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hMerge="1">
                  <a:txBody>
                    <a:bodyPr/>
                    <a:lstStyle/>
                    <a:p>
                      <a:endParaRPr lang="es-419"/>
                    </a:p>
                  </a:txBody>
                  <a:tcPr/>
                </a:tc>
                <a:extLst>
                  <a:ext uri="{0D108BD9-81ED-4DB2-BD59-A6C34878D82A}">
                    <a16:rowId xmlns:a16="http://schemas.microsoft.com/office/drawing/2014/main" val="1160515384"/>
                  </a:ext>
                </a:extLst>
              </a:tr>
              <a:tr h="162750">
                <a:tc>
                  <a:txBody>
                    <a:bodyPr/>
                    <a:lstStyle/>
                    <a:p>
                      <a:pPr algn="ctr"/>
                      <a:r>
                        <a:rPr lang="en-US" sz="900">
                          <a:solidFill>
                            <a:schemeClr val="bg1">
                              <a:lumMod val="50000"/>
                            </a:schemeClr>
                          </a:solidFill>
                          <a:effectLst/>
                        </a:rPr>
                        <a:t>x</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y</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x</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y</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x</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y</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x</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y</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535834751"/>
                  </a:ext>
                </a:extLst>
              </a:tr>
              <a:tr h="162750">
                <a:tc>
                  <a:txBody>
                    <a:bodyPr/>
                    <a:lstStyle/>
                    <a:p>
                      <a:pPr algn="ctr"/>
                      <a:r>
                        <a:rPr lang="en-US" sz="900">
                          <a:solidFill>
                            <a:schemeClr val="bg1">
                              <a:lumMod val="50000"/>
                            </a:schemeClr>
                          </a:solidFill>
                          <a:effectLst/>
                        </a:rPr>
                        <a:t>10.0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10.0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9.14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10.0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7.46</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6.58</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592265732"/>
                  </a:ext>
                </a:extLst>
              </a:tr>
              <a:tr h="162750">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6.95</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8.14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6.77</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5.76</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169810626"/>
                  </a:ext>
                </a:extLst>
              </a:tr>
              <a:tr h="162750">
                <a:tc>
                  <a:txBody>
                    <a:bodyPr/>
                    <a:lstStyle/>
                    <a:p>
                      <a:pPr algn="ctr"/>
                      <a:r>
                        <a:rPr lang="en-US" sz="900">
                          <a:solidFill>
                            <a:schemeClr val="bg1">
                              <a:lumMod val="50000"/>
                            </a:schemeClr>
                          </a:solidFill>
                          <a:effectLst/>
                        </a:rPr>
                        <a:t>13.0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7.58</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13.0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8.74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13.0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12.74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7.71</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996936727"/>
                  </a:ext>
                </a:extLst>
              </a:tr>
              <a:tr h="162750">
                <a:tc>
                  <a:txBody>
                    <a:bodyPr/>
                    <a:lstStyle/>
                    <a:p>
                      <a:pPr algn="ctr"/>
                      <a:r>
                        <a:rPr lang="en-US" sz="900">
                          <a:solidFill>
                            <a:schemeClr val="bg1">
                              <a:lumMod val="50000"/>
                            </a:schemeClr>
                          </a:solidFill>
                          <a:effectLst/>
                        </a:rPr>
                        <a:t>9.0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8.81</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9.0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8.77</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9.0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7.11</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8.84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705047783"/>
                  </a:ext>
                </a:extLst>
              </a:tr>
              <a:tr h="162750">
                <a:tc>
                  <a:txBody>
                    <a:bodyPr/>
                    <a:lstStyle/>
                    <a:p>
                      <a:pPr algn="ctr"/>
                      <a:r>
                        <a:rPr lang="en-US" sz="900">
                          <a:solidFill>
                            <a:schemeClr val="bg1">
                              <a:lumMod val="50000"/>
                            </a:schemeClr>
                          </a:solidFill>
                          <a:effectLst/>
                        </a:rPr>
                        <a:t>11.0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8.33</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11.0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9.26</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11.0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7.81</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8.47</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183104152"/>
                  </a:ext>
                </a:extLst>
              </a:tr>
              <a:tr h="162750">
                <a:tc>
                  <a:txBody>
                    <a:bodyPr/>
                    <a:lstStyle/>
                    <a:p>
                      <a:pPr algn="ctr"/>
                      <a:r>
                        <a:rPr lang="en-US" sz="900">
                          <a:solidFill>
                            <a:schemeClr val="bg1">
                              <a:lumMod val="50000"/>
                            </a:schemeClr>
                          </a:solidFill>
                          <a:effectLst/>
                        </a:rPr>
                        <a:t>14.0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9.96</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14.0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8.10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14.0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8.84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7.04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70271995"/>
                  </a:ext>
                </a:extLst>
              </a:tr>
              <a:tr h="162750">
                <a:tc>
                  <a:txBody>
                    <a:bodyPr/>
                    <a:lstStyle/>
                    <a:p>
                      <a:pPr algn="ctr"/>
                      <a:r>
                        <a:rPr lang="en-US" sz="900">
                          <a:solidFill>
                            <a:schemeClr val="bg1">
                              <a:lumMod val="50000"/>
                            </a:schemeClr>
                          </a:solidFill>
                          <a:effectLst/>
                        </a:rPr>
                        <a:t>6.0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7.24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6.0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6.13</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6.0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6.08</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5.25</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005828120"/>
                  </a:ext>
                </a:extLst>
              </a:tr>
              <a:tr h="162750">
                <a:tc>
                  <a:txBody>
                    <a:bodyPr/>
                    <a:lstStyle/>
                    <a:p>
                      <a:pPr algn="ctr"/>
                      <a:r>
                        <a:rPr lang="en-US" sz="900">
                          <a:solidFill>
                            <a:schemeClr val="bg1">
                              <a:lumMod val="50000"/>
                            </a:schemeClr>
                          </a:solidFill>
                          <a:effectLst/>
                        </a:rPr>
                        <a:t>4.0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4.26</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4.0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3.10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4.0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5.39</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19.0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12.50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069142442"/>
                  </a:ext>
                </a:extLst>
              </a:tr>
              <a:tr h="162750">
                <a:tc>
                  <a:txBody>
                    <a:bodyPr/>
                    <a:lstStyle/>
                    <a:p>
                      <a:pPr algn="ctr"/>
                      <a:r>
                        <a:rPr lang="en-US" sz="900">
                          <a:solidFill>
                            <a:schemeClr val="bg1">
                              <a:lumMod val="50000"/>
                            </a:schemeClr>
                          </a:solidFill>
                          <a:effectLst/>
                        </a:rPr>
                        <a:t>12.0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10.84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12.0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9.13</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12.0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8.15</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5.56</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4252700405"/>
                  </a:ext>
                </a:extLst>
              </a:tr>
              <a:tr h="162750">
                <a:tc>
                  <a:txBody>
                    <a:bodyPr/>
                    <a:lstStyle/>
                    <a:p>
                      <a:pPr algn="ctr"/>
                      <a:r>
                        <a:rPr lang="en-US" sz="900">
                          <a:solidFill>
                            <a:schemeClr val="bg1">
                              <a:lumMod val="50000"/>
                            </a:schemeClr>
                          </a:solidFill>
                          <a:effectLst/>
                        </a:rPr>
                        <a:t>7.0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4.82</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7.26</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6.42</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7.91</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685542626"/>
                  </a:ext>
                </a:extLst>
              </a:tr>
              <a:tr h="162750">
                <a:tc>
                  <a:txBody>
                    <a:bodyPr/>
                    <a:lstStyle/>
                    <a:p>
                      <a:pPr algn="ctr"/>
                      <a:r>
                        <a:rPr lang="en-US" sz="900">
                          <a:solidFill>
                            <a:schemeClr val="bg1">
                              <a:lumMod val="50000"/>
                            </a:schemeClr>
                          </a:solidFill>
                          <a:effectLst/>
                        </a:rPr>
                        <a:t>5.0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5.68</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5.0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4.74</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5.0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a:solidFill>
                            <a:schemeClr val="bg1">
                              <a:lumMod val="50000"/>
                            </a:schemeClr>
                          </a:solidFill>
                          <a:effectLst/>
                        </a:rPr>
                        <a:t>5.73</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8.0</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pPr algn="ctr"/>
                      <a:r>
                        <a:rPr lang="en-US" sz="900" dirty="0">
                          <a:solidFill>
                            <a:schemeClr val="bg1">
                              <a:lumMod val="50000"/>
                            </a:schemeClr>
                          </a:solidFill>
                          <a:effectLst/>
                        </a:rPr>
                        <a:t>6.89</a:t>
                      </a:r>
                    </a:p>
                  </a:txBody>
                  <a:tcPr marL="44850" marR="44850" marT="22425" marB="22425"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767091781"/>
                  </a:ext>
                </a:extLst>
              </a:tr>
            </a:tbl>
          </a:graphicData>
        </a:graphic>
      </p:graphicFrame>
      <p:pic>
        <p:nvPicPr>
          <p:cNvPr id="5" name="Picture 11">
            <a:extLst>
              <a:ext uri="{FF2B5EF4-FFF2-40B4-BE49-F238E27FC236}">
                <a16:creationId xmlns:a16="http://schemas.microsoft.com/office/drawing/2014/main" id="{8ACE40DD-E2AD-1810-E666-57CB6B4DC1BF}"/>
              </a:ext>
            </a:extLst>
          </p:cNvPr>
          <p:cNvPicPr>
            <a:picLocks noChangeAspect="1"/>
          </p:cNvPicPr>
          <p:nvPr/>
        </p:nvPicPr>
        <p:blipFill>
          <a:blip r:embed="rId3"/>
          <a:stretch>
            <a:fillRect/>
          </a:stretch>
        </p:blipFill>
        <p:spPr>
          <a:xfrm>
            <a:off x="5181222" y="1671750"/>
            <a:ext cx="3647367" cy="1800000"/>
          </a:xfrm>
          <a:prstGeom prst="rect">
            <a:avLst/>
          </a:prstGeom>
        </p:spPr>
      </p:pic>
    </p:spTree>
    <p:extLst>
      <p:ext uri="{BB962C8B-B14F-4D97-AF65-F5344CB8AC3E}">
        <p14:creationId xmlns:p14="http://schemas.microsoft.com/office/powerpoint/2010/main" val="4202606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9">
          <a:extLst>
            <a:ext uri="{FF2B5EF4-FFF2-40B4-BE49-F238E27FC236}">
              <a16:creationId xmlns:a16="http://schemas.microsoft.com/office/drawing/2014/main" id="{938EACD6-F494-5A1F-58C1-118A0FF2FBB1}"/>
            </a:ext>
          </a:extLst>
        </p:cNvPr>
        <p:cNvGrpSpPr/>
        <p:nvPr/>
      </p:nvGrpSpPr>
      <p:grpSpPr>
        <a:xfrm>
          <a:off x="0" y="0"/>
          <a:ext cx="0" cy="0"/>
          <a:chOff x="0" y="0"/>
          <a:chExt cx="0" cy="0"/>
        </a:xfrm>
      </p:grpSpPr>
      <p:sp>
        <p:nvSpPr>
          <p:cNvPr id="720" name="Google Shape;720;p37">
            <a:extLst>
              <a:ext uri="{FF2B5EF4-FFF2-40B4-BE49-F238E27FC236}">
                <a16:creationId xmlns:a16="http://schemas.microsoft.com/office/drawing/2014/main" id="{3D0979D7-1DA6-B3D3-5809-BAA1E24371EA}"/>
              </a:ext>
            </a:extLst>
          </p:cNvPr>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The Anscobe quartet</a:t>
            </a:r>
            <a:endParaRPr sz="3000" dirty="0">
              <a:solidFill>
                <a:schemeClr val="lt2"/>
              </a:solidFill>
            </a:endParaRPr>
          </a:p>
        </p:txBody>
      </p:sp>
      <p:pic>
        <p:nvPicPr>
          <p:cNvPr id="2" name="Picture 2">
            <a:extLst>
              <a:ext uri="{FF2B5EF4-FFF2-40B4-BE49-F238E27FC236}">
                <a16:creationId xmlns:a16="http://schemas.microsoft.com/office/drawing/2014/main" id="{8AB9CA19-80E7-D30A-20B2-727780B3C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2148" y="1089831"/>
            <a:ext cx="5402112"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580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9">
          <a:extLst>
            <a:ext uri="{FF2B5EF4-FFF2-40B4-BE49-F238E27FC236}">
              <a16:creationId xmlns:a16="http://schemas.microsoft.com/office/drawing/2014/main" id="{E4E4724A-2A44-1792-74D4-74C00BE18AC1}"/>
            </a:ext>
          </a:extLst>
        </p:cNvPr>
        <p:cNvGrpSpPr/>
        <p:nvPr/>
      </p:nvGrpSpPr>
      <p:grpSpPr>
        <a:xfrm>
          <a:off x="0" y="0"/>
          <a:ext cx="0" cy="0"/>
          <a:chOff x="0" y="0"/>
          <a:chExt cx="0" cy="0"/>
        </a:xfrm>
      </p:grpSpPr>
      <p:sp>
        <p:nvSpPr>
          <p:cNvPr id="720" name="Google Shape;720;p37">
            <a:extLst>
              <a:ext uri="{FF2B5EF4-FFF2-40B4-BE49-F238E27FC236}">
                <a16:creationId xmlns:a16="http://schemas.microsoft.com/office/drawing/2014/main" id="{255C21DE-F992-317F-EF89-0D9DFF489650}"/>
              </a:ext>
            </a:extLst>
          </p:cNvPr>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The right viz for the right message</a:t>
            </a:r>
            <a:endParaRPr sz="3000" dirty="0">
              <a:solidFill>
                <a:schemeClr val="lt2"/>
              </a:solidFill>
            </a:endParaRPr>
          </a:p>
        </p:txBody>
      </p:sp>
      <p:pic>
        <p:nvPicPr>
          <p:cNvPr id="4" name="Picture 2">
            <a:extLst>
              <a:ext uri="{FF2B5EF4-FFF2-40B4-BE49-F238E27FC236}">
                <a16:creationId xmlns:a16="http://schemas.microsoft.com/office/drawing/2014/main" id="{891DEE57-465B-8E0E-B881-F9D15598C4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0498" b="56049"/>
          <a:stretch/>
        </p:blipFill>
        <p:spPr bwMode="auto">
          <a:xfrm>
            <a:off x="570243" y="1080553"/>
            <a:ext cx="911473" cy="29823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BB220CB2-0E11-C0D6-5124-44288DDFA1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0030" r="38" b="58308"/>
          <a:stretch/>
        </p:blipFill>
        <p:spPr bwMode="auto">
          <a:xfrm>
            <a:off x="7569368" y="1080553"/>
            <a:ext cx="1004389" cy="29823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73E7E53A-F24E-0B2B-E79E-DF7B19131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9341" y="1080553"/>
            <a:ext cx="4805318" cy="3399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76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pic>
        <p:nvPicPr>
          <p:cNvPr id="709" name="Google Shape;709;p35"/>
          <p:cNvPicPr preferRelativeResize="0"/>
          <p:nvPr/>
        </p:nvPicPr>
        <p:blipFill>
          <a:blip r:embed="rId3">
            <a:alphaModFix/>
          </a:blip>
          <a:stretch>
            <a:fillRect/>
          </a:stretch>
        </p:blipFill>
        <p:spPr>
          <a:xfrm>
            <a:off x="1278037" y="350237"/>
            <a:ext cx="6587924" cy="44430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36"/>
          <p:cNvSpPr/>
          <p:nvPr/>
        </p:nvSpPr>
        <p:spPr>
          <a:xfrm>
            <a:off x="2220625" y="131850"/>
            <a:ext cx="4704300" cy="4764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pic>
        <p:nvPicPr>
          <p:cNvPr id="715" name="Google Shape;715;p36"/>
          <p:cNvPicPr preferRelativeResize="0"/>
          <p:nvPr/>
        </p:nvPicPr>
        <p:blipFill>
          <a:blip r:embed="rId3">
            <a:alphaModFix/>
          </a:blip>
          <a:stretch>
            <a:fillRect/>
          </a:stretch>
        </p:blipFill>
        <p:spPr>
          <a:xfrm>
            <a:off x="1607813" y="152400"/>
            <a:ext cx="6137421" cy="4838699"/>
          </a:xfrm>
          <a:prstGeom prst="rect">
            <a:avLst/>
          </a:prstGeom>
          <a:noFill/>
          <a:ln>
            <a:noFill/>
          </a:ln>
        </p:spPr>
      </p:pic>
      <p:sp>
        <p:nvSpPr>
          <p:cNvPr id="2" name="TextBox 1">
            <a:extLst>
              <a:ext uri="{FF2B5EF4-FFF2-40B4-BE49-F238E27FC236}">
                <a16:creationId xmlns:a16="http://schemas.microsoft.com/office/drawing/2014/main" id="{B1271084-1B81-543A-29E4-2926B140AB8F}"/>
              </a:ext>
            </a:extLst>
          </p:cNvPr>
          <p:cNvSpPr txBox="1"/>
          <p:nvPr/>
        </p:nvSpPr>
        <p:spPr>
          <a:xfrm>
            <a:off x="1720312" y="81097"/>
            <a:ext cx="5873857" cy="523220"/>
          </a:xfrm>
          <a:prstGeom prst="rect">
            <a:avLst/>
          </a:prstGeom>
          <a:solidFill>
            <a:schemeClr val="tx1"/>
          </a:solidFill>
        </p:spPr>
        <p:txBody>
          <a:bodyPr wrap="square" rtlCol="0">
            <a:spAutoFit/>
          </a:bodyPr>
          <a:lstStyle/>
          <a:p>
            <a:pPr algn="r"/>
            <a:r>
              <a:rPr lang="en-US" sz="2800" i="1" dirty="0"/>
              <a:t>A picture is worth a thousand words</a:t>
            </a:r>
            <a:endParaRPr lang="es-ES" sz="2800" i="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37"/>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Data visualization in R: </a:t>
            </a:r>
            <a:r>
              <a:rPr lang="en" sz="3000" dirty="0">
                <a:solidFill>
                  <a:schemeClr val="lt2"/>
                </a:solidFill>
              </a:rPr>
              <a:t>ggplot2</a:t>
            </a:r>
            <a:endParaRPr sz="3000" dirty="0">
              <a:solidFill>
                <a:schemeClr val="lt2"/>
              </a:solidFill>
            </a:endParaRPr>
          </a:p>
        </p:txBody>
      </p:sp>
      <p:sp>
        <p:nvSpPr>
          <p:cNvPr id="721" name="Google Shape;721;p37"/>
          <p:cNvSpPr txBox="1">
            <a:spLocks noGrp="1"/>
          </p:cNvSpPr>
          <p:nvPr>
            <p:ph type="title"/>
          </p:nvPr>
        </p:nvSpPr>
        <p:spPr>
          <a:xfrm>
            <a:off x="444450" y="994225"/>
            <a:ext cx="8255100" cy="3690600"/>
          </a:xfrm>
          <a:prstGeom prst="rect">
            <a:avLst/>
          </a:prstGeom>
          <a:solidFill>
            <a:schemeClr val="lt1"/>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800" b="0" dirty="0">
                <a:solidFill>
                  <a:schemeClr val="lt2"/>
                </a:solidFill>
              </a:rPr>
              <a:t>ggplot2</a:t>
            </a:r>
            <a:r>
              <a:rPr lang="en" sz="1800" b="0" dirty="0"/>
              <a:t> </a:t>
            </a:r>
            <a:r>
              <a:rPr lang="en-US" sz="1800" b="0" dirty="0"/>
              <a:t>is an R package that allows us to produce data visualizations or plots</a:t>
            </a:r>
            <a:br>
              <a:rPr lang="en-US" sz="1800" b="0" dirty="0"/>
            </a:br>
            <a:endParaRPr sz="1800" b="0" dirty="0"/>
          </a:p>
          <a:p>
            <a:pPr marL="0" lvl="0" indent="0" algn="l" rtl="0">
              <a:spcBef>
                <a:spcPts val="0"/>
              </a:spcBef>
              <a:spcAft>
                <a:spcPts val="0"/>
              </a:spcAft>
              <a:buNone/>
            </a:pPr>
            <a:r>
              <a:rPr lang="en-US" sz="1800" b="0" dirty="0"/>
              <a:t>It is based on a particular grammar or structure based on Grammar of Graphics, which allows us to generate visualizations by combining independent components. This allows us to create graphics that fit our requirements. </a:t>
            </a:r>
            <a:br>
              <a:rPr lang="en-US" sz="1800" b="0" dirty="0"/>
            </a:br>
            <a:br>
              <a:rPr lang="en-US" sz="1800" b="0" dirty="0"/>
            </a:br>
            <a:r>
              <a:rPr lang="en-US" sz="1800" dirty="0">
                <a:solidFill>
                  <a:schemeClr val="tx2"/>
                </a:solidFill>
              </a:rPr>
              <a:t>Grammar of Graphics </a:t>
            </a:r>
            <a:r>
              <a:rPr lang="en-US" sz="1800" b="0" dirty="0"/>
              <a:t>allows us to build different types of visual elements using a particular “grammar” or syntax for each element within a graph or plot.</a:t>
            </a:r>
            <a:endParaRPr sz="1800" b="0" dirty="0"/>
          </a:p>
          <a:p>
            <a:pPr marL="0" lvl="0" indent="0" algn="l" rtl="0">
              <a:spcBef>
                <a:spcPts val="0"/>
              </a:spcBef>
              <a:spcAft>
                <a:spcPts val="0"/>
              </a:spcAft>
              <a:buNone/>
            </a:pPr>
            <a:endParaRPr sz="1800" b="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38"/>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ES" sz="3000" dirty="0" err="1"/>
              <a:t>Graph</a:t>
            </a:r>
            <a:r>
              <a:rPr lang="es-ES" sz="3000" dirty="0"/>
              <a:t> </a:t>
            </a:r>
            <a:r>
              <a:rPr lang="es-ES" sz="3000" dirty="0" err="1"/>
              <a:t>syntax</a:t>
            </a:r>
            <a:r>
              <a:rPr lang="es-ES" sz="3000" dirty="0"/>
              <a:t> </a:t>
            </a:r>
            <a:r>
              <a:rPr lang="en" sz="3000" dirty="0"/>
              <a:t>: </a:t>
            </a:r>
            <a:r>
              <a:rPr lang="en" sz="3000" dirty="0">
                <a:solidFill>
                  <a:schemeClr val="lt2"/>
                </a:solidFill>
              </a:rPr>
              <a:t>ggplot2</a:t>
            </a:r>
            <a:endParaRPr sz="3000" dirty="0">
              <a:solidFill>
                <a:schemeClr val="lt2"/>
              </a:solidFill>
            </a:endParaRPr>
          </a:p>
        </p:txBody>
      </p:sp>
      <p:sp>
        <p:nvSpPr>
          <p:cNvPr id="727" name="Google Shape;727;p38"/>
          <p:cNvSpPr txBox="1">
            <a:spLocks noGrp="1"/>
          </p:cNvSpPr>
          <p:nvPr>
            <p:ph type="title"/>
          </p:nvPr>
        </p:nvSpPr>
        <p:spPr>
          <a:xfrm>
            <a:off x="444450" y="994225"/>
            <a:ext cx="8255100" cy="3891000"/>
          </a:xfrm>
          <a:prstGeom prst="rect">
            <a:avLst/>
          </a:prstGeom>
          <a:solidFill>
            <a:schemeClr val="lt1"/>
          </a:solidFill>
        </p:spPr>
        <p:txBody>
          <a:bodyPr spcFirstLastPara="1" wrap="square" lIns="91425" tIns="91425" rIns="91425" bIns="91425" anchor="ctr" anchorCtr="0">
            <a:noAutofit/>
          </a:bodyPr>
          <a:lstStyle/>
          <a:p>
            <a:pPr marL="0" lvl="0" indent="0" algn="l" rtl="0">
              <a:spcBef>
                <a:spcPts val="0"/>
              </a:spcBef>
              <a:spcAft>
                <a:spcPts val="0"/>
              </a:spcAft>
              <a:buNone/>
            </a:pPr>
            <a:r>
              <a:rPr lang="es-ES" sz="1700" b="0" dirty="0"/>
              <a:t>A </a:t>
            </a:r>
            <a:r>
              <a:rPr lang="es-ES" sz="1700" dirty="0" err="1">
                <a:solidFill>
                  <a:schemeClr val="lt2"/>
                </a:solidFill>
              </a:rPr>
              <a:t>plot</a:t>
            </a:r>
            <a:r>
              <a:rPr lang="es-ES" sz="1700" dirty="0">
                <a:solidFill>
                  <a:schemeClr val="lt2"/>
                </a:solidFill>
              </a:rPr>
              <a:t> </a:t>
            </a:r>
            <a:r>
              <a:rPr lang="es-ES" sz="1700" b="0" dirty="0" err="1"/>
              <a:t>is</a:t>
            </a:r>
            <a:r>
              <a:rPr lang="es-ES" sz="1700" b="0" dirty="0"/>
              <a:t> </a:t>
            </a:r>
            <a:r>
              <a:rPr lang="es-ES" sz="1700" b="0" dirty="0" err="1"/>
              <a:t>composed</a:t>
            </a:r>
            <a:r>
              <a:rPr lang="es-ES" sz="1700" b="0" dirty="0"/>
              <a:t> </a:t>
            </a:r>
            <a:r>
              <a:rPr lang="es-ES" sz="1700" b="0" dirty="0" err="1"/>
              <a:t>of</a:t>
            </a:r>
            <a:r>
              <a:rPr lang="es-ES" sz="1700" b="0" dirty="0"/>
              <a:t>: </a:t>
            </a:r>
          </a:p>
          <a:p>
            <a:pPr marL="457200" lvl="0" indent="-336550" algn="l" rtl="0">
              <a:spcBef>
                <a:spcPts val="0"/>
              </a:spcBef>
              <a:spcAft>
                <a:spcPts val="0"/>
              </a:spcAft>
              <a:buSzPts val="1700"/>
              <a:buChar char="●"/>
            </a:pPr>
            <a:r>
              <a:rPr lang="es-ES" sz="1700" b="0" dirty="0"/>
              <a:t>Data </a:t>
            </a:r>
            <a:r>
              <a:rPr lang="es-ES" sz="1700" b="0" dirty="0" err="1"/>
              <a:t>to</a:t>
            </a:r>
            <a:r>
              <a:rPr lang="es-ES" sz="1700" b="0" dirty="0"/>
              <a:t> be </a:t>
            </a:r>
            <a:r>
              <a:rPr lang="es-ES" sz="1700" b="0" dirty="0" err="1"/>
              <a:t>plotted</a:t>
            </a:r>
            <a:endParaRPr lang="es-ES" sz="1700" b="0" dirty="0"/>
          </a:p>
          <a:p>
            <a:pPr marL="457200" lvl="0" indent="-336550" algn="l" rtl="0">
              <a:spcBef>
                <a:spcPts val="0"/>
              </a:spcBef>
              <a:spcAft>
                <a:spcPts val="0"/>
              </a:spcAft>
              <a:buSzPts val="1700"/>
              <a:buChar char="●"/>
            </a:pPr>
            <a:r>
              <a:rPr lang="en-US" sz="1700" dirty="0"/>
              <a:t>Geometric objects </a:t>
            </a:r>
            <a:r>
              <a:rPr lang="en-US" sz="1700" b="0" dirty="0"/>
              <a:t>that appear in the plot (circles, lines, bars, histograms)</a:t>
            </a:r>
            <a:endParaRPr lang="es-ES" sz="1700" b="0" dirty="0"/>
          </a:p>
          <a:p>
            <a:pPr marL="457200" lvl="0" indent="-336550" algn="l" rtl="0">
              <a:spcBef>
                <a:spcPts val="0"/>
              </a:spcBef>
              <a:spcAft>
                <a:spcPts val="0"/>
              </a:spcAft>
              <a:buSzPts val="1700"/>
              <a:buChar char="●"/>
            </a:pPr>
            <a:r>
              <a:rPr lang="en-US" sz="1700" b="0" dirty="0"/>
              <a:t>A set of </a:t>
            </a:r>
            <a:r>
              <a:rPr lang="en-US" sz="1700" dirty="0"/>
              <a:t>aesthetic mappings </a:t>
            </a:r>
            <a:r>
              <a:rPr lang="en-US" sz="1700" b="0" dirty="0"/>
              <a:t>or specifications of variables in the data for the aesthetics or appearance of the geometric objects</a:t>
            </a:r>
            <a:endParaRPr lang="es-ES" sz="1700" b="0" dirty="0"/>
          </a:p>
          <a:p>
            <a:pPr marL="0" lvl="0" indent="0" algn="l" rtl="0">
              <a:spcBef>
                <a:spcPts val="0"/>
              </a:spcBef>
              <a:spcAft>
                <a:spcPts val="0"/>
              </a:spcAft>
              <a:buNone/>
            </a:pPr>
            <a:endParaRPr lang="es-ES" sz="1700" b="0" dirty="0"/>
          </a:p>
          <a:p>
            <a:pPr marL="0" lvl="0" indent="0" algn="l" rtl="0">
              <a:spcBef>
                <a:spcPts val="0"/>
              </a:spcBef>
              <a:spcAft>
                <a:spcPts val="0"/>
              </a:spcAft>
              <a:buNone/>
            </a:pPr>
            <a:r>
              <a:rPr lang="en-US" sz="1700" b="0" dirty="0"/>
              <a:t>In order to create a plot we must follow the basic steps </a:t>
            </a:r>
            <a:br>
              <a:rPr lang="en-US" sz="1700" b="0" dirty="0"/>
            </a:br>
            <a:r>
              <a:rPr lang="en-US" sz="1700" b="0" dirty="0"/>
              <a:t>1. Call the function </a:t>
            </a:r>
            <a:r>
              <a:rPr lang="en-US" sz="1700" b="0" dirty="0" err="1"/>
              <a:t>ggplot</a:t>
            </a:r>
            <a:r>
              <a:rPr lang="en-US" sz="1700" b="0" dirty="0"/>
              <a:t>() that creates a blank canvas </a:t>
            </a:r>
            <a:br>
              <a:rPr lang="en-US" sz="1700" b="0" dirty="0"/>
            </a:br>
            <a:r>
              <a:rPr lang="en-US" sz="1700" b="0" dirty="0"/>
              <a:t>2. Specify the aesthetic mappings, which specify how you want to map variables in the aesthetic aspect (the basic thing is to specify which variables correspond to the X and Y axis)</a:t>
            </a:r>
            <a:br>
              <a:rPr lang="en-US" sz="1700" b="0" dirty="0"/>
            </a:br>
            <a:r>
              <a:rPr lang="en-US" sz="1700" b="0" dirty="0"/>
              <a:t>3. Then you must add the layers that are geometric elements that will appear in the plot.</a:t>
            </a:r>
            <a:endParaRPr sz="1800" b="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39"/>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The basics - </a:t>
            </a:r>
            <a:r>
              <a:rPr lang="en" sz="3000">
                <a:solidFill>
                  <a:schemeClr val="lt2"/>
                </a:solidFill>
              </a:rPr>
              <a:t>ggplot</a:t>
            </a:r>
            <a:endParaRPr sz="3000">
              <a:solidFill>
                <a:schemeClr val="lt2"/>
              </a:solidFill>
            </a:endParaRPr>
          </a:p>
        </p:txBody>
      </p:sp>
      <p:sp>
        <p:nvSpPr>
          <p:cNvPr id="733" name="Google Shape;733;p39"/>
          <p:cNvSpPr/>
          <p:nvPr/>
        </p:nvSpPr>
        <p:spPr>
          <a:xfrm>
            <a:off x="7082675" y="4537175"/>
            <a:ext cx="837600" cy="328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pic>
        <p:nvPicPr>
          <p:cNvPr id="734" name="Google Shape;734;p39"/>
          <p:cNvPicPr preferRelativeResize="0"/>
          <p:nvPr/>
        </p:nvPicPr>
        <p:blipFill>
          <a:blip r:embed="rId3">
            <a:alphaModFix/>
          </a:blip>
          <a:stretch>
            <a:fillRect/>
          </a:stretch>
        </p:blipFill>
        <p:spPr>
          <a:xfrm>
            <a:off x="94525" y="1422249"/>
            <a:ext cx="4502075" cy="3114925"/>
          </a:xfrm>
          <a:prstGeom prst="rect">
            <a:avLst/>
          </a:prstGeom>
          <a:noFill/>
          <a:ln>
            <a:noFill/>
          </a:ln>
        </p:spPr>
      </p:pic>
      <p:pic>
        <p:nvPicPr>
          <p:cNvPr id="735" name="Google Shape;735;p39"/>
          <p:cNvPicPr preferRelativeResize="0"/>
          <p:nvPr/>
        </p:nvPicPr>
        <p:blipFill>
          <a:blip r:embed="rId4">
            <a:alphaModFix/>
          </a:blip>
          <a:stretch>
            <a:fillRect/>
          </a:stretch>
        </p:blipFill>
        <p:spPr>
          <a:xfrm>
            <a:off x="4828550" y="2176938"/>
            <a:ext cx="4178975" cy="2809046"/>
          </a:xfrm>
          <a:prstGeom prst="rect">
            <a:avLst/>
          </a:prstGeom>
          <a:noFill/>
          <a:ln>
            <a:noFill/>
          </a:ln>
        </p:spPr>
      </p:pic>
      <p:sp>
        <p:nvSpPr>
          <p:cNvPr id="736" name="Google Shape;736;p39"/>
          <p:cNvSpPr txBox="1"/>
          <p:nvPr/>
        </p:nvSpPr>
        <p:spPr>
          <a:xfrm>
            <a:off x="2644200" y="1099075"/>
            <a:ext cx="1952400" cy="1297200"/>
          </a:xfrm>
          <a:prstGeom prst="rect">
            <a:avLst/>
          </a:prstGeom>
          <a:solidFill>
            <a:srgbClr val="00255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900" dirty="0">
                <a:solidFill>
                  <a:schemeClr val="dk1"/>
                </a:solidFill>
                <a:latin typeface="Poppins"/>
                <a:ea typeface="Poppins"/>
                <a:cs typeface="Poppins"/>
                <a:sym typeface="Poppins"/>
              </a:rPr>
              <a:t>How to create a basic graph in ggplot2 following the 3 steps: </a:t>
            </a:r>
          </a:p>
          <a:p>
            <a:pPr marL="0" lvl="0" indent="0" algn="l" rtl="0">
              <a:spcBef>
                <a:spcPts val="0"/>
              </a:spcBef>
              <a:spcAft>
                <a:spcPts val="0"/>
              </a:spcAft>
              <a:buNone/>
            </a:pPr>
            <a:endParaRPr lang="en-US" sz="900" dirty="0">
              <a:solidFill>
                <a:schemeClr val="dk1"/>
              </a:solidFill>
              <a:latin typeface="Poppins"/>
              <a:ea typeface="Poppins"/>
              <a:cs typeface="Poppins"/>
              <a:sym typeface="Poppins"/>
            </a:endParaRPr>
          </a:p>
          <a:p>
            <a:pPr marL="0" lvl="0" indent="0" algn="l" rtl="0">
              <a:spcBef>
                <a:spcPts val="0"/>
              </a:spcBef>
              <a:spcAft>
                <a:spcPts val="0"/>
              </a:spcAft>
              <a:buNone/>
            </a:pPr>
            <a:r>
              <a:rPr lang="en-US" sz="900" dirty="0">
                <a:solidFill>
                  <a:schemeClr val="dk1"/>
                </a:solidFill>
                <a:latin typeface="Poppins"/>
                <a:ea typeface="Poppins"/>
                <a:cs typeface="Poppins"/>
                <a:sym typeface="Poppins"/>
              </a:rPr>
              <a:t>1. Call </a:t>
            </a:r>
            <a:r>
              <a:rPr lang="en-US" sz="900" dirty="0" err="1">
                <a:solidFill>
                  <a:schemeClr val="dk1"/>
                </a:solidFill>
                <a:latin typeface="Poppins"/>
                <a:ea typeface="Poppins"/>
                <a:cs typeface="Poppins"/>
                <a:sym typeface="Poppins"/>
              </a:rPr>
              <a:t>ggplot</a:t>
            </a:r>
            <a:endParaRPr lang="en-US" sz="900" dirty="0">
              <a:solidFill>
                <a:schemeClr val="dk1"/>
              </a:solidFill>
              <a:latin typeface="Poppins"/>
              <a:ea typeface="Poppins"/>
              <a:cs typeface="Poppins"/>
              <a:sym typeface="Poppins"/>
            </a:endParaRPr>
          </a:p>
          <a:p>
            <a:pPr marL="0" lvl="0" indent="0" algn="l" rtl="0">
              <a:spcBef>
                <a:spcPts val="0"/>
              </a:spcBef>
              <a:spcAft>
                <a:spcPts val="0"/>
              </a:spcAft>
              <a:buNone/>
            </a:pPr>
            <a:r>
              <a:rPr lang="en-US" sz="900" dirty="0">
                <a:solidFill>
                  <a:schemeClr val="dk1"/>
                </a:solidFill>
                <a:latin typeface="Poppins"/>
                <a:ea typeface="Poppins"/>
                <a:cs typeface="Poppins"/>
                <a:sym typeface="Poppins"/>
              </a:rPr>
              <a:t>2. Specify aesthetic mapping</a:t>
            </a:r>
          </a:p>
          <a:p>
            <a:pPr marL="0" lvl="0" indent="0" algn="l" rtl="0">
              <a:spcBef>
                <a:spcPts val="0"/>
              </a:spcBef>
              <a:spcAft>
                <a:spcPts val="0"/>
              </a:spcAft>
              <a:buNone/>
            </a:pPr>
            <a:r>
              <a:rPr lang="en-US" sz="900" dirty="0">
                <a:solidFill>
                  <a:schemeClr val="dk1"/>
                </a:solidFill>
                <a:latin typeface="Poppins"/>
                <a:ea typeface="Poppins"/>
                <a:cs typeface="Poppins"/>
                <a:sym typeface="Poppins"/>
              </a:rPr>
              <a:t>3. Add layer with geometric object</a:t>
            </a:r>
            <a:endParaRPr sz="900" dirty="0">
              <a:solidFill>
                <a:schemeClr val="dk1"/>
              </a:solidFill>
              <a:latin typeface="Poppins"/>
              <a:ea typeface="Poppins"/>
              <a:cs typeface="Poppins"/>
              <a:sym typeface="Poppins"/>
            </a:endParaRPr>
          </a:p>
        </p:txBody>
      </p:sp>
      <p:sp>
        <p:nvSpPr>
          <p:cNvPr id="737" name="Google Shape;737;p39"/>
          <p:cNvSpPr txBox="1"/>
          <p:nvPr/>
        </p:nvSpPr>
        <p:spPr>
          <a:xfrm>
            <a:off x="5533363" y="924550"/>
            <a:ext cx="2769300" cy="497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Poppins"/>
                <a:ea typeface="Poppins"/>
                <a:cs typeface="Poppins"/>
                <a:sym typeface="Poppins"/>
              </a:rPr>
              <a:t>AESTHETIC MAPPINGS</a:t>
            </a:r>
            <a:endParaRPr sz="1800" b="1">
              <a:solidFill>
                <a:schemeClr val="dk1"/>
              </a:solidFill>
              <a:latin typeface="Poppins"/>
              <a:ea typeface="Poppins"/>
              <a:cs typeface="Poppins"/>
              <a:sym typeface="Poppins"/>
            </a:endParaRPr>
          </a:p>
        </p:txBody>
      </p:sp>
      <p:sp>
        <p:nvSpPr>
          <p:cNvPr id="738" name="Google Shape;738;p39"/>
          <p:cNvSpPr txBox="1"/>
          <p:nvPr/>
        </p:nvSpPr>
        <p:spPr>
          <a:xfrm>
            <a:off x="4828525" y="1490600"/>
            <a:ext cx="4077000" cy="601500"/>
          </a:xfrm>
          <a:prstGeom prst="rect">
            <a:avLst/>
          </a:prstGeom>
          <a:solidFill>
            <a:srgbClr val="002553"/>
          </a:solid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900" dirty="0">
                <a:solidFill>
                  <a:schemeClr val="dk1"/>
                </a:solidFill>
                <a:latin typeface="Poppins"/>
                <a:ea typeface="Poppins"/>
                <a:cs typeface="Poppins"/>
                <a:sym typeface="Poppins"/>
              </a:rPr>
              <a:t>It takes properties of the data and uses them to influence visual characteristics, such as position, color, size, shape or transparency. They are specified using the </a:t>
            </a:r>
            <a:r>
              <a:rPr lang="en-US" sz="900" dirty="0" err="1">
                <a:solidFill>
                  <a:schemeClr val="dk1"/>
                </a:solidFill>
                <a:latin typeface="Poppins"/>
                <a:ea typeface="Poppins"/>
                <a:cs typeface="Poppins"/>
                <a:sym typeface="Poppins"/>
              </a:rPr>
              <a:t>aes</a:t>
            </a:r>
            <a:r>
              <a:rPr lang="en-US" sz="900" dirty="0">
                <a:solidFill>
                  <a:schemeClr val="dk1"/>
                </a:solidFill>
                <a:latin typeface="Poppins"/>
                <a:ea typeface="Poppins"/>
                <a:cs typeface="Poppins"/>
                <a:sym typeface="Poppins"/>
              </a:rPr>
              <a:t>() function</a:t>
            </a:r>
            <a:endParaRPr sz="900" dirty="0">
              <a:solidFill>
                <a:schemeClr val="dk1"/>
              </a:solidFill>
              <a:latin typeface="Poppins"/>
              <a:ea typeface="Poppins"/>
              <a:cs typeface="Poppins"/>
              <a:sym typeface="Poppins"/>
            </a:endParaRPr>
          </a:p>
        </p:txBody>
      </p:sp>
      <p:sp>
        <p:nvSpPr>
          <p:cNvPr id="739" name="Google Shape;739;p39"/>
          <p:cNvSpPr txBox="1"/>
          <p:nvPr/>
        </p:nvSpPr>
        <p:spPr>
          <a:xfrm>
            <a:off x="94525" y="4537175"/>
            <a:ext cx="4692300" cy="448800"/>
          </a:xfrm>
          <a:prstGeom prst="rect">
            <a:avLst/>
          </a:prstGeom>
          <a:solidFill>
            <a:srgbClr val="002553"/>
          </a:solid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900" b="1" dirty="0">
                <a:solidFill>
                  <a:schemeClr val="lt2"/>
                </a:solidFill>
                <a:latin typeface="Poppins"/>
                <a:ea typeface="Poppins"/>
                <a:cs typeface="Poppins"/>
                <a:sym typeface="Poppins"/>
              </a:rPr>
              <a:t>NOTE: Remember that to join the different layers of ggplot2 elements, we must use the + symbol (it is the pipe of ggplot2, of its grammar).</a:t>
            </a:r>
            <a:endParaRPr sz="900" b="1" dirty="0">
              <a:solidFill>
                <a:schemeClr val="lt2"/>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40"/>
          <p:cNvSpPr txBox="1">
            <a:spLocks noGrp="1"/>
          </p:cNvSpPr>
          <p:nvPr>
            <p:ph type="title"/>
          </p:nvPr>
        </p:nvSpPr>
        <p:spPr>
          <a:xfrm>
            <a:off x="158150" y="1294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dirty="0"/>
              <a:t>Types of basic geometrical objects </a:t>
            </a:r>
            <a:r>
              <a:rPr lang="en" sz="2800" dirty="0"/>
              <a:t>- </a:t>
            </a:r>
            <a:r>
              <a:rPr lang="en" sz="2800" dirty="0">
                <a:solidFill>
                  <a:schemeClr val="lt2"/>
                </a:solidFill>
              </a:rPr>
              <a:t>ggplot</a:t>
            </a:r>
            <a:endParaRPr sz="2800" dirty="0">
              <a:solidFill>
                <a:schemeClr val="lt2"/>
              </a:solidFill>
            </a:endParaRPr>
          </a:p>
        </p:txBody>
      </p:sp>
      <p:sp>
        <p:nvSpPr>
          <p:cNvPr id="745" name="Google Shape;745;p40"/>
          <p:cNvSpPr txBox="1">
            <a:spLocks noGrp="1"/>
          </p:cNvSpPr>
          <p:nvPr>
            <p:ph type="title"/>
          </p:nvPr>
        </p:nvSpPr>
        <p:spPr>
          <a:xfrm>
            <a:off x="444450" y="1066525"/>
            <a:ext cx="8255100" cy="3862500"/>
          </a:xfrm>
          <a:prstGeom prst="rect">
            <a:avLst/>
          </a:prstGeom>
          <a:solidFill>
            <a:srgbClr val="002553"/>
          </a:solidFill>
        </p:spPr>
        <p:txBody>
          <a:bodyPr spcFirstLastPara="1" wrap="square" lIns="91425" tIns="91425" rIns="91425" bIns="91425" anchor="ctr" anchorCtr="0">
            <a:noAutofit/>
          </a:bodyPr>
          <a:lstStyle/>
          <a:p>
            <a:pPr marL="457200" lvl="0" indent="-336550" algn="l" rtl="0">
              <a:spcBef>
                <a:spcPts val="0"/>
              </a:spcBef>
              <a:spcAft>
                <a:spcPts val="0"/>
              </a:spcAft>
              <a:buSzPts val="1700"/>
              <a:buChar char="●"/>
            </a:pPr>
            <a:r>
              <a:rPr lang="en" sz="1700" b="0" i="1" dirty="0">
                <a:solidFill>
                  <a:schemeClr val="lt2"/>
                </a:solidFill>
              </a:rPr>
              <a:t>geom_point() </a:t>
            </a:r>
            <a:r>
              <a:rPr lang="en-US" sz="1700" b="0" dirty="0"/>
              <a:t>for plotting individual points (scatter plot)</a:t>
            </a:r>
            <a:br>
              <a:rPr lang="en-US" sz="1700" b="0" dirty="0"/>
            </a:br>
            <a:endParaRPr sz="1700" b="0" dirty="0"/>
          </a:p>
          <a:p>
            <a:pPr marL="457200" lvl="0" indent="-336550" algn="l" rtl="0">
              <a:spcBef>
                <a:spcPts val="0"/>
              </a:spcBef>
              <a:spcAft>
                <a:spcPts val="0"/>
              </a:spcAft>
              <a:buSzPts val="1700"/>
              <a:buChar char="●"/>
            </a:pPr>
            <a:r>
              <a:rPr lang="en" sz="1700" b="0" i="1" dirty="0">
                <a:solidFill>
                  <a:schemeClr val="lt2"/>
                </a:solidFill>
              </a:rPr>
              <a:t>geom_line()</a:t>
            </a:r>
            <a:r>
              <a:rPr lang="en" sz="1700" b="0" dirty="0"/>
              <a:t> for plotting lines</a:t>
            </a:r>
            <a:endParaRPr sz="1700" b="0" dirty="0"/>
          </a:p>
          <a:p>
            <a:pPr marL="914400" lvl="1" indent="-336550" algn="l" rtl="0">
              <a:spcBef>
                <a:spcPts val="0"/>
              </a:spcBef>
              <a:spcAft>
                <a:spcPts val="0"/>
              </a:spcAft>
              <a:buSzPts val="1700"/>
              <a:buChar char="○"/>
            </a:pPr>
            <a:r>
              <a:rPr lang="en" sz="1700" b="0" i="1" dirty="0">
                <a:solidFill>
                  <a:schemeClr val="lt2"/>
                </a:solidFill>
              </a:rPr>
              <a:t>geom_vline()</a:t>
            </a:r>
            <a:r>
              <a:rPr lang="en" sz="1700" b="0" dirty="0"/>
              <a:t> Vertical line</a:t>
            </a:r>
            <a:endParaRPr sz="1700" b="0" dirty="0"/>
          </a:p>
          <a:p>
            <a:pPr marL="914400" lvl="1" indent="-336550" algn="l" rtl="0">
              <a:spcBef>
                <a:spcPts val="0"/>
              </a:spcBef>
              <a:spcAft>
                <a:spcPts val="0"/>
              </a:spcAft>
              <a:buSzPts val="1700"/>
              <a:buChar char="○"/>
            </a:pPr>
            <a:r>
              <a:rPr lang="en" sz="1700" b="0" i="1" dirty="0">
                <a:solidFill>
                  <a:schemeClr val="lt2"/>
                </a:solidFill>
              </a:rPr>
              <a:t>geom_hline()</a:t>
            </a:r>
            <a:r>
              <a:rPr lang="en" sz="1700" b="0" dirty="0"/>
              <a:t> Horizontal line</a:t>
            </a:r>
            <a:endParaRPr sz="1700" b="0" dirty="0"/>
          </a:p>
          <a:p>
            <a:pPr marL="457200" lvl="0" indent="0" algn="l" rtl="0">
              <a:spcBef>
                <a:spcPts val="0"/>
              </a:spcBef>
              <a:spcAft>
                <a:spcPts val="0"/>
              </a:spcAft>
              <a:buNone/>
            </a:pPr>
            <a:endParaRPr sz="1700" b="0" dirty="0"/>
          </a:p>
          <a:p>
            <a:pPr marL="457200" lvl="0" indent="-336550" algn="l" rtl="0">
              <a:spcBef>
                <a:spcPts val="0"/>
              </a:spcBef>
              <a:spcAft>
                <a:spcPts val="0"/>
              </a:spcAft>
              <a:buSzPts val="1700"/>
              <a:buChar char="●"/>
            </a:pPr>
            <a:r>
              <a:rPr lang="en" sz="1700" b="0" i="1" dirty="0">
                <a:solidFill>
                  <a:schemeClr val="lt2"/>
                </a:solidFill>
              </a:rPr>
              <a:t>geom_smooth()</a:t>
            </a:r>
            <a:r>
              <a:rPr lang="en" sz="1700" b="0" dirty="0"/>
              <a:t> </a:t>
            </a:r>
            <a:r>
              <a:rPr lang="en-US" sz="1700" b="0" dirty="0"/>
              <a:t>for plotting smoothed lines (for simple trends or approximations)</a:t>
            </a:r>
            <a:br>
              <a:rPr lang="en-US" sz="1700" b="0" dirty="0"/>
            </a:br>
            <a:endParaRPr sz="1700" b="0" dirty="0"/>
          </a:p>
          <a:p>
            <a:pPr marL="457200" lvl="0" indent="-336550" algn="l" rtl="0">
              <a:spcBef>
                <a:spcPts val="0"/>
              </a:spcBef>
              <a:spcAft>
                <a:spcPts val="0"/>
              </a:spcAft>
              <a:buSzPts val="1700"/>
              <a:buChar char="●"/>
            </a:pPr>
            <a:r>
              <a:rPr lang="en" sz="1700" b="0" i="1" dirty="0">
                <a:solidFill>
                  <a:schemeClr val="lt2"/>
                </a:solidFill>
              </a:rPr>
              <a:t>geom_bar()</a:t>
            </a:r>
            <a:r>
              <a:rPr lang="en" sz="1700" b="0" dirty="0"/>
              <a:t> </a:t>
            </a:r>
            <a:r>
              <a:rPr lang="es-ES" sz="1700" b="0" dirty="0" err="1"/>
              <a:t>for</a:t>
            </a:r>
            <a:r>
              <a:rPr lang="es-ES" sz="1700" b="0" dirty="0"/>
              <a:t> bar charts</a:t>
            </a:r>
            <a:endParaRPr sz="1700" b="0" dirty="0"/>
          </a:p>
          <a:p>
            <a:pPr marL="457200" lvl="0" indent="0" algn="l" rtl="0">
              <a:spcBef>
                <a:spcPts val="0"/>
              </a:spcBef>
              <a:spcAft>
                <a:spcPts val="0"/>
              </a:spcAft>
              <a:buNone/>
            </a:pPr>
            <a:endParaRPr sz="1700" b="0" dirty="0"/>
          </a:p>
          <a:p>
            <a:pPr marL="457200" lvl="0" indent="-336550" algn="l" rtl="0">
              <a:spcBef>
                <a:spcPts val="0"/>
              </a:spcBef>
              <a:spcAft>
                <a:spcPts val="0"/>
              </a:spcAft>
              <a:buSzPts val="1700"/>
              <a:buChar char="●"/>
            </a:pPr>
            <a:r>
              <a:rPr lang="en" sz="1700" b="0" i="1" dirty="0">
                <a:solidFill>
                  <a:schemeClr val="lt2"/>
                </a:solidFill>
              </a:rPr>
              <a:t>geom_histogram()</a:t>
            </a:r>
            <a:r>
              <a:rPr lang="en" sz="1700" b="0" dirty="0"/>
              <a:t> </a:t>
            </a:r>
            <a:r>
              <a:rPr lang="en-US" sz="1700" b="0" dirty="0"/>
              <a:t>for histograms (bars grouped by values)</a:t>
            </a:r>
            <a:endParaRPr sz="1700" b="0" dirty="0"/>
          </a:p>
          <a:p>
            <a:pPr marL="0" lvl="0" indent="0" algn="l" rtl="0">
              <a:spcBef>
                <a:spcPts val="0"/>
              </a:spcBef>
              <a:spcAft>
                <a:spcPts val="0"/>
              </a:spcAft>
              <a:buNone/>
            </a:pPr>
            <a:endParaRPr sz="17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1"/>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Aesthetic Mappings</a:t>
            </a:r>
            <a:endParaRPr sz="3000"/>
          </a:p>
        </p:txBody>
      </p:sp>
      <p:sp>
        <p:nvSpPr>
          <p:cNvPr id="751" name="Google Shape;751;p41"/>
          <p:cNvSpPr txBox="1">
            <a:spLocks noGrp="1"/>
          </p:cNvSpPr>
          <p:nvPr>
            <p:ph type="title"/>
          </p:nvPr>
        </p:nvSpPr>
        <p:spPr>
          <a:xfrm>
            <a:off x="444450" y="1066525"/>
            <a:ext cx="8255100" cy="3862500"/>
          </a:xfrm>
          <a:prstGeom prst="rect">
            <a:avLst/>
          </a:prstGeom>
          <a:solidFill>
            <a:srgbClr val="002553"/>
          </a:solidFill>
        </p:spPr>
        <p:txBody>
          <a:bodyPr spcFirstLastPara="1" wrap="square" lIns="91425" tIns="91425" rIns="91425" bIns="91425" anchor="ctr" anchorCtr="0">
            <a:noAutofit/>
          </a:bodyPr>
          <a:lstStyle/>
          <a:p>
            <a:pPr lvl="0" algn="l" rtl="0">
              <a:spcBef>
                <a:spcPts val="0"/>
              </a:spcBef>
              <a:spcAft>
                <a:spcPts val="0"/>
              </a:spcAft>
            </a:pPr>
            <a:r>
              <a:rPr lang="en-US" sz="1200" b="0" dirty="0"/>
              <a:t>Aesthetic mappings that describe how we want the data to look on the plot. These features are introduced with the </a:t>
            </a:r>
            <a:r>
              <a:rPr lang="en-US" sz="1200" b="0" dirty="0" err="1"/>
              <a:t>aes</a:t>
            </a:r>
            <a:r>
              <a:rPr lang="en-US" sz="1200" b="0" dirty="0"/>
              <a:t>() function as an argument of the </a:t>
            </a:r>
            <a:r>
              <a:rPr lang="en-US" sz="1200" b="0" dirty="0" err="1"/>
              <a:t>ggplot</a:t>
            </a:r>
            <a:r>
              <a:rPr lang="en-US" sz="1200" b="0" dirty="0"/>
              <a:t>() function or geometric object functions and refer to:</a:t>
            </a:r>
            <a:br>
              <a:rPr lang="en-US" sz="1200" b="0" dirty="0"/>
            </a:br>
            <a:endParaRPr sz="1200" b="0" dirty="0"/>
          </a:p>
          <a:p>
            <a:pPr marL="152400" lvl="0" algn="l" rtl="0">
              <a:spcBef>
                <a:spcPts val="0"/>
              </a:spcBef>
              <a:spcAft>
                <a:spcPts val="0"/>
              </a:spcAft>
              <a:buSzPts val="1200"/>
            </a:pPr>
            <a:r>
              <a:rPr lang="en-US" sz="1200" b="0" dirty="0"/>
              <a:t>Position (on the axes)</a:t>
            </a:r>
            <a:br>
              <a:rPr lang="en-US" sz="1200" b="0" dirty="0"/>
            </a:br>
            <a:r>
              <a:rPr lang="en-US" sz="1200" b="0" dirty="0"/>
              <a:t>Exterior color (color = )</a:t>
            </a:r>
            <a:br>
              <a:rPr lang="en-US" sz="1200" b="0" dirty="0"/>
            </a:br>
            <a:r>
              <a:rPr lang="en-US" sz="1200" b="0" dirty="0"/>
              <a:t>Fill color (fill = )</a:t>
            </a:r>
            <a:br>
              <a:rPr lang="en-US" sz="1200" b="0" dirty="0"/>
            </a:br>
            <a:r>
              <a:rPr lang="en-US" sz="1200" b="0" dirty="0"/>
              <a:t>Point shape (shape = )</a:t>
            </a:r>
            <a:br>
              <a:rPr lang="en-US" sz="1200" b="0" dirty="0"/>
            </a:br>
            <a:r>
              <a:rPr lang="en-US" sz="1200" b="0" dirty="0" err="1"/>
              <a:t>Linetype</a:t>
            </a:r>
            <a:r>
              <a:rPr lang="en-US" sz="1200" b="0" dirty="0"/>
              <a:t> (</a:t>
            </a:r>
            <a:r>
              <a:rPr lang="en-US" sz="1200" b="0" dirty="0" err="1"/>
              <a:t>linetype</a:t>
            </a:r>
            <a:r>
              <a:rPr lang="en-US" sz="1200" b="0" dirty="0"/>
              <a:t> = )</a:t>
            </a:r>
            <a:br>
              <a:rPr lang="en-US" sz="1200" b="0" dirty="0"/>
            </a:br>
            <a:r>
              <a:rPr lang="en-US" sz="1200" b="0" dirty="0"/>
              <a:t>Size (size = )</a:t>
            </a:r>
            <a:br>
              <a:rPr lang="en-US" sz="1200" b="0" dirty="0"/>
            </a:br>
            <a:endParaRPr sz="1200" b="0" dirty="0"/>
          </a:p>
          <a:p>
            <a:pPr marL="0" lvl="0" indent="0" algn="l" rtl="0">
              <a:spcBef>
                <a:spcPts val="0"/>
              </a:spcBef>
              <a:spcAft>
                <a:spcPts val="0"/>
              </a:spcAft>
              <a:buNone/>
            </a:pPr>
            <a:r>
              <a:rPr lang="en-US" sz="1200" b="0" dirty="0"/>
              <a:t>We can specify more than one aesthetic mapping for a plot, within the </a:t>
            </a:r>
            <a:r>
              <a:rPr lang="en-US" sz="1200" b="0" dirty="0" err="1"/>
              <a:t>ggplot</a:t>
            </a:r>
            <a:r>
              <a:rPr lang="en-US" sz="1200" b="0" dirty="0"/>
              <a:t>() function and its other layers composed by the geometric objects </a:t>
            </a:r>
            <a:r>
              <a:rPr lang="en-US" sz="1200" b="0" dirty="0" err="1"/>
              <a:t>geom_xxx</a:t>
            </a:r>
            <a:r>
              <a:rPr lang="en-US" sz="1200" b="0" dirty="0"/>
              <a:t>() depending on the specifications we want.</a:t>
            </a:r>
            <a:br>
              <a:rPr lang="en-US" sz="1200" b="0" dirty="0"/>
            </a:br>
            <a:br>
              <a:rPr lang="en-US" sz="1200" b="0" dirty="0"/>
            </a:br>
            <a:r>
              <a:rPr lang="en-US" sz="1200" b="0" dirty="0"/>
              <a:t>Therefore, to construct a graph with ggplot2 we start with the following code structure, using + as a nexus between arguments:</a:t>
            </a:r>
            <a:br>
              <a:rPr lang="en-US" sz="1200" b="0" dirty="0"/>
            </a:br>
            <a:br>
              <a:rPr lang="en-US" sz="1200" b="0" dirty="0"/>
            </a:br>
            <a:r>
              <a:rPr lang="en-US" sz="1200" b="0" dirty="0" err="1">
                <a:solidFill>
                  <a:schemeClr val="tx2"/>
                </a:solidFill>
              </a:rPr>
              <a:t>ggplot</a:t>
            </a:r>
            <a:r>
              <a:rPr lang="en-US" sz="1200" b="0" dirty="0">
                <a:solidFill>
                  <a:schemeClr val="tx2"/>
                </a:solidFill>
              </a:rPr>
              <a:t>(data, </a:t>
            </a:r>
            <a:r>
              <a:rPr lang="en-US" sz="1200" b="0" dirty="0" err="1">
                <a:solidFill>
                  <a:schemeClr val="tx2"/>
                </a:solidFill>
              </a:rPr>
              <a:t>aes</a:t>
            </a:r>
            <a:r>
              <a:rPr lang="en-US" sz="1200" b="0" dirty="0">
                <a:solidFill>
                  <a:schemeClr val="tx2"/>
                </a:solidFill>
              </a:rPr>
              <a:t>() ) + </a:t>
            </a:r>
            <a:r>
              <a:rPr lang="en-US" sz="1200" b="0" dirty="0" err="1">
                <a:solidFill>
                  <a:schemeClr val="tx2"/>
                </a:solidFill>
              </a:rPr>
              <a:t>geom_type</a:t>
            </a:r>
            <a:r>
              <a:rPr lang="en-US" sz="1200" b="0" dirty="0">
                <a:solidFill>
                  <a:schemeClr val="tx2"/>
                </a:solidFill>
              </a:rPr>
              <a:t>()</a:t>
            </a:r>
            <a:br>
              <a:rPr lang="en-US" sz="1200" b="0" dirty="0"/>
            </a:br>
            <a:br>
              <a:rPr lang="en-US" sz="1200" b="0" dirty="0"/>
            </a:br>
            <a:r>
              <a:rPr lang="en-US" sz="1200" dirty="0">
                <a:solidFill>
                  <a:schemeClr val="tx2"/>
                </a:solidFill>
              </a:rPr>
              <a:t>We must always specify the type of geometric object we are going to plot!</a:t>
            </a:r>
            <a:endParaRPr sz="1100" dirty="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42"/>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000" dirty="0"/>
              <a:t>Labels and text on plots </a:t>
            </a:r>
            <a:r>
              <a:rPr lang="en" sz="3000" dirty="0"/>
              <a:t>- </a:t>
            </a:r>
            <a:r>
              <a:rPr lang="en" sz="3000" dirty="0">
                <a:solidFill>
                  <a:schemeClr val="lt2"/>
                </a:solidFill>
              </a:rPr>
              <a:t>ggplot</a:t>
            </a:r>
            <a:endParaRPr sz="3000" dirty="0">
              <a:solidFill>
                <a:schemeClr val="lt2"/>
              </a:solidFill>
            </a:endParaRPr>
          </a:p>
        </p:txBody>
      </p:sp>
      <p:sp>
        <p:nvSpPr>
          <p:cNvPr id="757" name="Google Shape;757;p42"/>
          <p:cNvSpPr txBox="1">
            <a:spLocks noGrp="1"/>
          </p:cNvSpPr>
          <p:nvPr>
            <p:ph type="title"/>
          </p:nvPr>
        </p:nvSpPr>
        <p:spPr>
          <a:xfrm>
            <a:off x="444450" y="1066525"/>
            <a:ext cx="8255100" cy="3862500"/>
          </a:xfrm>
          <a:prstGeom prst="rect">
            <a:avLst/>
          </a:prstGeom>
          <a:solidFill>
            <a:srgbClr val="002553"/>
          </a:solidFill>
        </p:spPr>
        <p:txBody>
          <a:bodyPr spcFirstLastPara="1" wrap="square" lIns="91425" tIns="91425" rIns="91425" bIns="91425" anchor="ctr" anchorCtr="0">
            <a:noAutofit/>
          </a:bodyPr>
          <a:lstStyle/>
          <a:p>
            <a:pPr marL="0" lvl="0" indent="0" algn="ctr" rtl="0">
              <a:spcBef>
                <a:spcPts val="0"/>
              </a:spcBef>
              <a:spcAft>
                <a:spcPts val="0"/>
              </a:spcAft>
              <a:buNone/>
            </a:pPr>
            <a:r>
              <a:rPr lang="en-US" sz="1500" b="0" dirty="0"/>
              <a:t>R sets as default that the titles of the axes of its plots are the names of the variables that we assign in the corresponding aesthetic mapping. However, we can easily modify the axis titles and even the plot title:</a:t>
            </a:r>
            <a:endParaRPr sz="1500" b="0" dirty="0"/>
          </a:p>
          <a:p>
            <a:pPr marL="0" lvl="0" indent="0" algn="l" rtl="0">
              <a:spcBef>
                <a:spcPts val="0"/>
              </a:spcBef>
              <a:spcAft>
                <a:spcPts val="0"/>
              </a:spcAft>
              <a:buNone/>
            </a:pPr>
            <a:r>
              <a:rPr lang="en" sz="1500" b="0" dirty="0"/>
              <a:t>… </a:t>
            </a:r>
            <a:r>
              <a:rPr lang="en" sz="1500" b="0" dirty="0">
                <a:solidFill>
                  <a:schemeClr val="lt2"/>
                </a:solidFill>
              </a:rPr>
              <a:t>+</a:t>
            </a:r>
            <a:endParaRPr sz="1500" b="0" dirty="0">
              <a:solidFill>
                <a:schemeClr val="lt2"/>
              </a:solidFill>
            </a:endParaRPr>
          </a:p>
          <a:p>
            <a:pPr marL="0" lvl="0" indent="0" algn="l" rtl="0">
              <a:spcBef>
                <a:spcPts val="0"/>
              </a:spcBef>
              <a:spcAft>
                <a:spcPts val="0"/>
              </a:spcAft>
              <a:buNone/>
            </a:pPr>
            <a:r>
              <a:rPr lang="en" sz="1500" b="0" i="1" dirty="0">
                <a:solidFill>
                  <a:schemeClr val="lt2"/>
                </a:solidFill>
              </a:rPr>
              <a:t>labs(</a:t>
            </a:r>
            <a:r>
              <a:rPr lang="en" sz="1500" b="0" dirty="0"/>
              <a:t>title= 'Notas de 2010 en función de notas de 2009', </a:t>
            </a:r>
            <a:r>
              <a:rPr lang="en" sz="1500" b="0" dirty="0">
                <a:solidFill>
                  <a:schemeClr val="lt2"/>
                </a:solidFill>
              </a:rPr>
              <a:t># General plot title</a:t>
            </a:r>
            <a:endParaRPr sz="1500" b="0" dirty="0">
              <a:solidFill>
                <a:schemeClr val="lt2"/>
              </a:solidFill>
            </a:endParaRPr>
          </a:p>
          <a:p>
            <a:pPr marL="0" lvl="0" indent="0" algn="l" rtl="0">
              <a:spcBef>
                <a:spcPts val="0"/>
              </a:spcBef>
              <a:spcAft>
                <a:spcPts val="0"/>
              </a:spcAft>
              <a:buNone/>
            </a:pPr>
            <a:r>
              <a:rPr lang="en" sz="1500" b="0" dirty="0"/>
              <a:t>       x= 'Nota de 2009', </a:t>
            </a:r>
            <a:r>
              <a:rPr lang="en" sz="1500" b="0" dirty="0">
                <a:solidFill>
                  <a:schemeClr val="lt2"/>
                </a:solidFill>
              </a:rPr>
              <a:t># Title X Axis</a:t>
            </a:r>
            <a:endParaRPr sz="1500" b="0" dirty="0">
              <a:solidFill>
                <a:schemeClr val="lt2"/>
              </a:solidFill>
            </a:endParaRPr>
          </a:p>
          <a:p>
            <a:pPr marL="0" lvl="0" indent="0" algn="l" rtl="0">
              <a:spcBef>
                <a:spcPts val="0"/>
              </a:spcBef>
              <a:spcAft>
                <a:spcPts val="0"/>
              </a:spcAft>
              <a:buNone/>
            </a:pPr>
            <a:r>
              <a:rPr lang="en" sz="1500" b="0" dirty="0"/>
              <a:t>       y= 'Nota de 2010'</a:t>
            </a:r>
            <a:r>
              <a:rPr lang="en" sz="1500" b="0" dirty="0">
                <a:solidFill>
                  <a:schemeClr val="lt2"/>
                </a:solidFill>
              </a:rPr>
              <a:t>) # Title Y Axis</a:t>
            </a:r>
            <a:endParaRPr sz="1500" b="0" dirty="0">
              <a:solidFill>
                <a:schemeClr val="lt2"/>
              </a:solidFill>
            </a:endParaRPr>
          </a:p>
          <a:p>
            <a:pPr marL="0" lvl="0" indent="0" algn="l" rtl="0">
              <a:spcBef>
                <a:spcPts val="0"/>
              </a:spcBef>
              <a:spcAft>
                <a:spcPts val="0"/>
              </a:spcAft>
              <a:buNone/>
            </a:pPr>
            <a:endParaRPr sz="1500" b="0" dirty="0">
              <a:solidFill>
                <a:schemeClr val="lt2"/>
              </a:solidFill>
            </a:endParaRPr>
          </a:p>
          <a:p>
            <a:pPr marL="0" lvl="0" indent="0" algn="l" rtl="0">
              <a:spcBef>
                <a:spcPts val="0"/>
              </a:spcBef>
              <a:spcAft>
                <a:spcPts val="0"/>
              </a:spcAft>
              <a:buNone/>
            </a:pPr>
            <a:endParaRPr sz="1500" b="0" dirty="0">
              <a:solidFill>
                <a:schemeClr val="lt2"/>
              </a:solidFill>
            </a:endParaRPr>
          </a:p>
          <a:p>
            <a:pPr marL="0" lvl="0" indent="0" algn="l" rtl="0">
              <a:spcBef>
                <a:spcPts val="0"/>
              </a:spcBef>
              <a:spcAft>
                <a:spcPts val="0"/>
              </a:spcAft>
              <a:buNone/>
            </a:pPr>
            <a:endParaRPr sz="1500" b="0" dirty="0">
              <a:solidFill>
                <a:schemeClr val="lt2"/>
              </a:solidFill>
            </a:endParaRPr>
          </a:p>
          <a:p>
            <a:pPr marL="0" lvl="0" indent="0" algn="l" rtl="0">
              <a:spcBef>
                <a:spcPts val="0"/>
              </a:spcBef>
              <a:spcAft>
                <a:spcPts val="0"/>
              </a:spcAft>
              <a:buNone/>
            </a:pPr>
            <a:endParaRPr sz="1500" b="0" dirty="0">
              <a:solidFill>
                <a:schemeClr val="l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43"/>
          <p:cNvSpPr txBox="1">
            <a:spLocks noGrp="1"/>
          </p:cNvSpPr>
          <p:nvPr>
            <p:ph type="title"/>
          </p:nvPr>
        </p:nvSpPr>
        <p:spPr>
          <a:xfrm>
            <a:off x="128700" y="335425"/>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Plot themes- </a:t>
            </a:r>
            <a:r>
              <a:rPr lang="en" sz="3000" dirty="0">
                <a:solidFill>
                  <a:schemeClr val="lt2"/>
                </a:solidFill>
              </a:rPr>
              <a:t>ggplot</a:t>
            </a:r>
            <a:endParaRPr sz="3000" dirty="0">
              <a:solidFill>
                <a:schemeClr val="lt2"/>
              </a:solidFill>
            </a:endParaRPr>
          </a:p>
        </p:txBody>
      </p:sp>
      <p:sp>
        <p:nvSpPr>
          <p:cNvPr id="763" name="Google Shape;763;p43"/>
          <p:cNvSpPr txBox="1">
            <a:spLocks noGrp="1"/>
          </p:cNvSpPr>
          <p:nvPr>
            <p:ph type="title"/>
          </p:nvPr>
        </p:nvSpPr>
        <p:spPr>
          <a:xfrm>
            <a:off x="444450" y="1066525"/>
            <a:ext cx="8255100" cy="38625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US" sz="1500" b="0" dirty="0"/>
              <a:t>To give our graphics the aesthetics we want, we can specify themes in our R plots that set up a sort of formatting template. </a:t>
            </a:r>
            <a:br>
              <a:rPr lang="en-US" sz="1500" b="0" dirty="0"/>
            </a:br>
            <a:r>
              <a:rPr lang="en-US" sz="1500" b="0" dirty="0"/>
              <a:t>There are certain predesigned themes in R:</a:t>
            </a:r>
            <a:endParaRPr sz="1500" b="0" dirty="0"/>
          </a:p>
          <a:p>
            <a:pPr marL="0" lvl="0" indent="0" algn="l" rtl="0">
              <a:spcBef>
                <a:spcPts val="0"/>
              </a:spcBef>
              <a:spcAft>
                <a:spcPts val="0"/>
              </a:spcAft>
              <a:buNone/>
            </a:pPr>
            <a:endParaRPr lang="es-ES" sz="1500" b="0" dirty="0"/>
          </a:p>
          <a:p>
            <a:pPr marL="0" lvl="0" indent="0" algn="l" rtl="0">
              <a:spcBef>
                <a:spcPts val="0"/>
              </a:spcBef>
              <a:spcAft>
                <a:spcPts val="0"/>
              </a:spcAft>
              <a:buNone/>
            </a:pPr>
            <a:endParaRPr sz="1500" b="0" dirty="0"/>
          </a:p>
          <a:p>
            <a:pPr marL="0" lvl="0" indent="0" algn="l" rtl="0">
              <a:spcBef>
                <a:spcPts val="0"/>
              </a:spcBef>
              <a:spcAft>
                <a:spcPts val="0"/>
              </a:spcAft>
              <a:buNone/>
            </a:pPr>
            <a:endParaRPr sz="1500" b="0" dirty="0"/>
          </a:p>
          <a:p>
            <a:pPr marL="0" lvl="0" indent="0" algn="l" rtl="0">
              <a:spcBef>
                <a:spcPts val="0"/>
              </a:spcBef>
              <a:spcAft>
                <a:spcPts val="0"/>
              </a:spcAft>
              <a:buNone/>
            </a:pPr>
            <a:endParaRPr sz="1500" b="0" dirty="0"/>
          </a:p>
          <a:p>
            <a:pPr marL="0" lvl="0" indent="0" algn="l" rtl="0">
              <a:spcBef>
                <a:spcPts val="0"/>
              </a:spcBef>
              <a:spcAft>
                <a:spcPts val="0"/>
              </a:spcAft>
              <a:buNone/>
            </a:pPr>
            <a:endParaRPr sz="1500" b="0" dirty="0"/>
          </a:p>
          <a:p>
            <a:pPr marL="0" lvl="0" indent="0" algn="l" rtl="0">
              <a:spcBef>
                <a:spcPts val="0"/>
              </a:spcBef>
              <a:spcAft>
                <a:spcPts val="0"/>
              </a:spcAft>
              <a:buNone/>
            </a:pPr>
            <a:endParaRPr sz="1500" b="0" dirty="0"/>
          </a:p>
          <a:p>
            <a:pPr marL="0" lvl="0" indent="0" algn="l" rtl="0">
              <a:spcBef>
                <a:spcPts val="0"/>
              </a:spcBef>
              <a:spcAft>
                <a:spcPts val="0"/>
              </a:spcAft>
              <a:buNone/>
            </a:pPr>
            <a:br>
              <a:rPr lang="en" sz="1500" b="0" dirty="0"/>
            </a:br>
            <a:br>
              <a:rPr lang="en" sz="1500" b="0" dirty="0"/>
            </a:br>
            <a:r>
              <a:rPr lang="en" sz="1500" b="0" dirty="0"/>
              <a:t>We specify them using</a:t>
            </a:r>
            <a:endParaRPr sz="1500" b="0" dirty="0"/>
          </a:p>
          <a:p>
            <a:pPr marL="0" lvl="0" indent="0" algn="l" rtl="0">
              <a:spcBef>
                <a:spcPts val="0"/>
              </a:spcBef>
              <a:spcAft>
                <a:spcPts val="0"/>
              </a:spcAft>
              <a:buNone/>
            </a:pPr>
            <a:r>
              <a:rPr lang="en" sz="1500" b="0" dirty="0">
                <a:solidFill>
                  <a:schemeClr val="lt2"/>
                </a:solidFill>
              </a:rPr>
              <a:t>… + </a:t>
            </a:r>
            <a:endParaRPr sz="1500" b="0" dirty="0">
              <a:solidFill>
                <a:schemeClr val="lt2"/>
              </a:solidFill>
            </a:endParaRPr>
          </a:p>
          <a:p>
            <a:pPr marL="0" lvl="0" indent="0" algn="l" rtl="0">
              <a:spcBef>
                <a:spcPts val="0"/>
              </a:spcBef>
              <a:spcAft>
                <a:spcPts val="0"/>
              </a:spcAft>
              <a:buNone/>
            </a:pPr>
            <a:r>
              <a:rPr lang="en" sz="1500" b="0" dirty="0">
                <a:solidFill>
                  <a:schemeClr val="lt2"/>
                </a:solidFill>
              </a:rPr>
              <a:t>theme_xxx()</a:t>
            </a:r>
            <a:endParaRPr sz="1500" b="0" dirty="0">
              <a:solidFill>
                <a:schemeClr val="lt2"/>
              </a:solidFill>
            </a:endParaRPr>
          </a:p>
          <a:p>
            <a:pPr marL="0" lvl="0" indent="0" algn="l" rtl="0">
              <a:spcBef>
                <a:spcPts val="0"/>
              </a:spcBef>
              <a:spcAft>
                <a:spcPts val="0"/>
              </a:spcAft>
              <a:buNone/>
            </a:pPr>
            <a:endParaRPr sz="1500" b="0" dirty="0">
              <a:solidFill>
                <a:schemeClr val="lt2"/>
              </a:solidFill>
            </a:endParaRPr>
          </a:p>
          <a:p>
            <a:pPr marL="0" lvl="0" indent="0" algn="l" rtl="0">
              <a:spcBef>
                <a:spcPts val="0"/>
              </a:spcBef>
              <a:spcAft>
                <a:spcPts val="0"/>
              </a:spcAft>
              <a:buNone/>
            </a:pPr>
            <a:endParaRPr sz="1500" b="0" dirty="0">
              <a:solidFill>
                <a:schemeClr val="lt2"/>
              </a:solidFill>
            </a:endParaRPr>
          </a:p>
          <a:p>
            <a:pPr marL="0" lvl="0" indent="0" algn="l" rtl="0">
              <a:spcBef>
                <a:spcPts val="0"/>
              </a:spcBef>
              <a:spcAft>
                <a:spcPts val="0"/>
              </a:spcAft>
              <a:buNone/>
            </a:pPr>
            <a:endParaRPr sz="1500" b="0" dirty="0">
              <a:solidFill>
                <a:schemeClr val="lt2"/>
              </a:solidFill>
            </a:endParaRPr>
          </a:p>
        </p:txBody>
      </p:sp>
      <p:pic>
        <p:nvPicPr>
          <p:cNvPr id="764" name="Google Shape;764;p43"/>
          <p:cNvPicPr preferRelativeResize="0"/>
          <p:nvPr/>
        </p:nvPicPr>
        <p:blipFill>
          <a:blip r:embed="rId3">
            <a:alphaModFix/>
          </a:blip>
          <a:stretch>
            <a:fillRect/>
          </a:stretch>
        </p:blipFill>
        <p:spPr>
          <a:xfrm>
            <a:off x="142127" y="1797625"/>
            <a:ext cx="2948900" cy="1619350"/>
          </a:xfrm>
          <a:prstGeom prst="rect">
            <a:avLst/>
          </a:prstGeom>
          <a:noFill/>
          <a:ln>
            <a:noFill/>
          </a:ln>
        </p:spPr>
      </p:pic>
      <p:pic>
        <p:nvPicPr>
          <p:cNvPr id="765" name="Google Shape;765;p43"/>
          <p:cNvPicPr preferRelativeResize="0"/>
          <p:nvPr/>
        </p:nvPicPr>
        <p:blipFill>
          <a:blip r:embed="rId4">
            <a:alphaModFix/>
          </a:blip>
          <a:stretch>
            <a:fillRect/>
          </a:stretch>
        </p:blipFill>
        <p:spPr>
          <a:xfrm>
            <a:off x="3212054" y="1797625"/>
            <a:ext cx="3067421" cy="1619350"/>
          </a:xfrm>
          <a:prstGeom prst="rect">
            <a:avLst/>
          </a:prstGeom>
          <a:noFill/>
          <a:ln>
            <a:noFill/>
          </a:ln>
        </p:spPr>
      </p:pic>
      <p:pic>
        <p:nvPicPr>
          <p:cNvPr id="766" name="Google Shape;766;p43"/>
          <p:cNvPicPr preferRelativeResize="0"/>
          <p:nvPr/>
        </p:nvPicPr>
        <p:blipFill>
          <a:blip r:embed="rId5">
            <a:alphaModFix/>
          </a:blip>
          <a:stretch>
            <a:fillRect/>
          </a:stretch>
        </p:blipFill>
        <p:spPr>
          <a:xfrm>
            <a:off x="6394888" y="1797625"/>
            <a:ext cx="2606985" cy="1619350"/>
          </a:xfrm>
          <a:prstGeom prst="rect">
            <a:avLst/>
          </a:prstGeom>
          <a:noFill/>
          <a:ln>
            <a:noFill/>
          </a:ln>
        </p:spPr>
      </p:pic>
      <p:sp>
        <p:nvSpPr>
          <p:cNvPr id="767" name="Google Shape;767;p43"/>
          <p:cNvSpPr txBox="1"/>
          <p:nvPr/>
        </p:nvSpPr>
        <p:spPr>
          <a:xfrm>
            <a:off x="5262500" y="3833200"/>
            <a:ext cx="3035400" cy="105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latin typeface="Poppins"/>
                <a:ea typeface="Poppins"/>
                <a:cs typeface="Poppins"/>
                <a:sym typeface="Poppins"/>
              </a:rPr>
              <a:t>Check this link for more themes in R: </a:t>
            </a:r>
            <a:r>
              <a:rPr lang="en" sz="1200" u="sng" dirty="0">
                <a:solidFill>
                  <a:schemeClr val="lt2"/>
                </a:solidFill>
                <a:latin typeface="Poppins"/>
                <a:ea typeface="Poppins"/>
                <a:cs typeface="Poppins"/>
                <a:sym typeface="Poppins"/>
              </a:rPr>
              <a:t>https://ggplot2-book.org/themes</a:t>
            </a:r>
            <a:endParaRPr sz="1200" u="sng" dirty="0">
              <a:solidFill>
                <a:schemeClr val="lt2"/>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44"/>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dirty="0"/>
              <a:t>Now let’s practice</a:t>
            </a:r>
            <a:endParaRPr sz="4600" dirty="0"/>
          </a:p>
        </p:txBody>
      </p:sp>
      <p:sp>
        <p:nvSpPr>
          <p:cNvPr id="773" name="Google Shape;773;p44"/>
          <p:cNvSpPr txBox="1">
            <a:spLocks noGrp="1"/>
          </p:cNvSpPr>
          <p:nvPr>
            <p:ph type="title"/>
          </p:nvPr>
        </p:nvSpPr>
        <p:spPr>
          <a:xfrm>
            <a:off x="1728825" y="2552975"/>
            <a:ext cx="63183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a:p>
          <a:p>
            <a:pPr marL="0" lvl="0" indent="0" algn="ctr" rtl="0">
              <a:spcBef>
                <a:spcPts val="0"/>
              </a:spcBef>
              <a:spcAft>
                <a:spcPts val="0"/>
              </a:spcAft>
              <a:buNone/>
            </a:pPr>
            <a:r>
              <a:rPr lang="en" sz="1500" b="0"/>
              <a:t>Script 14_intro_ggplot2.R</a:t>
            </a:r>
            <a:endParaRPr sz="1500" b="0" i="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45"/>
          <p:cNvSpPr txBox="1">
            <a:spLocks noGrp="1"/>
          </p:cNvSpPr>
          <p:nvPr>
            <p:ph type="title"/>
          </p:nvPr>
        </p:nvSpPr>
        <p:spPr>
          <a:xfrm>
            <a:off x="444450" y="1821875"/>
            <a:ext cx="8255100" cy="73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BREAK TIME</a:t>
            </a:r>
            <a:endParaRPr sz="4600"/>
          </a:p>
        </p:txBody>
      </p:sp>
      <p:sp>
        <p:nvSpPr>
          <p:cNvPr id="779" name="Google Shape;779;p45"/>
          <p:cNvSpPr txBox="1">
            <a:spLocks noGrp="1"/>
          </p:cNvSpPr>
          <p:nvPr>
            <p:ph type="title"/>
          </p:nvPr>
        </p:nvSpPr>
        <p:spPr>
          <a:xfrm>
            <a:off x="1728825" y="2552975"/>
            <a:ext cx="5832600" cy="41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1500" b="0" dirty="0"/>
          </a:p>
          <a:p>
            <a:pPr marL="0" lvl="0" indent="0" algn="ctr" rtl="0">
              <a:spcBef>
                <a:spcPts val="0"/>
              </a:spcBef>
              <a:spcAft>
                <a:spcPts val="0"/>
              </a:spcAft>
              <a:buNone/>
            </a:pPr>
            <a:r>
              <a:rPr lang="en" sz="1500" b="0" dirty="0"/>
              <a:t>Nos vemos en 15 minutos</a:t>
            </a:r>
            <a:endParaRPr sz="1500" b="0"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47"/>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PARTE II </a:t>
            </a:r>
            <a:endParaRPr sz="3000" dirty="0"/>
          </a:p>
        </p:txBody>
      </p:sp>
      <p:sp>
        <p:nvSpPr>
          <p:cNvPr id="791" name="Google Shape;791;p47"/>
          <p:cNvSpPr txBox="1"/>
          <p:nvPr/>
        </p:nvSpPr>
        <p:spPr>
          <a:xfrm>
            <a:off x="352950" y="1024450"/>
            <a:ext cx="8295300" cy="548628"/>
          </a:xfrm>
          <a:prstGeom prst="rect">
            <a:avLst/>
          </a:prstGeom>
          <a:solidFill>
            <a:srgbClr val="002553"/>
          </a:solidFill>
          <a:ln>
            <a:noFill/>
          </a:ln>
        </p:spPr>
        <p:txBody>
          <a:bodyPr spcFirstLastPara="1" wrap="square" lIns="91425" tIns="91425" rIns="91425" bIns="91425" anchor="t" anchorCtr="0">
            <a:noAutofit/>
          </a:bodyPr>
          <a:lstStyle/>
          <a:p>
            <a:pPr marL="914400" lvl="0" indent="0" algn="l" rtl="0">
              <a:spcBef>
                <a:spcPts val="0"/>
              </a:spcBef>
              <a:spcAft>
                <a:spcPts val="0"/>
              </a:spcAft>
              <a:buNone/>
            </a:pPr>
            <a:r>
              <a:rPr lang="en-US" sz="2000" dirty="0">
                <a:solidFill>
                  <a:schemeClr val="dk1"/>
                </a:solidFill>
                <a:latin typeface="Poppins"/>
                <a:ea typeface="Poppins"/>
                <a:cs typeface="Poppins"/>
                <a:sym typeface="Poppins"/>
              </a:rPr>
              <a:t>REVISEMOS SUS FORMULARIOS DE PROYECTOS</a:t>
            </a:r>
          </a:p>
          <a:p>
            <a:pPr marL="914400" lvl="0" indent="0" algn="l" rtl="0">
              <a:spcBef>
                <a:spcPts val="0"/>
              </a:spcBef>
              <a:spcAft>
                <a:spcPts val="0"/>
              </a:spcAft>
              <a:buNone/>
            </a:pPr>
            <a:endParaRPr lang="en-US" sz="2000" dirty="0">
              <a:solidFill>
                <a:schemeClr val="dk1"/>
              </a:solidFill>
              <a:latin typeface="Poppins"/>
              <a:ea typeface="Poppins"/>
              <a:cs typeface="Poppins"/>
              <a:sym typeface="Poppins"/>
            </a:endParaRPr>
          </a:p>
          <a:p>
            <a:pPr marL="914400" lvl="0" indent="0" algn="l" rtl="0">
              <a:spcBef>
                <a:spcPts val="0"/>
              </a:spcBef>
              <a:spcAft>
                <a:spcPts val="0"/>
              </a:spcAft>
              <a:buNone/>
            </a:pPr>
            <a:r>
              <a:rPr lang="en-US" sz="2000" dirty="0" err="1">
                <a:solidFill>
                  <a:schemeClr val="dk1"/>
                </a:solidFill>
                <a:latin typeface="Poppins"/>
                <a:ea typeface="Poppins"/>
                <a:cs typeface="Poppins"/>
                <a:sym typeface="Poppins"/>
              </a:rPr>
              <a:t>Aprender</a:t>
            </a:r>
            <a:r>
              <a:rPr lang="en-US" sz="2000" dirty="0">
                <a:solidFill>
                  <a:schemeClr val="dk1"/>
                </a:solidFill>
                <a:latin typeface="Poppins"/>
                <a:ea typeface="Poppins"/>
                <a:cs typeface="Poppins"/>
                <a:sym typeface="Poppins"/>
              </a:rPr>
              <a:t> a </a:t>
            </a:r>
            <a:r>
              <a:rPr lang="en-US" sz="2000" dirty="0" err="1">
                <a:solidFill>
                  <a:schemeClr val="dk1"/>
                </a:solidFill>
                <a:latin typeface="Poppins"/>
                <a:ea typeface="Poppins"/>
                <a:cs typeface="Poppins"/>
                <a:sym typeface="Poppins"/>
              </a:rPr>
              <a:t>importar</a:t>
            </a:r>
            <a:r>
              <a:rPr lang="en-US" sz="2000" dirty="0">
                <a:solidFill>
                  <a:schemeClr val="dk1"/>
                </a:solidFill>
                <a:latin typeface="Poppins"/>
                <a:ea typeface="Poppins"/>
                <a:cs typeface="Poppins"/>
                <a:sym typeface="Poppins"/>
              </a:rPr>
              <a:t> </a:t>
            </a:r>
            <a:r>
              <a:rPr lang="en-US" sz="2000" dirty="0" err="1">
                <a:solidFill>
                  <a:schemeClr val="dk1"/>
                </a:solidFill>
                <a:latin typeface="Poppins"/>
                <a:ea typeface="Poppins"/>
                <a:cs typeface="Poppins"/>
                <a:sym typeface="Poppins"/>
              </a:rPr>
              <a:t>archivos</a:t>
            </a:r>
            <a:r>
              <a:rPr lang="en-US" sz="2000" dirty="0">
                <a:solidFill>
                  <a:schemeClr val="dk1"/>
                </a:solidFill>
                <a:latin typeface="Poppins"/>
                <a:ea typeface="Poppins"/>
                <a:cs typeface="Poppins"/>
                <a:sym typeface="Poppins"/>
              </a:rPr>
              <a:t> </a:t>
            </a:r>
            <a:r>
              <a:rPr lang="en-US" sz="2000" dirty="0" err="1">
                <a:solidFill>
                  <a:schemeClr val="dk1"/>
                </a:solidFill>
                <a:latin typeface="Poppins"/>
                <a:ea typeface="Poppins"/>
                <a:cs typeface="Poppins"/>
                <a:sym typeface="Poppins"/>
              </a:rPr>
              <a:t>en</a:t>
            </a:r>
            <a:r>
              <a:rPr lang="en-US" sz="2000" dirty="0">
                <a:solidFill>
                  <a:schemeClr val="dk1"/>
                </a:solidFill>
                <a:latin typeface="Poppins"/>
                <a:ea typeface="Poppins"/>
                <a:cs typeface="Poppins"/>
                <a:sym typeface="Poppins"/>
              </a:rPr>
              <a:t> R</a:t>
            </a:r>
            <a:endParaRPr sz="2000" dirty="0">
              <a:solidFill>
                <a:schemeClr val="dk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49"/>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Importar datos en R</a:t>
            </a:r>
            <a:endParaRPr sz="3000"/>
          </a:p>
        </p:txBody>
      </p:sp>
      <p:sp>
        <p:nvSpPr>
          <p:cNvPr id="811" name="Google Shape;811;p49"/>
          <p:cNvSpPr txBox="1">
            <a:spLocks noGrp="1"/>
          </p:cNvSpPr>
          <p:nvPr>
            <p:ph type="title"/>
          </p:nvPr>
        </p:nvSpPr>
        <p:spPr>
          <a:xfrm>
            <a:off x="444450" y="1066525"/>
            <a:ext cx="8255100" cy="32886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700">
                <a:solidFill>
                  <a:schemeClr val="lt2"/>
                </a:solidFill>
              </a:rPr>
              <a:t>Usar bases de datos existentes de paquetes o de R base es útil, pero el mecanismo más común es manejar bases de datos que se importan en R a partir de archivos externos. </a:t>
            </a:r>
            <a:endParaRPr sz="1700">
              <a:solidFill>
                <a:schemeClr val="lt2"/>
              </a:solidFill>
            </a:endParaRPr>
          </a:p>
          <a:p>
            <a:pPr marL="0" lvl="0" indent="0" algn="l" rtl="0">
              <a:spcBef>
                <a:spcPts val="0"/>
              </a:spcBef>
              <a:spcAft>
                <a:spcPts val="0"/>
              </a:spcAft>
              <a:buNone/>
            </a:pPr>
            <a:endParaRPr sz="1800">
              <a:solidFill>
                <a:schemeClr val="lt2"/>
              </a:solidFill>
            </a:endParaRPr>
          </a:p>
          <a:p>
            <a:pPr marL="0" lvl="0" indent="0" algn="l" rtl="0">
              <a:spcBef>
                <a:spcPts val="0"/>
              </a:spcBef>
              <a:spcAft>
                <a:spcPts val="0"/>
              </a:spcAft>
              <a:buNone/>
            </a:pPr>
            <a:r>
              <a:rPr lang="en" sz="1500" b="0"/>
              <a:t>¿Tienen algún ejemplo?</a:t>
            </a:r>
            <a:endParaRPr sz="1500" b="0"/>
          </a:p>
          <a:p>
            <a:pPr marL="0" lvl="0" indent="0" algn="l" rtl="0">
              <a:spcBef>
                <a:spcPts val="0"/>
              </a:spcBef>
              <a:spcAft>
                <a:spcPts val="0"/>
              </a:spcAft>
              <a:buNone/>
            </a:pPr>
            <a:endParaRPr sz="1500" b="0"/>
          </a:p>
          <a:p>
            <a:pPr marL="457200" lvl="0" indent="-323850" algn="l" rtl="0">
              <a:spcBef>
                <a:spcPts val="0"/>
              </a:spcBef>
              <a:spcAft>
                <a:spcPts val="0"/>
              </a:spcAft>
              <a:buSzPts val="1500"/>
              <a:buChar char="-"/>
            </a:pPr>
            <a:r>
              <a:rPr lang="en" sz="1500" b="0"/>
              <a:t>R nos permite importar datos de diversos formatos </a:t>
            </a:r>
            <a:endParaRPr sz="1500" b="0"/>
          </a:p>
          <a:p>
            <a:pPr marL="457200" lvl="0" indent="0" algn="l" rtl="0">
              <a:spcBef>
                <a:spcPts val="0"/>
              </a:spcBef>
              <a:spcAft>
                <a:spcPts val="0"/>
              </a:spcAft>
              <a:buNone/>
            </a:pPr>
            <a:r>
              <a:rPr lang="en" sz="1500" b="0"/>
              <a:t>(siendo los más comunes .xlsx, .xls, .csv, .txt, .sav) </a:t>
            </a:r>
            <a:endParaRPr sz="1500" b="0"/>
          </a:p>
          <a:p>
            <a:pPr marL="457200" lvl="0" indent="0" algn="l" rtl="0">
              <a:spcBef>
                <a:spcPts val="0"/>
              </a:spcBef>
              <a:spcAft>
                <a:spcPts val="0"/>
              </a:spcAft>
              <a:buNone/>
            </a:pPr>
            <a:r>
              <a:rPr lang="en" sz="1500" b="0"/>
              <a:t>para poder manipularlos y procesarlos. </a:t>
            </a:r>
            <a:endParaRPr sz="1500" b="0"/>
          </a:p>
          <a:p>
            <a:pPr marL="0" lvl="0" indent="0" algn="l" rtl="0">
              <a:spcBef>
                <a:spcPts val="0"/>
              </a:spcBef>
              <a:spcAft>
                <a:spcPts val="0"/>
              </a:spcAft>
              <a:buNone/>
            </a:pPr>
            <a:endParaRPr sz="1500" b="0"/>
          </a:p>
          <a:p>
            <a:pPr marL="0" lvl="0" indent="0" algn="l" rtl="0">
              <a:spcBef>
                <a:spcPts val="0"/>
              </a:spcBef>
              <a:spcAft>
                <a:spcPts val="0"/>
              </a:spcAft>
              <a:buNone/>
            </a:pPr>
            <a:endParaRPr sz="1800" b="0"/>
          </a:p>
          <a:p>
            <a:pPr marL="0" lvl="0" indent="0" algn="l" rtl="0">
              <a:spcBef>
                <a:spcPts val="0"/>
              </a:spcBef>
              <a:spcAft>
                <a:spcPts val="0"/>
              </a:spcAft>
              <a:buNone/>
            </a:pPr>
            <a:endParaRPr sz="1600"/>
          </a:p>
          <a:p>
            <a:pPr marL="457200" lvl="0" indent="0" algn="l" rtl="0">
              <a:spcBef>
                <a:spcPts val="0"/>
              </a:spcBef>
              <a:spcAft>
                <a:spcPts val="0"/>
              </a:spcAft>
              <a:buNone/>
            </a:pPr>
            <a:endParaRPr sz="1600"/>
          </a:p>
        </p:txBody>
      </p:sp>
      <p:pic>
        <p:nvPicPr>
          <p:cNvPr id="812" name="Google Shape;812;p49"/>
          <p:cNvPicPr preferRelativeResize="0"/>
          <p:nvPr/>
        </p:nvPicPr>
        <p:blipFill>
          <a:blip r:embed="rId3">
            <a:alphaModFix/>
          </a:blip>
          <a:stretch>
            <a:fillRect/>
          </a:stretch>
        </p:blipFill>
        <p:spPr>
          <a:xfrm>
            <a:off x="6046900" y="2347095"/>
            <a:ext cx="2876800" cy="2008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50"/>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Importar datos en R: </a:t>
            </a:r>
            <a:r>
              <a:rPr lang="en" sz="3000">
                <a:solidFill>
                  <a:schemeClr val="lt2"/>
                </a:solidFill>
              </a:rPr>
              <a:t>Working directory</a:t>
            </a:r>
            <a:endParaRPr sz="3000">
              <a:solidFill>
                <a:schemeClr val="lt2"/>
              </a:solidFill>
            </a:endParaRPr>
          </a:p>
        </p:txBody>
      </p:sp>
      <p:sp>
        <p:nvSpPr>
          <p:cNvPr id="818" name="Google Shape;818;p50"/>
          <p:cNvSpPr txBox="1">
            <a:spLocks noGrp="1"/>
          </p:cNvSpPr>
          <p:nvPr>
            <p:ph type="title"/>
          </p:nvPr>
        </p:nvSpPr>
        <p:spPr>
          <a:xfrm>
            <a:off x="444450" y="1066525"/>
            <a:ext cx="8255100" cy="32886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500">
                <a:solidFill>
                  <a:schemeClr val="lt2"/>
                </a:solidFill>
              </a:rPr>
              <a:t>Working directory: </a:t>
            </a:r>
            <a:r>
              <a:rPr lang="en" sz="1500"/>
              <a:t>Directorio de trabajo. Es la ruta o path en la computadora que le da una localización default de cualquier archivo que requiera ser importado o exportado en R.</a:t>
            </a:r>
            <a:endParaRPr sz="1500"/>
          </a:p>
          <a:p>
            <a:pPr marL="0" lvl="0" indent="0" algn="l" rtl="0">
              <a:spcBef>
                <a:spcPts val="0"/>
              </a:spcBef>
              <a:spcAft>
                <a:spcPts val="0"/>
              </a:spcAft>
              <a:buNone/>
            </a:pPr>
            <a:endParaRPr sz="1400"/>
          </a:p>
          <a:p>
            <a:pPr marL="0" lvl="0" indent="0" algn="l" rtl="0">
              <a:spcBef>
                <a:spcPts val="0"/>
              </a:spcBef>
              <a:spcAft>
                <a:spcPts val="0"/>
              </a:spcAft>
              <a:buNone/>
            </a:pPr>
            <a:endParaRPr sz="1400" b="0"/>
          </a:p>
          <a:p>
            <a:pPr marL="0" lvl="0" indent="0" algn="l" rtl="0">
              <a:spcBef>
                <a:spcPts val="0"/>
              </a:spcBef>
              <a:spcAft>
                <a:spcPts val="0"/>
              </a:spcAft>
              <a:buNone/>
            </a:pPr>
            <a:r>
              <a:rPr lang="en" sz="1600" i="1">
                <a:solidFill>
                  <a:schemeClr val="lt2"/>
                </a:solidFill>
              </a:rPr>
              <a:t>getwd()</a:t>
            </a:r>
            <a:r>
              <a:rPr lang="en" sz="1600">
                <a:solidFill>
                  <a:schemeClr val="lt2"/>
                </a:solidFill>
              </a:rPr>
              <a:t> </a:t>
            </a:r>
            <a:r>
              <a:rPr lang="en" sz="1600"/>
              <a:t>Nos permite saber cuál es el directorio actual en la sesión de R</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i="1">
                <a:solidFill>
                  <a:schemeClr val="lt2"/>
                </a:solidFill>
              </a:rPr>
              <a:t>setwd() </a:t>
            </a:r>
            <a:r>
              <a:rPr lang="en" sz="1600"/>
              <a:t>Nos permite modificar el directorio actual en la sesión de R </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i="1">
                <a:solidFill>
                  <a:schemeClr val="lt2"/>
                </a:solidFill>
              </a:rPr>
              <a:t>list.files() </a:t>
            </a:r>
            <a:r>
              <a:rPr lang="en" sz="1600"/>
              <a:t>Nos permite listar todos los archivos o carpetas disponibles en             </a:t>
            </a:r>
            <a:endParaRPr sz="1600"/>
          </a:p>
          <a:p>
            <a:pPr marL="0" lvl="0" indent="0" algn="l" rtl="0">
              <a:spcBef>
                <a:spcPts val="0"/>
              </a:spcBef>
              <a:spcAft>
                <a:spcPts val="0"/>
              </a:spcAft>
              <a:buNone/>
            </a:pPr>
            <a:r>
              <a:rPr lang="en" sz="1600"/>
              <a:t>                        nuestro directorio</a:t>
            </a:r>
            <a:endParaRPr sz="1600"/>
          </a:p>
          <a:p>
            <a:pPr marL="0" lvl="0" indent="0" algn="l" rtl="0">
              <a:spcBef>
                <a:spcPts val="0"/>
              </a:spcBef>
              <a:spcAft>
                <a:spcPts val="0"/>
              </a:spcAft>
              <a:buNone/>
            </a:pPr>
            <a:endParaRPr sz="2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51"/>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Importar datos en R: </a:t>
            </a:r>
            <a:r>
              <a:rPr lang="en" sz="3000">
                <a:solidFill>
                  <a:schemeClr val="lt2"/>
                </a:solidFill>
              </a:rPr>
              <a:t>Working directory</a:t>
            </a:r>
            <a:endParaRPr sz="3000">
              <a:solidFill>
                <a:schemeClr val="lt2"/>
              </a:solidFill>
            </a:endParaRPr>
          </a:p>
        </p:txBody>
      </p:sp>
      <p:pic>
        <p:nvPicPr>
          <p:cNvPr id="824" name="Google Shape;824;p51"/>
          <p:cNvPicPr preferRelativeResize="0"/>
          <p:nvPr/>
        </p:nvPicPr>
        <p:blipFill>
          <a:blip r:embed="rId3">
            <a:alphaModFix/>
          </a:blip>
          <a:stretch>
            <a:fillRect/>
          </a:stretch>
        </p:blipFill>
        <p:spPr>
          <a:xfrm>
            <a:off x="449463" y="936475"/>
            <a:ext cx="7878724" cy="3609250"/>
          </a:xfrm>
          <a:prstGeom prst="rect">
            <a:avLst/>
          </a:prstGeom>
          <a:noFill/>
          <a:ln>
            <a:noFill/>
          </a:ln>
        </p:spPr>
      </p:pic>
      <p:sp>
        <p:nvSpPr>
          <p:cNvPr id="825" name="Google Shape;825;p51"/>
          <p:cNvSpPr txBox="1"/>
          <p:nvPr/>
        </p:nvSpPr>
        <p:spPr>
          <a:xfrm>
            <a:off x="4465350" y="3457575"/>
            <a:ext cx="4432800" cy="1435200"/>
          </a:xfrm>
          <a:prstGeom prst="rect">
            <a:avLst/>
          </a:prstGeom>
          <a:solidFill>
            <a:srgbClr val="F9F9F9"/>
          </a:solid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b="1">
                <a:solidFill>
                  <a:srgbClr val="295D82"/>
                </a:solidFill>
                <a:latin typeface="Poppins"/>
                <a:ea typeface="Poppins"/>
                <a:cs typeface="Poppins"/>
                <a:sym typeface="Poppins"/>
              </a:rPr>
              <a:t>PRO TIP</a:t>
            </a:r>
            <a:r>
              <a:rPr lang="en" sz="1000" b="1">
                <a:solidFill>
                  <a:srgbClr val="295D82"/>
                </a:solidFill>
                <a:latin typeface="Poppins"/>
                <a:ea typeface="Poppins"/>
                <a:cs typeface="Poppins"/>
                <a:sym typeface="Poppins"/>
              </a:rPr>
              <a:t>: </a:t>
            </a:r>
            <a:endParaRPr sz="1000" b="1">
              <a:solidFill>
                <a:srgbClr val="295D82"/>
              </a:solidFill>
              <a:latin typeface="Poppins"/>
              <a:ea typeface="Poppins"/>
              <a:cs typeface="Poppins"/>
              <a:sym typeface="Poppins"/>
            </a:endParaRPr>
          </a:p>
          <a:p>
            <a:pPr marL="0" lvl="0" indent="0" algn="just" rtl="0">
              <a:spcBef>
                <a:spcPts val="0"/>
              </a:spcBef>
              <a:spcAft>
                <a:spcPts val="0"/>
              </a:spcAft>
              <a:buNone/>
            </a:pPr>
            <a:r>
              <a:rPr lang="en" sz="1000" b="1">
                <a:solidFill>
                  <a:srgbClr val="295D82"/>
                </a:solidFill>
                <a:latin typeface="Poppins"/>
                <a:ea typeface="Poppins"/>
                <a:cs typeface="Poppins"/>
                <a:sym typeface="Poppins"/>
              </a:rPr>
              <a:t>Para especificar una ruta de nuestra computadora a la que queremos acceder, podemos tomarla directamente desde nuestra computadora en el Explorador de Archivos cambiando los </a:t>
            </a:r>
            <a:r>
              <a:rPr lang="en" sz="1000" b="1" i="1">
                <a:solidFill>
                  <a:srgbClr val="295D82"/>
                </a:solidFill>
                <a:latin typeface="Poppins"/>
                <a:ea typeface="Poppins"/>
                <a:cs typeface="Poppins"/>
                <a:sym typeface="Poppins"/>
              </a:rPr>
              <a:t>backslash </a:t>
            </a:r>
            <a:r>
              <a:rPr lang="en" sz="1000" b="1">
                <a:solidFill>
                  <a:schemeClr val="lt2"/>
                </a:solidFill>
                <a:latin typeface="Poppins"/>
                <a:ea typeface="Poppins"/>
                <a:cs typeface="Poppins"/>
                <a:sym typeface="Poppins"/>
              </a:rPr>
              <a:t>\</a:t>
            </a:r>
            <a:r>
              <a:rPr lang="en" sz="1000" b="1">
                <a:solidFill>
                  <a:srgbClr val="295D82"/>
                </a:solidFill>
                <a:latin typeface="Poppins"/>
                <a:ea typeface="Poppins"/>
                <a:cs typeface="Poppins"/>
                <a:sym typeface="Poppins"/>
              </a:rPr>
              <a:t> por </a:t>
            </a:r>
            <a:r>
              <a:rPr lang="en" sz="1000" b="1" i="1">
                <a:solidFill>
                  <a:srgbClr val="295D82"/>
                </a:solidFill>
                <a:latin typeface="Poppins"/>
                <a:ea typeface="Poppins"/>
                <a:cs typeface="Poppins"/>
                <a:sym typeface="Poppins"/>
              </a:rPr>
              <a:t>forward slash</a:t>
            </a:r>
            <a:r>
              <a:rPr lang="en" sz="1000" b="1">
                <a:solidFill>
                  <a:srgbClr val="295D82"/>
                </a:solidFill>
                <a:latin typeface="Poppins"/>
                <a:ea typeface="Poppins"/>
                <a:cs typeface="Poppins"/>
                <a:sym typeface="Poppins"/>
              </a:rPr>
              <a:t> </a:t>
            </a:r>
            <a:r>
              <a:rPr lang="en" sz="1000" b="1">
                <a:solidFill>
                  <a:schemeClr val="lt2"/>
                </a:solidFill>
                <a:latin typeface="Poppins"/>
                <a:ea typeface="Poppins"/>
                <a:cs typeface="Poppins"/>
                <a:sym typeface="Poppins"/>
              </a:rPr>
              <a:t>/</a:t>
            </a:r>
            <a:r>
              <a:rPr lang="en" sz="1000" b="1">
                <a:solidFill>
                  <a:srgbClr val="295D82"/>
                </a:solidFill>
                <a:latin typeface="Poppins"/>
                <a:ea typeface="Poppins"/>
                <a:cs typeface="Poppins"/>
                <a:sym typeface="Poppins"/>
              </a:rPr>
              <a:t>. Es importante especificar esta ruta entre comillas para funciones como setwd() o funciones para importar archivos</a:t>
            </a:r>
            <a:endParaRPr sz="1000" b="1">
              <a:solidFill>
                <a:srgbClr val="295D82"/>
              </a:solidFill>
              <a:latin typeface="Poppins"/>
              <a:ea typeface="Poppins"/>
              <a:cs typeface="Poppins"/>
              <a:sym typeface="Poppins"/>
            </a:endParaRPr>
          </a:p>
        </p:txBody>
      </p:sp>
      <p:pic>
        <p:nvPicPr>
          <p:cNvPr id="826" name="Google Shape;826;p51"/>
          <p:cNvPicPr preferRelativeResize="0"/>
          <p:nvPr/>
        </p:nvPicPr>
        <p:blipFill>
          <a:blip r:embed="rId4">
            <a:alphaModFix/>
          </a:blip>
          <a:stretch>
            <a:fillRect/>
          </a:stretch>
        </p:blipFill>
        <p:spPr>
          <a:xfrm>
            <a:off x="1627333" y="3457575"/>
            <a:ext cx="2551466" cy="1435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52"/>
          <p:cNvSpPr txBox="1">
            <a:spLocks noGrp="1"/>
          </p:cNvSpPr>
          <p:nvPr>
            <p:ph type="title"/>
          </p:nvPr>
        </p:nvSpPr>
        <p:spPr>
          <a:xfrm>
            <a:off x="158150" y="129450"/>
            <a:ext cx="88866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Importar datos en R: </a:t>
            </a:r>
            <a:r>
              <a:rPr lang="en" sz="3000">
                <a:solidFill>
                  <a:schemeClr val="lt2"/>
                </a:solidFill>
              </a:rPr>
              <a:t>Funciones principales</a:t>
            </a:r>
            <a:endParaRPr sz="3000">
              <a:solidFill>
                <a:schemeClr val="lt2"/>
              </a:solidFill>
            </a:endParaRPr>
          </a:p>
        </p:txBody>
      </p:sp>
      <p:sp>
        <p:nvSpPr>
          <p:cNvPr id="832" name="Google Shape;832;p52"/>
          <p:cNvSpPr txBox="1">
            <a:spLocks noGrp="1"/>
          </p:cNvSpPr>
          <p:nvPr>
            <p:ph type="title"/>
          </p:nvPr>
        </p:nvSpPr>
        <p:spPr>
          <a:xfrm>
            <a:off x="444450" y="1066525"/>
            <a:ext cx="8255100" cy="3288600"/>
          </a:xfrm>
          <a:prstGeom prst="rect">
            <a:avLst/>
          </a:prstGeom>
          <a:solidFill>
            <a:srgbClr val="002553"/>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700">
                <a:solidFill>
                  <a:schemeClr val="lt2"/>
                </a:solidFill>
              </a:rPr>
              <a:t>R nos permite importar archivos de múltiples formatos, pero los más comunes corresponden a libros de Excel (.xlsx, .xls), Archivos de valores separados (.csv) e inclusive archivos de texto (.txt). </a:t>
            </a:r>
            <a:endParaRPr sz="1700">
              <a:solidFill>
                <a:schemeClr val="lt2"/>
              </a:solidFill>
            </a:endParaRPr>
          </a:p>
          <a:p>
            <a:pPr marL="0" lvl="0" indent="0" algn="l" rtl="0">
              <a:spcBef>
                <a:spcPts val="0"/>
              </a:spcBef>
              <a:spcAft>
                <a:spcPts val="0"/>
              </a:spcAft>
              <a:buNone/>
            </a:pPr>
            <a:endParaRPr sz="1800">
              <a:solidFill>
                <a:schemeClr val="lt2"/>
              </a:solidFill>
            </a:endParaRPr>
          </a:p>
          <a:p>
            <a:pPr marL="0" lvl="0" indent="0" algn="l" rtl="0">
              <a:spcBef>
                <a:spcPts val="0"/>
              </a:spcBef>
              <a:spcAft>
                <a:spcPts val="0"/>
              </a:spcAft>
              <a:buNone/>
            </a:pPr>
            <a:r>
              <a:rPr lang="en" sz="1500" b="0"/>
              <a:t>Para importar cada uno de estos tipos de archivos, existe una función específica dependiendo de su formato. </a:t>
            </a:r>
            <a:endParaRPr sz="1500" b="0"/>
          </a:p>
          <a:p>
            <a:pPr marL="0" lvl="0" indent="0" algn="l" rtl="0">
              <a:spcBef>
                <a:spcPts val="0"/>
              </a:spcBef>
              <a:spcAft>
                <a:spcPts val="0"/>
              </a:spcAft>
              <a:buNone/>
            </a:pPr>
            <a:endParaRPr sz="1500" b="0"/>
          </a:p>
          <a:p>
            <a:pPr marL="0" lvl="0" indent="0" algn="l" rtl="0">
              <a:spcBef>
                <a:spcPts val="0"/>
              </a:spcBef>
              <a:spcAft>
                <a:spcPts val="0"/>
              </a:spcAft>
              <a:buNone/>
            </a:pPr>
            <a:r>
              <a:rPr lang="en" sz="1500">
                <a:solidFill>
                  <a:schemeClr val="lt2"/>
                </a:solidFill>
              </a:rPr>
              <a:t>readxl::read_excel() </a:t>
            </a:r>
            <a:r>
              <a:rPr lang="en" sz="1500" b="0"/>
              <a:t>Lee archivos de terminal .xls y .xlsx </a:t>
            </a:r>
            <a:endParaRPr sz="1500" b="0"/>
          </a:p>
          <a:p>
            <a:pPr marL="0" lvl="0" indent="0" algn="l" rtl="0">
              <a:spcBef>
                <a:spcPts val="0"/>
              </a:spcBef>
              <a:spcAft>
                <a:spcPts val="0"/>
              </a:spcAft>
              <a:buNone/>
            </a:pPr>
            <a:endParaRPr sz="1500">
              <a:solidFill>
                <a:schemeClr val="lt2"/>
              </a:solidFill>
            </a:endParaRPr>
          </a:p>
          <a:p>
            <a:pPr marL="0" lvl="0" indent="0" algn="l" rtl="0">
              <a:spcBef>
                <a:spcPts val="0"/>
              </a:spcBef>
              <a:spcAft>
                <a:spcPts val="0"/>
              </a:spcAft>
              <a:buNone/>
            </a:pPr>
            <a:r>
              <a:rPr lang="en" sz="1500">
                <a:solidFill>
                  <a:schemeClr val="lt2"/>
                </a:solidFill>
              </a:rPr>
              <a:t>utils::read.csv()</a:t>
            </a:r>
            <a:r>
              <a:rPr lang="en" sz="1500" b="0"/>
              <a:t> Lee archivos de terminal .csv</a:t>
            </a:r>
            <a:endParaRPr sz="1500" b="0"/>
          </a:p>
          <a:p>
            <a:pPr marL="0" lvl="0" indent="0" algn="l" rtl="0">
              <a:spcBef>
                <a:spcPts val="0"/>
              </a:spcBef>
              <a:spcAft>
                <a:spcPts val="0"/>
              </a:spcAft>
              <a:buNone/>
            </a:pPr>
            <a:endParaRPr sz="1500" b="0"/>
          </a:p>
          <a:p>
            <a:pPr marL="0" lvl="0" indent="0" algn="l" rtl="0">
              <a:spcBef>
                <a:spcPts val="0"/>
              </a:spcBef>
              <a:spcAft>
                <a:spcPts val="0"/>
              </a:spcAft>
              <a:buNone/>
            </a:pPr>
            <a:r>
              <a:rPr lang="en" sz="1500">
                <a:solidFill>
                  <a:schemeClr val="lt2"/>
                </a:solidFill>
              </a:rPr>
              <a:t>data.table::fread()</a:t>
            </a:r>
            <a:r>
              <a:rPr lang="en" sz="1500" b="0"/>
              <a:t> Lee archivos de valores separados (.csv) </a:t>
            </a:r>
            <a:endParaRPr sz="1600"/>
          </a:p>
          <a:p>
            <a:pPr marL="457200" lvl="0" indent="0" algn="l" rtl="0">
              <a:spcBef>
                <a:spcPts val="0"/>
              </a:spcBef>
              <a:spcAft>
                <a:spcPts val="0"/>
              </a:spcAft>
              <a:buNone/>
            </a:pP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53"/>
          <p:cNvSpPr txBox="1">
            <a:spLocks noGrp="1"/>
          </p:cNvSpPr>
          <p:nvPr>
            <p:ph type="title"/>
          </p:nvPr>
        </p:nvSpPr>
        <p:spPr>
          <a:xfrm>
            <a:off x="158150" y="129450"/>
            <a:ext cx="8255100" cy="7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Importar datos en R: </a:t>
            </a:r>
            <a:r>
              <a:rPr lang="en" sz="3000">
                <a:solidFill>
                  <a:schemeClr val="lt2"/>
                </a:solidFill>
              </a:rPr>
              <a:t>Import button</a:t>
            </a:r>
            <a:endParaRPr sz="3000">
              <a:solidFill>
                <a:schemeClr val="lt2"/>
              </a:solidFill>
            </a:endParaRPr>
          </a:p>
        </p:txBody>
      </p:sp>
      <p:pic>
        <p:nvPicPr>
          <p:cNvPr id="838" name="Google Shape;838;p53"/>
          <p:cNvPicPr preferRelativeResize="0"/>
          <p:nvPr/>
        </p:nvPicPr>
        <p:blipFill>
          <a:blip r:embed="rId3">
            <a:alphaModFix/>
          </a:blip>
          <a:stretch>
            <a:fillRect/>
          </a:stretch>
        </p:blipFill>
        <p:spPr>
          <a:xfrm>
            <a:off x="431825" y="1721200"/>
            <a:ext cx="7707749" cy="2367750"/>
          </a:xfrm>
          <a:prstGeom prst="rect">
            <a:avLst/>
          </a:prstGeom>
          <a:noFill/>
          <a:ln>
            <a:noFill/>
          </a:ln>
        </p:spPr>
      </p:pic>
      <p:sp>
        <p:nvSpPr>
          <p:cNvPr id="839" name="Google Shape;839;p53"/>
          <p:cNvSpPr txBox="1"/>
          <p:nvPr/>
        </p:nvSpPr>
        <p:spPr>
          <a:xfrm>
            <a:off x="2198075" y="937100"/>
            <a:ext cx="6578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Poppins"/>
                <a:ea typeface="Poppins"/>
                <a:cs typeface="Poppins"/>
                <a:sym typeface="Poppins"/>
              </a:rPr>
              <a:t>Es una manera más sencilla que ofrece la interfaz gráfica RStudio, que ejecuta el comando para importar un dataset.</a:t>
            </a:r>
            <a:endParaRPr sz="1500" b="1">
              <a:solidFill>
                <a:schemeClr val="dk1"/>
              </a:solidFill>
              <a:latin typeface="Poppins"/>
              <a:ea typeface="Poppins"/>
              <a:cs typeface="Poppins"/>
              <a:sym typeface="Poppins"/>
            </a:endParaRPr>
          </a:p>
        </p:txBody>
      </p:sp>
      <p:sp>
        <p:nvSpPr>
          <p:cNvPr id="840" name="Google Shape;840;p53"/>
          <p:cNvSpPr txBox="1"/>
          <p:nvPr/>
        </p:nvSpPr>
        <p:spPr>
          <a:xfrm>
            <a:off x="4465350" y="3457575"/>
            <a:ext cx="4432800" cy="1435200"/>
          </a:xfrm>
          <a:prstGeom prst="rect">
            <a:avLst/>
          </a:prstGeom>
          <a:solidFill>
            <a:srgbClr val="F9F9F9"/>
          </a:solid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200" b="1">
                <a:solidFill>
                  <a:srgbClr val="295D82"/>
                </a:solidFill>
                <a:latin typeface="Poppins"/>
                <a:ea typeface="Poppins"/>
                <a:cs typeface="Poppins"/>
                <a:sym typeface="Poppins"/>
              </a:rPr>
              <a:t>Pero… No guarda directamente la ruta o el comando en nuestro script, solo ejecuta el importe de nuestros datos. </a:t>
            </a:r>
            <a:endParaRPr sz="1200" b="1">
              <a:solidFill>
                <a:srgbClr val="295D82"/>
              </a:solidFill>
              <a:latin typeface="Poppins"/>
              <a:ea typeface="Poppins"/>
              <a:cs typeface="Poppins"/>
              <a:sym typeface="Poppins"/>
            </a:endParaRPr>
          </a:p>
          <a:p>
            <a:pPr marL="0" lvl="0" indent="0" algn="just" rtl="0">
              <a:spcBef>
                <a:spcPts val="0"/>
              </a:spcBef>
              <a:spcAft>
                <a:spcPts val="0"/>
              </a:spcAft>
              <a:buNone/>
            </a:pPr>
            <a:endParaRPr sz="1200" b="1">
              <a:solidFill>
                <a:srgbClr val="295D82"/>
              </a:solidFill>
              <a:latin typeface="Poppins"/>
              <a:ea typeface="Poppins"/>
              <a:cs typeface="Poppins"/>
              <a:sym typeface="Poppins"/>
            </a:endParaRPr>
          </a:p>
          <a:p>
            <a:pPr marL="0" lvl="0" indent="0" algn="just" rtl="0">
              <a:spcBef>
                <a:spcPts val="0"/>
              </a:spcBef>
              <a:spcAft>
                <a:spcPts val="0"/>
              </a:spcAft>
              <a:buNone/>
            </a:pPr>
            <a:r>
              <a:rPr lang="en" sz="1200" b="1">
                <a:solidFill>
                  <a:srgbClr val="295D82"/>
                </a:solidFill>
                <a:latin typeface="Poppins"/>
                <a:ea typeface="Poppins"/>
                <a:cs typeface="Poppins"/>
                <a:sym typeface="Poppins"/>
              </a:rPr>
              <a:t>Recomendamos emplear funciones directamente, dejando . Eso nos permite que nuestros scripts sean replicables.</a:t>
            </a:r>
            <a:r>
              <a:rPr lang="en" b="1">
                <a:solidFill>
                  <a:srgbClr val="295D82"/>
                </a:solidFill>
                <a:latin typeface="Poppins"/>
                <a:ea typeface="Poppins"/>
                <a:cs typeface="Poppins"/>
                <a:sym typeface="Poppins"/>
              </a:rPr>
              <a:t> </a:t>
            </a:r>
            <a:endParaRPr sz="1000" b="1">
              <a:solidFill>
                <a:srgbClr val="295D82"/>
              </a:solidFill>
              <a:latin typeface="Poppins"/>
              <a:ea typeface="Poppins"/>
              <a:cs typeface="Poppins"/>
              <a:sym typeface="Poppins"/>
            </a:endParaRPr>
          </a:p>
        </p:txBody>
      </p:sp>
      <p:sp>
        <p:nvSpPr>
          <p:cNvPr id="841" name="Google Shape;841;p53"/>
          <p:cNvSpPr/>
          <p:nvPr/>
        </p:nvSpPr>
        <p:spPr>
          <a:xfrm>
            <a:off x="1375825" y="2084100"/>
            <a:ext cx="1648500" cy="476400"/>
          </a:xfrm>
          <a:prstGeom prst="rect">
            <a:avLst/>
          </a:prstGeom>
          <a:no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Statistical Methods in Public Health - Master of Science in Biostatistics by Slidesgo">
  <a:themeElements>
    <a:clrScheme name="Simple Light">
      <a:dk1>
        <a:srgbClr val="FFFFFF"/>
      </a:dk1>
      <a:lt1>
        <a:srgbClr val="295D82"/>
      </a:lt1>
      <a:dk2>
        <a:srgbClr val="0A244F"/>
      </a:dk2>
      <a:lt2>
        <a:srgbClr val="00DFD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1417</Words>
  <Application>Microsoft Office PowerPoint</Application>
  <PresentationFormat>Presentación en pantalla (16:9)</PresentationFormat>
  <Paragraphs>220</Paragraphs>
  <Slides>23</Slides>
  <Notes>23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Nunito Light</vt:lpstr>
      <vt:lpstr>Poppins</vt:lpstr>
      <vt:lpstr>Poppins Light</vt:lpstr>
      <vt:lpstr>Statistical Methods in Public Health - Master of Science in Biostatistics by Slidesgo</vt:lpstr>
      <vt:lpstr>Presentación de PowerPoint</vt:lpstr>
      <vt:lpstr>Data Visualization</vt:lpstr>
      <vt:lpstr>Principles of data visualization</vt:lpstr>
      <vt:lpstr>The Anscobe quartet</vt:lpstr>
      <vt:lpstr>The Anscobe quartet</vt:lpstr>
      <vt:lpstr>The right viz for the right message</vt:lpstr>
      <vt:lpstr>Presentación de PowerPoint</vt:lpstr>
      <vt:lpstr>Presentación de PowerPoint</vt:lpstr>
      <vt:lpstr>Data visualization in R: ggplot2</vt:lpstr>
      <vt:lpstr>Graph syntax : ggplot2</vt:lpstr>
      <vt:lpstr>The basics - ggplot</vt:lpstr>
      <vt:lpstr>Types of basic geometrical objects - ggplot</vt:lpstr>
      <vt:lpstr>Aesthetic Mappings</vt:lpstr>
      <vt:lpstr>Labels and text on plots - ggplot</vt:lpstr>
      <vt:lpstr>Plot themes- ggplot</vt:lpstr>
      <vt:lpstr>Now let’s practice</vt:lpstr>
      <vt:lpstr>BREAK TIME</vt:lpstr>
      <vt:lpstr>PARTE II </vt:lpstr>
      <vt:lpstr>Importar datos en R</vt:lpstr>
      <vt:lpstr>Importar datos en R: Working directory</vt:lpstr>
      <vt:lpstr>Importar datos en R: Working directory</vt:lpstr>
      <vt:lpstr>Importar datos en R: Funciones principales</vt:lpstr>
      <vt:lpstr>Importar datos en R: Import button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Giorgio Cunto Morales</cp:lastModifiedBy>
  <cp:revision>5</cp:revision>
  <dcterms:modified xsi:type="dcterms:W3CDTF">2025-11-10T11:12:23Z</dcterms:modified>
</cp:coreProperties>
</file>