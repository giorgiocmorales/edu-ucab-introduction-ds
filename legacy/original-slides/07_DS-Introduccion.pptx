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5143500" cx="9144000"/>
  <p:notesSz cx="6858000" cy="9144000"/>
  <p:embeddedFontLst>
    <p:embeddedFont>
      <p:font typeface="Poppi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Poppins-bold.fntdata"/><Relationship Id="rId12" Type="http://schemas.openxmlformats.org/officeDocument/2006/relationships/slide" Target="slides/slide8.xml"/><Relationship Id="rId34" Type="http://schemas.openxmlformats.org/officeDocument/2006/relationships/font" Target="fonts/Poppins-regular.fntdata"/><Relationship Id="rId15" Type="http://schemas.openxmlformats.org/officeDocument/2006/relationships/slide" Target="slides/slide11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10.xml"/><Relationship Id="rId36" Type="http://schemas.openxmlformats.org/officeDocument/2006/relationships/font" Target="fonts/Poppins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5a9264b4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5a9264b4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85b85003be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85b85003be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0994b5bf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0994b5bf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0994b5bf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0994b5bf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0994b5bfa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0994b5bf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0994b5bfa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0994b5bfa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0994b5bfa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0994b5bfa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0994b5bfa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0994b5bfa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0994b5bfa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0994b5bfa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0994b5bfa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0994b5bfa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0994b5bfa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0994b5bfa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0994b5bfa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0994b5bfa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0994b5bfa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0994b5bfa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0994b5bfa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0994b5bfa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0994b5bfa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0994b5bfa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0994b5bfa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0994b5bfa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0994b5bfab_0_1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0994b5bfab_0_1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0994b5bfab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0994b5bfab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0ae5318e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0ae5318e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86d1bb42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e86d1bb42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0994b5bfab_0_2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0994b5bfab_0_2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0994b5bfab_0_2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0994b5bfab_0_2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0994b5bfab_0_2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0994b5bfab_0_2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0994b5bfab_0_2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0994b5bfab_0_2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0994b5bfab_0_2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0994b5bfab_0_2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0994b5bfab_0_2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0994b5bfab_0_2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0994b5bfab_0_2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0994b5bfab_0_2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0994b5bfab_0_2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0994b5bfab_0_2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0ae5318ebb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g30ae5318ebb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846900" y="1098283"/>
            <a:ext cx="7584000" cy="22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46900" y="3728338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-747801" y="-707126"/>
            <a:ext cx="10297750" cy="6227885"/>
            <a:chOff x="-747801" y="-707126"/>
            <a:chExt cx="10297750" cy="6227885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747801" y="-707126"/>
              <a:ext cx="2577275" cy="1833510"/>
              <a:chOff x="781874" y="1294774"/>
              <a:chExt cx="2577275" cy="1833510"/>
            </a:xfrm>
          </p:grpSpPr>
          <p:sp>
            <p:nvSpPr>
              <p:cNvPr id="14" name="Google Shape;14;p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6972674" y="3687249"/>
              <a:ext cx="2577275" cy="1833510"/>
              <a:chOff x="781874" y="1294774"/>
              <a:chExt cx="2577275" cy="1833510"/>
            </a:xfrm>
          </p:grpSpPr>
          <p:sp>
            <p:nvSpPr>
              <p:cNvPr id="25" name="Google Shape;25;p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/>
          <p:nvPr>
            <p:ph type="title"/>
          </p:nvPr>
        </p:nvSpPr>
        <p:spPr>
          <a:xfrm>
            <a:off x="713225" y="2344050"/>
            <a:ext cx="5067600" cy="92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3"/>
          <p:cNvSpPr txBox="1"/>
          <p:nvPr>
            <p:ph hasCustomPrompt="1" idx="2" type="title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3"/>
          <p:cNvSpPr txBox="1"/>
          <p:nvPr>
            <p:ph idx="1" type="subTitle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" name="Google Shape;40;p3"/>
          <p:cNvGrpSpPr/>
          <p:nvPr/>
        </p:nvGrpSpPr>
        <p:grpSpPr>
          <a:xfrm>
            <a:off x="6172199" y="136174"/>
            <a:ext cx="2791650" cy="4892530"/>
            <a:chOff x="6172199" y="136174"/>
            <a:chExt cx="2791650" cy="4892530"/>
          </a:xfrm>
        </p:grpSpPr>
        <p:grpSp>
          <p:nvGrpSpPr>
            <p:cNvPr id="41" name="Google Shape;41;p3"/>
            <p:cNvGrpSpPr/>
            <p:nvPr/>
          </p:nvGrpSpPr>
          <p:grpSpPr>
            <a:xfrm>
              <a:off x="6292024" y="136174"/>
              <a:ext cx="2577275" cy="1833510"/>
              <a:chOff x="781874" y="1294774"/>
              <a:chExt cx="2577275" cy="1833510"/>
            </a:xfrm>
          </p:grpSpPr>
          <p:sp>
            <p:nvSpPr>
              <p:cNvPr id="42" name="Google Shape;42;p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8027339" y="2095605"/>
              <a:ext cx="936510" cy="688006"/>
              <a:chOff x="3235964" y="2587955"/>
              <a:chExt cx="936510" cy="688006"/>
            </a:xfrm>
          </p:grpSpPr>
          <p:sp>
            <p:nvSpPr>
              <p:cNvPr id="53" name="Google Shape;53;p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" name="Google Shape;55;p3"/>
            <p:cNvGrpSpPr/>
            <p:nvPr/>
          </p:nvGrpSpPr>
          <p:grpSpPr>
            <a:xfrm>
              <a:off x="8027628" y="3199534"/>
              <a:ext cx="935946" cy="1829159"/>
              <a:chOff x="4738303" y="2514672"/>
              <a:chExt cx="935946" cy="1829159"/>
            </a:xfrm>
          </p:grpSpPr>
          <p:sp>
            <p:nvSpPr>
              <p:cNvPr id="56" name="Google Shape;56;p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p3"/>
            <p:cNvGrpSpPr/>
            <p:nvPr/>
          </p:nvGrpSpPr>
          <p:grpSpPr>
            <a:xfrm>
              <a:off x="6172199" y="4113949"/>
              <a:ext cx="1345775" cy="914755"/>
              <a:chOff x="2264799" y="3654374"/>
              <a:chExt cx="1345775" cy="914755"/>
            </a:xfrm>
          </p:grpSpPr>
          <p:sp>
            <p:nvSpPr>
              <p:cNvPr id="63" name="Google Shape;63;p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9" name="Google Shape;6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0" name="Google Shape;70;p4"/>
          <p:cNvGrpSpPr/>
          <p:nvPr/>
        </p:nvGrpSpPr>
        <p:grpSpPr>
          <a:xfrm>
            <a:off x="6899599" y="2745080"/>
            <a:ext cx="2577275" cy="2677354"/>
            <a:chOff x="6899599" y="2745080"/>
            <a:chExt cx="2577275" cy="2677354"/>
          </a:xfrm>
        </p:grpSpPr>
        <p:grpSp>
          <p:nvGrpSpPr>
            <p:cNvPr id="71" name="Google Shape;71;p4"/>
            <p:cNvGrpSpPr/>
            <p:nvPr/>
          </p:nvGrpSpPr>
          <p:grpSpPr>
            <a:xfrm>
              <a:off x="6899599" y="3588924"/>
              <a:ext cx="2577275" cy="1833510"/>
              <a:chOff x="781874" y="1294774"/>
              <a:chExt cx="2577275" cy="1833510"/>
            </a:xfrm>
          </p:grpSpPr>
          <p:sp>
            <p:nvSpPr>
              <p:cNvPr id="72" name="Google Shape;72;p4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>
              <a:off x="7887114" y="2745080"/>
              <a:ext cx="936510" cy="688006"/>
              <a:chOff x="3235964" y="2587955"/>
              <a:chExt cx="936510" cy="688006"/>
            </a:xfrm>
          </p:grpSpPr>
          <p:sp>
            <p:nvSpPr>
              <p:cNvPr id="83" name="Google Shape;83;p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1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idx="1" type="subTitle"/>
          </p:nvPr>
        </p:nvSpPr>
        <p:spPr>
          <a:xfrm>
            <a:off x="5055284" y="36952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" name="Google Shape;87;p5"/>
          <p:cNvSpPr txBox="1"/>
          <p:nvPr>
            <p:ph idx="2" type="subTitle"/>
          </p:nvPr>
        </p:nvSpPr>
        <p:spPr>
          <a:xfrm>
            <a:off x="1583300" y="36952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8" name="Google Shape;88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9" name="Google Shape;89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90" name="Google Shape;9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1" name="Google Shape;91;p5"/>
          <p:cNvGrpSpPr/>
          <p:nvPr/>
        </p:nvGrpSpPr>
        <p:grpSpPr>
          <a:xfrm>
            <a:off x="117324" y="1944274"/>
            <a:ext cx="9242625" cy="3033405"/>
            <a:chOff x="117324" y="1944274"/>
            <a:chExt cx="9242625" cy="3033405"/>
          </a:xfrm>
        </p:grpSpPr>
        <p:grpSp>
          <p:nvGrpSpPr>
            <p:cNvPr id="92" name="Google Shape;92;p5"/>
            <p:cNvGrpSpPr/>
            <p:nvPr/>
          </p:nvGrpSpPr>
          <p:grpSpPr>
            <a:xfrm>
              <a:off x="8424003" y="1944274"/>
              <a:ext cx="935946" cy="1833882"/>
              <a:chOff x="4738303" y="2509949"/>
              <a:chExt cx="935946" cy="1833882"/>
            </a:xfrm>
          </p:grpSpPr>
          <p:sp>
            <p:nvSpPr>
              <p:cNvPr id="93" name="Google Shape;93;p5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5"/>
            <p:cNvGrpSpPr/>
            <p:nvPr/>
          </p:nvGrpSpPr>
          <p:grpSpPr>
            <a:xfrm>
              <a:off x="117324" y="4062924"/>
              <a:ext cx="1345775" cy="914755"/>
              <a:chOff x="2264799" y="3654374"/>
              <a:chExt cx="1345775" cy="914755"/>
            </a:xfrm>
          </p:grpSpPr>
          <p:sp>
            <p:nvSpPr>
              <p:cNvPr id="100" name="Google Shape;100;p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6" name="Google Shape;106;p6"/>
          <p:cNvGrpSpPr/>
          <p:nvPr/>
        </p:nvGrpSpPr>
        <p:grpSpPr>
          <a:xfrm>
            <a:off x="7481624" y="4031499"/>
            <a:ext cx="1345775" cy="914755"/>
            <a:chOff x="2264799" y="3654374"/>
            <a:chExt cx="1345775" cy="914755"/>
          </a:xfrm>
        </p:grpSpPr>
        <p:sp>
          <p:nvSpPr>
            <p:cNvPr id="107" name="Google Shape;107;p6"/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>
                <a:alpha val="15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>
                <a:alpha val="25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FFFFFF">
                <a:alpha val="582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720000" y="445025"/>
            <a:ext cx="4294800" cy="15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3" name="Google Shape;113;p7"/>
          <p:cNvSpPr txBox="1"/>
          <p:nvPr>
            <p:ph idx="1" type="subTitle"/>
          </p:nvPr>
        </p:nvSpPr>
        <p:spPr>
          <a:xfrm>
            <a:off x="720000" y="20009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17" name="Google Shape;117;p8"/>
          <p:cNvGrpSpPr/>
          <p:nvPr/>
        </p:nvGrpSpPr>
        <p:grpSpPr>
          <a:xfrm>
            <a:off x="-684701" y="-255601"/>
            <a:ext cx="9583450" cy="5227957"/>
            <a:chOff x="-684701" y="-255601"/>
            <a:chExt cx="9583450" cy="5227957"/>
          </a:xfrm>
        </p:grpSpPr>
        <p:grpSp>
          <p:nvGrpSpPr>
            <p:cNvPr id="118" name="Google Shape;118;p8"/>
            <p:cNvGrpSpPr/>
            <p:nvPr/>
          </p:nvGrpSpPr>
          <p:grpSpPr>
            <a:xfrm>
              <a:off x="-684701" y="-255601"/>
              <a:ext cx="2577275" cy="1833510"/>
              <a:chOff x="781874" y="1294774"/>
              <a:chExt cx="2577275" cy="1833510"/>
            </a:xfrm>
          </p:grpSpPr>
          <p:sp>
            <p:nvSpPr>
              <p:cNvPr id="119" name="Google Shape;119;p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" name="Google Shape;129;p8"/>
            <p:cNvGrpSpPr/>
            <p:nvPr/>
          </p:nvGrpSpPr>
          <p:grpSpPr>
            <a:xfrm>
              <a:off x="7962803" y="3143197"/>
              <a:ext cx="935946" cy="1829159"/>
              <a:chOff x="4738303" y="2514672"/>
              <a:chExt cx="935946" cy="1829159"/>
            </a:xfrm>
          </p:grpSpPr>
          <p:sp>
            <p:nvSpPr>
              <p:cNvPr id="130" name="Google Shape;130;p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8"/>
            <p:cNvGrpSpPr/>
            <p:nvPr/>
          </p:nvGrpSpPr>
          <p:grpSpPr>
            <a:xfrm>
              <a:off x="6360749" y="4057599"/>
              <a:ext cx="1345775" cy="914755"/>
              <a:chOff x="2264799" y="3654374"/>
              <a:chExt cx="1345775" cy="914755"/>
            </a:xfrm>
          </p:grpSpPr>
          <p:sp>
            <p:nvSpPr>
              <p:cNvPr id="137" name="Google Shape;137;p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4" name="Google Shape;144;p9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9"/>
          <p:cNvGrpSpPr/>
          <p:nvPr/>
        </p:nvGrpSpPr>
        <p:grpSpPr>
          <a:xfrm>
            <a:off x="-244726" y="136174"/>
            <a:ext cx="9143475" cy="4810080"/>
            <a:chOff x="-244726" y="136174"/>
            <a:chExt cx="9143475" cy="4810080"/>
          </a:xfrm>
        </p:grpSpPr>
        <p:grpSp>
          <p:nvGrpSpPr>
            <p:cNvPr id="146" name="Google Shape;146;p9"/>
            <p:cNvGrpSpPr/>
            <p:nvPr/>
          </p:nvGrpSpPr>
          <p:grpSpPr>
            <a:xfrm>
              <a:off x="7962803" y="2451822"/>
              <a:ext cx="935946" cy="1829159"/>
              <a:chOff x="4738303" y="2514672"/>
              <a:chExt cx="935946" cy="1829159"/>
            </a:xfrm>
          </p:grpSpPr>
          <p:sp>
            <p:nvSpPr>
              <p:cNvPr id="147" name="Google Shape;147;p9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9"/>
            <p:cNvGrpSpPr/>
            <p:nvPr/>
          </p:nvGrpSpPr>
          <p:grpSpPr>
            <a:xfrm>
              <a:off x="2135549" y="4031499"/>
              <a:ext cx="1345775" cy="914755"/>
              <a:chOff x="2264799" y="3654374"/>
              <a:chExt cx="1345775" cy="914755"/>
            </a:xfrm>
          </p:grpSpPr>
          <p:sp>
            <p:nvSpPr>
              <p:cNvPr id="154" name="Google Shape;154;p9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p9"/>
            <p:cNvGrpSpPr/>
            <p:nvPr/>
          </p:nvGrpSpPr>
          <p:grpSpPr>
            <a:xfrm>
              <a:off x="-244726" y="136174"/>
              <a:ext cx="2577275" cy="1833510"/>
              <a:chOff x="781874" y="1294774"/>
              <a:chExt cx="2577275" cy="1833510"/>
            </a:xfrm>
          </p:grpSpPr>
          <p:sp>
            <p:nvSpPr>
              <p:cNvPr id="159" name="Google Shape;159;p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/>
          <p:nvPr>
            <p:ph hasCustomPrompt="1" type="title"/>
          </p:nvPr>
        </p:nvSpPr>
        <p:spPr>
          <a:xfrm>
            <a:off x="1284000" y="1215175"/>
            <a:ext cx="6576000" cy="13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5" name="Google Shape;175;p11"/>
          <p:cNvSpPr txBox="1"/>
          <p:nvPr>
            <p:ph idx="1" type="subTitle"/>
          </p:nvPr>
        </p:nvSpPr>
        <p:spPr>
          <a:xfrm>
            <a:off x="1284000" y="2850299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76" name="Google Shape;176;p11"/>
          <p:cNvGrpSpPr/>
          <p:nvPr/>
        </p:nvGrpSpPr>
        <p:grpSpPr>
          <a:xfrm>
            <a:off x="-575414" y="236724"/>
            <a:ext cx="9256137" cy="4578762"/>
            <a:chOff x="-575414" y="236724"/>
            <a:chExt cx="9256137" cy="4578762"/>
          </a:xfrm>
        </p:grpSpPr>
        <p:grpSp>
          <p:nvGrpSpPr>
            <p:cNvPr id="177" name="Google Shape;177;p11"/>
            <p:cNvGrpSpPr/>
            <p:nvPr/>
          </p:nvGrpSpPr>
          <p:grpSpPr>
            <a:xfrm>
              <a:off x="-575414" y="236724"/>
              <a:ext cx="2577275" cy="1833510"/>
              <a:chOff x="781874" y="1294774"/>
              <a:chExt cx="2577275" cy="1833510"/>
            </a:xfrm>
          </p:grpSpPr>
          <p:sp>
            <p:nvSpPr>
              <p:cNvPr id="178" name="Google Shape;178;p1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p11"/>
            <p:cNvGrpSpPr/>
            <p:nvPr/>
          </p:nvGrpSpPr>
          <p:grpSpPr>
            <a:xfrm>
              <a:off x="952289" y="4127480"/>
              <a:ext cx="936510" cy="688006"/>
              <a:chOff x="3235964" y="2587955"/>
              <a:chExt cx="936510" cy="688006"/>
            </a:xfrm>
          </p:grpSpPr>
          <p:sp>
            <p:nvSpPr>
              <p:cNvPr id="189" name="Google Shape;189;p1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p11"/>
            <p:cNvGrpSpPr/>
            <p:nvPr/>
          </p:nvGrpSpPr>
          <p:grpSpPr>
            <a:xfrm>
              <a:off x="7744778" y="2850299"/>
              <a:ext cx="935946" cy="1833882"/>
              <a:chOff x="4738303" y="2509949"/>
              <a:chExt cx="935946" cy="1833882"/>
            </a:xfrm>
          </p:grpSpPr>
          <p:sp>
            <p:nvSpPr>
              <p:cNvPr id="192" name="Google Shape;192;p1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6109324" y="236724"/>
              <a:ext cx="1345775" cy="914755"/>
              <a:chOff x="2264799" y="3654374"/>
              <a:chExt cx="1345775" cy="914755"/>
            </a:xfrm>
          </p:grpSpPr>
          <p:sp>
            <p:nvSpPr>
              <p:cNvPr id="199" name="Google Shape;199;p1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idx="1" type="subTitle"/>
          </p:nvPr>
        </p:nvSpPr>
        <p:spPr>
          <a:xfrm>
            <a:off x="720000" y="2285397"/>
            <a:ext cx="245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idx="2" type="subTitle"/>
          </p:nvPr>
        </p:nvSpPr>
        <p:spPr>
          <a:xfrm>
            <a:off x="3346572" y="2285397"/>
            <a:ext cx="245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3"/>
          <p:cNvSpPr txBox="1"/>
          <p:nvPr>
            <p:ph idx="3" type="subTitle"/>
          </p:nvPr>
        </p:nvSpPr>
        <p:spPr>
          <a:xfrm>
            <a:off x="720000" y="4018575"/>
            <a:ext cx="245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3"/>
          <p:cNvSpPr txBox="1"/>
          <p:nvPr>
            <p:ph idx="4" type="subTitle"/>
          </p:nvPr>
        </p:nvSpPr>
        <p:spPr>
          <a:xfrm>
            <a:off x="3346572" y="4018575"/>
            <a:ext cx="245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3"/>
          <p:cNvSpPr txBox="1"/>
          <p:nvPr>
            <p:ph idx="5" type="subTitle"/>
          </p:nvPr>
        </p:nvSpPr>
        <p:spPr>
          <a:xfrm>
            <a:off x="5973152" y="2285397"/>
            <a:ext cx="245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3"/>
          <p:cNvSpPr txBox="1"/>
          <p:nvPr>
            <p:ph idx="6" type="subTitle"/>
          </p:nvPr>
        </p:nvSpPr>
        <p:spPr>
          <a:xfrm>
            <a:off x="5973152" y="4018575"/>
            <a:ext cx="245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hasCustomPrompt="1" type="title"/>
          </p:nvPr>
        </p:nvSpPr>
        <p:spPr>
          <a:xfrm>
            <a:off x="720000" y="13320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2" name="Google Shape;212;p13"/>
          <p:cNvSpPr txBox="1"/>
          <p:nvPr>
            <p:ph hasCustomPrompt="1" idx="7" type="title"/>
          </p:nvPr>
        </p:nvSpPr>
        <p:spPr>
          <a:xfrm>
            <a:off x="720000" y="3064618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3" name="Google Shape;213;p13"/>
          <p:cNvSpPr txBox="1"/>
          <p:nvPr>
            <p:ph hasCustomPrompt="1" idx="8" type="title"/>
          </p:nvPr>
        </p:nvSpPr>
        <p:spPr>
          <a:xfrm>
            <a:off x="3346572" y="13320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4" name="Google Shape;214;p13"/>
          <p:cNvSpPr txBox="1"/>
          <p:nvPr>
            <p:ph hasCustomPrompt="1" idx="9" type="title"/>
          </p:nvPr>
        </p:nvSpPr>
        <p:spPr>
          <a:xfrm>
            <a:off x="3346572" y="3064618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5" name="Google Shape;215;p13"/>
          <p:cNvSpPr txBox="1"/>
          <p:nvPr>
            <p:ph hasCustomPrompt="1" idx="13" type="title"/>
          </p:nvPr>
        </p:nvSpPr>
        <p:spPr>
          <a:xfrm>
            <a:off x="5973152" y="13320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6" name="Google Shape;216;p13"/>
          <p:cNvSpPr txBox="1"/>
          <p:nvPr>
            <p:ph hasCustomPrompt="1" idx="14" type="title"/>
          </p:nvPr>
        </p:nvSpPr>
        <p:spPr>
          <a:xfrm>
            <a:off x="5973152" y="3064618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7" name="Google Shape;217;p13"/>
          <p:cNvSpPr txBox="1"/>
          <p:nvPr>
            <p:ph idx="15" type="subTitle"/>
          </p:nvPr>
        </p:nvSpPr>
        <p:spPr>
          <a:xfrm>
            <a:off x="720000" y="1877316"/>
            <a:ext cx="24507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8" name="Google Shape;218;p13"/>
          <p:cNvSpPr txBox="1"/>
          <p:nvPr>
            <p:ph idx="16" type="subTitle"/>
          </p:nvPr>
        </p:nvSpPr>
        <p:spPr>
          <a:xfrm>
            <a:off x="3346572" y="1877316"/>
            <a:ext cx="24507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9" name="Google Shape;219;p13"/>
          <p:cNvSpPr txBox="1"/>
          <p:nvPr>
            <p:ph idx="17" type="subTitle"/>
          </p:nvPr>
        </p:nvSpPr>
        <p:spPr>
          <a:xfrm>
            <a:off x="5973152" y="1877316"/>
            <a:ext cx="24507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0" name="Google Shape;220;p13"/>
          <p:cNvSpPr txBox="1"/>
          <p:nvPr>
            <p:ph idx="18" type="subTitle"/>
          </p:nvPr>
        </p:nvSpPr>
        <p:spPr>
          <a:xfrm>
            <a:off x="720000" y="3609976"/>
            <a:ext cx="24507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1" name="Google Shape;221;p13"/>
          <p:cNvSpPr txBox="1"/>
          <p:nvPr>
            <p:ph idx="19" type="subTitle"/>
          </p:nvPr>
        </p:nvSpPr>
        <p:spPr>
          <a:xfrm>
            <a:off x="3346572" y="3609976"/>
            <a:ext cx="24507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2" name="Google Shape;222;p13"/>
          <p:cNvSpPr txBox="1"/>
          <p:nvPr>
            <p:ph idx="20" type="subTitle"/>
          </p:nvPr>
        </p:nvSpPr>
        <p:spPr>
          <a:xfrm>
            <a:off x="5973152" y="3609976"/>
            <a:ext cx="24507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3" name="Google Shape;223;p1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4" name="Google Shape;224;p13"/>
          <p:cNvGrpSpPr/>
          <p:nvPr/>
        </p:nvGrpSpPr>
        <p:grpSpPr>
          <a:xfrm>
            <a:off x="-257850" y="1718480"/>
            <a:ext cx="9618198" cy="3180026"/>
            <a:chOff x="-257850" y="1718480"/>
            <a:chExt cx="9618198" cy="3180026"/>
          </a:xfrm>
        </p:grpSpPr>
        <p:grpSp>
          <p:nvGrpSpPr>
            <p:cNvPr id="225" name="Google Shape;225;p13"/>
            <p:cNvGrpSpPr/>
            <p:nvPr/>
          </p:nvGrpSpPr>
          <p:grpSpPr>
            <a:xfrm>
              <a:off x="8423839" y="1718480"/>
              <a:ext cx="936510" cy="688006"/>
              <a:chOff x="3235964" y="2587955"/>
              <a:chExt cx="936510" cy="688006"/>
            </a:xfrm>
          </p:grpSpPr>
          <p:sp>
            <p:nvSpPr>
              <p:cNvPr id="226" name="Google Shape;226;p1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3"/>
            <p:cNvGrpSpPr/>
            <p:nvPr/>
          </p:nvGrpSpPr>
          <p:grpSpPr>
            <a:xfrm>
              <a:off x="-257850" y="3064624"/>
              <a:ext cx="935946" cy="1833882"/>
              <a:chOff x="4738303" y="2509949"/>
              <a:chExt cx="935946" cy="1833882"/>
            </a:xfrm>
          </p:grpSpPr>
          <p:sp>
            <p:nvSpPr>
              <p:cNvPr id="229" name="Google Shape;229;p13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37" name="Google Shape;237;p14"/>
          <p:cNvGrpSpPr/>
          <p:nvPr/>
        </p:nvGrpSpPr>
        <p:grpSpPr>
          <a:xfrm>
            <a:off x="-289972" y="1493824"/>
            <a:ext cx="9188996" cy="3454187"/>
            <a:chOff x="-289972" y="1493824"/>
            <a:chExt cx="9188996" cy="3454187"/>
          </a:xfrm>
        </p:grpSpPr>
        <p:grpSp>
          <p:nvGrpSpPr>
            <p:cNvPr id="238" name="Google Shape;238;p14"/>
            <p:cNvGrpSpPr/>
            <p:nvPr/>
          </p:nvGrpSpPr>
          <p:grpSpPr>
            <a:xfrm>
              <a:off x="7962514" y="4260005"/>
              <a:ext cx="936510" cy="688006"/>
              <a:chOff x="3235964" y="2587955"/>
              <a:chExt cx="936510" cy="688006"/>
            </a:xfrm>
          </p:grpSpPr>
          <p:sp>
            <p:nvSpPr>
              <p:cNvPr id="239" name="Google Shape;239;p1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14"/>
            <p:cNvGrpSpPr/>
            <p:nvPr/>
          </p:nvGrpSpPr>
          <p:grpSpPr>
            <a:xfrm>
              <a:off x="-289972" y="1493824"/>
              <a:ext cx="935946" cy="1833882"/>
              <a:chOff x="4738303" y="2509949"/>
              <a:chExt cx="935946" cy="1833882"/>
            </a:xfrm>
          </p:grpSpPr>
          <p:sp>
            <p:nvSpPr>
              <p:cNvPr id="242" name="Google Shape;242;p14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4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50" name="Google Shape;250;p15"/>
          <p:cNvGrpSpPr/>
          <p:nvPr/>
        </p:nvGrpSpPr>
        <p:grpSpPr>
          <a:xfrm>
            <a:off x="1081074" y="1933799"/>
            <a:ext cx="9631925" cy="3127580"/>
            <a:chOff x="1081074" y="1933799"/>
            <a:chExt cx="9631925" cy="3127580"/>
          </a:xfrm>
        </p:grpSpPr>
        <p:grpSp>
          <p:nvGrpSpPr>
            <p:cNvPr id="251" name="Google Shape;251;p15"/>
            <p:cNvGrpSpPr/>
            <p:nvPr/>
          </p:nvGrpSpPr>
          <p:grpSpPr>
            <a:xfrm>
              <a:off x="8135724" y="1933799"/>
              <a:ext cx="2577275" cy="1833510"/>
              <a:chOff x="781874" y="1294774"/>
              <a:chExt cx="2577275" cy="1833510"/>
            </a:xfrm>
          </p:grpSpPr>
          <p:sp>
            <p:nvSpPr>
              <p:cNvPr id="252" name="Google Shape;252;p1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" name="Google Shape;262;p15"/>
            <p:cNvGrpSpPr/>
            <p:nvPr/>
          </p:nvGrpSpPr>
          <p:grpSpPr>
            <a:xfrm>
              <a:off x="1081074" y="4146624"/>
              <a:ext cx="1345775" cy="914755"/>
              <a:chOff x="2264799" y="3654374"/>
              <a:chExt cx="1345775" cy="914755"/>
            </a:xfrm>
          </p:grpSpPr>
          <p:sp>
            <p:nvSpPr>
              <p:cNvPr id="263" name="Google Shape;263;p1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69" name="Google Shape;269;p16"/>
          <p:cNvGrpSpPr/>
          <p:nvPr/>
        </p:nvGrpSpPr>
        <p:grpSpPr>
          <a:xfrm>
            <a:off x="6263389" y="-492526"/>
            <a:ext cx="2480210" cy="914755"/>
            <a:chOff x="6263389" y="-492526"/>
            <a:chExt cx="2480210" cy="914755"/>
          </a:xfrm>
        </p:grpSpPr>
        <p:grpSp>
          <p:nvGrpSpPr>
            <p:cNvPr id="270" name="Google Shape;270;p16"/>
            <p:cNvGrpSpPr/>
            <p:nvPr/>
          </p:nvGrpSpPr>
          <p:grpSpPr>
            <a:xfrm>
              <a:off x="6263389" y="-379145"/>
              <a:ext cx="936510" cy="688006"/>
              <a:chOff x="3235964" y="2587955"/>
              <a:chExt cx="936510" cy="688006"/>
            </a:xfrm>
          </p:grpSpPr>
          <p:sp>
            <p:nvSpPr>
              <p:cNvPr id="271" name="Google Shape;271;p1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" name="Google Shape;273;p16"/>
            <p:cNvGrpSpPr/>
            <p:nvPr/>
          </p:nvGrpSpPr>
          <p:grpSpPr>
            <a:xfrm>
              <a:off x="7397824" y="-492526"/>
              <a:ext cx="1345775" cy="914755"/>
              <a:chOff x="2264799" y="3654374"/>
              <a:chExt cx="1345775" cy="914755"/>
            </a:xfrm>
          </p:grpSpPr>
          <p:sp>
            <p:nvSpPr>
              <p:cNvPr id="274" name="Google Shape;274;p1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7"/>
          <p:cNvSpPr txBox="1"/>
          <p:nvPr>
            <p:ph type="title"/>
          </p:nvPr>
        </p:nvSpPr>
        <p:spPr>
          <a:xfrm>
            <a:off x="1226400" y="3128675"/>
            <a:ext cx="6691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17"/>
          <p:cNvSpPr txBox="1"/>
          <p:nvPr>
            <p:ph idx="1" type="subTitle"/>
          </p:nvPr>
        </p:nvSpPr>
        <p:spPr>
          <a:xfrm>
            <a:off x="1226400" y="1429225"/>
            <a:ext cx="6691200" cy="15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82" name="Google Shape;282;p17"/>
          <p:cNvGrpSpPr/>
          <p:nvPr/>
        </p:nvGrpSpPr>
        <p:grpSpPr>
          <a:xfrm>
            <a:off x="-312476" y="134499"/>
            <a:ext cx="9211500" cy="5489485"/>
            <a:chOff x="-312476" y="134499"/>
            <a:chExt cx="9211500" cy="5489485"/>
          </a:xfrm>
        </p:grpSpPr>
        <p:grpSp>
          <p:nvGrpSpPr>
            <p:cNvPr id="283" name="Google Shape;283;p17"/>
            <p:cNvGrpSpPr/>
            <p:nvPr/>
          </p:nvGrpSpPr>
          <p:grpSpPr>
            <a:xfrm>
              <a:off x="-312476" y="3790474"/>
              <a:ext cx="2577275" cy="1833510"/>
              <a:chOff x="781874" y="1294774"/>
              <a:chExt cx="2577275" cy="1833510"/>
            </a:xfrm>
          </p:grpSpPr>
          <p:sp>
            <p:nvSpPr>
              <p:cNvPr id="284" name="Google Shape;284;p17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7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7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7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7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7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4" name="Google Shape;294;p17"/>
            <p:cNvGrpSpPr/>
            <p:nvPr/>
          </p:nvGrpSpPr>
          <p:grpSpPr>
            <a:xfrm>
              <a:off x="7962514" y="1163280"/>
              <a:ext cx="936510" cy="688006"/>
              <a:chOff x="3235964" y="2587955"/>
              <a:chExt cx="936510" cy="688006"/>
            </a:xfrm>
          </p:grpSpPr>
          <p:sp>
            <p:nvSpPr>
              <p:cNvPr id="295" name="Google Shape;295;p1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" name="Google Shape;297;p17"/>
            <p:cNvGrpSpPr/>
            <p:nvPr/>
          </p:nvGrpSpPr>
          <p:grpSpPr>
            <a:xfrm>
              <a:off x="6905474" y="134499"/>
              <a:ext cx="1345775" cy="914755"/>
              <a:chOff x="2264799" y="3654374"/>
              <a:chExt cx="1345775" cy="914755"/>
            </a:xfrm>
          </p:grpSpPr>
          <p:sp>
            <p:nvSpPr>
              <p:cNvPr id="298" name="Google Shape;298;p1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8"/>
          <p:cNvGrpSpPr/>
          <p:nvPr/>
        </p:nvGrpSpPr>
        <p:grpSpPr>
          <a:xfrm>
            <a:off x="5605824" y="-266076"/>
            <a:ext cx="3292925" cy="5294770"/>
            <a:chOff x="5605824" y="-266076"/>
            <a:chExt cx="3292925" cy="5294770"/>
          </a:xfrm>
        </p:grpSpPr>
        <p:grpSp>
          <p:nvGrpSpPr>
            <p:cNvPr id="304" name="Google Shape;304;p18"/>
            <p:cNvGrpSpPr/>
            <p:nvPr/>
          </p:nvGrpSpPr>
          <p:grpSpPr>
            <a:xfrm>
              <a:off x="5605824" y="-266076"/>
              <a:ext cx="2577275" cy="1833510"/>
              <a:chOff x="781874" y="1294774"/>
              <a:chExt cx="2577275" cy="1833510"/>
            </a:xfrm>
          </p:grpSpPr>
          <p:sp>
            <p:nvSpPr>
              <p:cNvPr id="305" name="Google Shape;305;p1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8"/>
            <p:cNvGrpSpPr/>
            <p:nvPr/>
          </p:nvGrpSpPr>
          <p:grpSpPr>
            <a:xfrm>
              <a:off x="7962803" y="3199534"/>
              <a:ext cx="935946" cy="1829159"/>
              <a:chOff x="4738303" y="2514672"/>
              <a:chExt cx="935946" cy="1829159"/>
            </a:xfrm>
          </p:grpSpPr>
          <p:sp>
            <p:nvSpPr>
              <p:cNvPr id="316" name="Google Shape;316;p1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2" name="Google Shape;322;p18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18"/>
          <p:cNvSpPr txBox="1"/>
          <p:nvPr>
            <p:ph type="title"/>
          </p:nvPr>
        </p:nvSpPr>
        <p:spPr>
          <a:xfrm>
            <a:off x="720000" y="836175"/>
            <a:ext cx="35196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4" name="Google Shape;324;p18"/>
          <p:cNvSpPr txBox="1"/>
          <p:nvPr>
            <p:ph idx="1" type="subTitle"/>
          </p:nvPr>
        </p:nvSpPr>
        <p:spPr>
          <a:xfrm>
            <a:off x="720000" y="3132225"/>
            <a:ext cx="35196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/>
          <p:nvPr>
            <p:ph type="title"/>
          </p:nvPr>
        </p:nvSpPr>
        <p:spPr>
          <a:xfrm>
            <a:off x="720000" y="1435213"/>
            <a:ext cx="31035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7" name="Google Shape;327;p19"/>
          <p:cNvSpPr txBox="1"/>
          <p:nvPr>
            <p:ph idx="1" type="subTitle"/>
          </p:nvPr>
        </p:nvSpPr>
        <p:spPr>
          <a:xfrm>
            <a:off x="720000" y="2543688"/>
            <a:ext cx="3103500" cy="1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8" name="Google Shape;328;p19"/>
          <p:cNvGrpSpPr/>
          <p:nvPr/>
        </p:nvGrpSpPr>
        <p:grpSpPr>
          <a:xfrm>
            <a:off x="876149" y="-589501"/>
            <a:ext cx="6689450" cy="6267410"/>
            <a:chOff x="876149" y="-589501"/>
            <a:chExt cx="6689450" cy="6267410"/>
          </a:xfrm>
        </p:grpSpPr>
        <p:grpSp>
          <p:nvGrpSpPr>
            <p:cNvPr id="329" name="Google Shape;329;p19"/>
            <p:cNvGrpSpPr/>
            <p:nvPr/>
          </p:nvGrpSpPr>
          <p:grpSpPr>
            <a:xfrm>
              <a:off x="876149" y="3844399"/>
              <a:ext cx="2577275" cy="1833510"/>
              <a:chOff x="781874" y="1294774"/>
              <a:chExt cx="2577275" cy="1833510"/>
            </a:xfrm>
          </p:grpSpPr>
          <p:sp>
            <p:nvSpPr>
              <p:cNvPr id="330" name="Google Shape;330;p1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0" name="Google Shape;340;p19"/>
            <p:cNvGrpSpPr/>
            <p:nvPr/>
          </p:nvGrpSpPr>
          <p:grpSpPr>
            <a:xfrm>
              <a:off x="6629653" y="-589501"/>
              <a:ext cx="935946" cy="1829159"/>
              <a:chOff x="4738303" y="2509949"/>
              <a:chExt cx="935946" cy="1829159"/>
            </a:xfrm>
          </p:grpSpPr>
          <p:sp>
            <p:nvSpPr>
              <p:cNvPr id="341" name="Google Shape;341;p19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 txBox="1"/>
          <p:nvPr>
            <p:ph type="title"/>
          </p:nvPr>
        </p:nvSpPr>
        <p:spPr>
          <a:xfrm>
            <a:off x="4038175" y="1712763"/>
            <a:ext cx="3968100" cy="68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20"/>
          <p:cNvSpPr txBox="1"/>
          <p:nvPr>
            <p:ph idx="1" type="subTitle"/>
          </p:nvPr>
        </p:nvSpPr>
        <p:spPr>
          <a:xfrm>
            <a:off x="4038375" y="2399638"/>
            <a:ext cx="39681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0" name="Google Shape;350;p20"/>
          <p:cNvGrpSpPr/>
          <p:nvPr/>
        </p:nvGrpSpPr>
        <p:grpSpPr>
          <a:xfrm>
            <a:off x="-627601" y="-377251"/>
            <a:ext cx="7883675" cy="5333955"/>
            <a:chOff x="-627601" y="-377251"/>
            <a:chExt cx="7883675" cy="5333955"/>
          </a:xfrm>
        </p:grpSpPr>
        <p:grpSp>
          <p:nvGrpSpPr>
            <p:cNvPr id="351" name="Google Shape;351;p20"/>
            <p:cNvGrpSpPr/>
            <p:nvPr/>
          </p:nvGrpSpPr>
          <p:grpSpPr>
            <a:xfrm>
              <a:off x="-627601" y="-377251"/>
              <a:ext cx="2577275" cy="1833510"/>
              <a:chOff x="781874" y="1294774"/>
              <a:chExt cx="2577275" cy="1833510"/>
            </a:xfrm>
          </p:grpSpPr>
          <p:sp>
            <p:nvSpPr>
              <p:cNvPr id="352" name="Google Shape;352;p2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20"/>
            <p:cNvGrpSpPr/>
            <p:nvPr/>
          </p:nvGrpSpPr>
          <p:grpSpPr>
            <a:xfrm>
              <a:off x="5910299" y="4041949"/>
              <a:ext cx="1345775" cy="914755"/>
              <a:chOff x="2264799" y="3654374"/>
              <a:chExt cx="1345775" cy="914755"/>
            </a:xfrm>
          </p:grpSpPr>
          <p:sp>
            <p:nvSpPr>
              <p:cNvPr id="363" name="Google Shape;363;p20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 txBox="1"/>
          <p:nvPr>
            <p:ph type="title"/>
          </p:nvPr>
        </p:nvSpPr>
        <p:spPr>
          <a:xfrm>
            <a:off x="1222825" y="1801800"/>
            <a:ext cx="4193100" cy="7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9" name="Google Shape;369;p21"/>
          <p:cNvSpPr txBox="1"/>
          <p:nvPr>
            <p:ph idx="1" type="subTitle"/>
          </p:nvPr>
        </p:nvSpPr>
        <p:spPr>
          <a:xfrm>
            <a:off x="1222825" y="2543700"/>
            <a:ext cx="4193100" cy="9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70" name="Google Shape;370;p21"/>
          <p:cNvGrpSpPr/>
          <p:nvPr/>
        </p:nvGrpSpPr>
        <p:grpSpPr>
          <a:xfrm>
            <a:off x="150003" y="-316120"/>
            <a:ext cx="9703996" cy="3951429"/>
            <a:chOff x="150003" y="-316120"/>
            <a:chExt cx="9703996" cy="3951429"/>
          </a:xfrm>
        </p:grpSpPr>
        <p:grpSp>
          <p:nvGrpSpPr>
            <p:cNvPr id="371" name="Google Shape;371;p21"/>
            <p:cNvGrpSpPr/>
            <p:nvPr/>
          </p:nvGrpSpPr>
          <p:grpSpPr>
            <a:xfrm>
              <a:off x="7276724" y="1801799"/>
              <a:ext cx="2577275" cy="1833510"/>
              <a:chOff x="781874" y="1294774"/>
              <a:chExt cx="2577275" cy="1833510"/>
            </a:xfrm>
          </p:grpSpPr>
          <p:sp>
            <p:nvSpPr>
              <p:cNvPr id="372" name="Google Shape;372;p2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" name="Google Shape;382;p21"/>
            <p:cNvGrpSpPr/>
            <p:nvPr/>
          </p:nvGrpSpPr>
          <p:grpSpPr>
            <a:xfrm>
              <a:off x="1328289" y="-316120"/>
              <a:ext cx="936510" cy="688006"/>
              <a:chOff x="3235964" y="2587955"/>
              <a:chExt cx="936510" cy="688006"/>
            </a:xfrm>
          </p:grpSpPr>
          <p:sp>
            <p:nvSpPr>
              <p:cNvPr id="383" name="Google Shape;383;p2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" name="Google Shape;385;p21"/>
            <p:cNvGrpSpPr/>
            <p:nvPr/>
          </p:nvGrpSpPr>
          <p:grpSpPr>
            <a:xfrm>
              <a:off x="150003" y="142474"/>
              <a:ext cx="935946" cy="1829159"/>
              <a:chOff x="4738303" y="2509949"/>
              <a:chExt cx="935946" cy="1829159"/>
            </a:xfrm>
          </p:grpSpPr>
          <p:sp>
            <p:nvSpPr>
              <p:cNvPr id="386" name="Google Shape;386;p2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1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2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/>
          <p:nvPr>
            <p:ph idx="1" type="body"/>
          </p:nvPr>
        </p:nvSpPr>
        <p:spPr>
          <a:xfrm>
            <a:off x="720000" y="1215750"/>
            <a:ext cx="50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94" name="Google Shape;39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95" name="Google Shape;395;p22"/>
          <p:cNvGrpSpPr/>
          <p:nvPr/>
        </p:nvGrpSpPr>
        <p:grpSpPr>
          <a:xfrm>
            <a:off x="6492739" y="2722049"/>
            <a:ext cx="3057485" cy="2798710"/>
            <a:chOff x="6492739" y="2722049"/>
            <a:chExt cx="3057485" cy="2798710"/>
          </a:xfrm>
        </p:grpSpPr>
        <p:grpSp>
          <p:nvGrpSpPr>
            <p:cNvPr id="396" name="Google Shape;396;p22"/>
            <p:cNvGrpSpPr/>
            <p:nvPr/>
          </p:nvGrpSpPr>
          <p:grpSpPr>
            <a:xfrm>
              <a:off x="6972949" y="3687249"/>
              <a:ext cx="2577275" cy="1833510"/>
              <a:chOff x="781874" y="1294774"/>
              <a:chExt cx="2577275" cy="1833510"/>
            </a:xfrm>
          </p:grpSpPr>
          <p:sp>
            <p:nvSpPr>
              <p:cNvPr id="397" name="Google Shape;397;p2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" name="Google Shape;407;p22"/>
            <p:cNvGrpSpPr/>
            <p:nvPr/>
          </p:nvGrpSpPr>
          <p:grpSpPr>
            <a:xfrm>
              <a:off x="6492739" y="4117380"/>
              <a:ext cx="936510" cy="688006"/>
              <a:chOff x="3235964" y="2587955"/>
              <a:chExt cx="936510" cy="688006"/>
            </a:xfrm>
          </p:grpSpPr>
          <p:sp>
            <p:nvSpPr>
              <p:cNvPr id="408" name="Google Shape;408;p2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" name="Google Shape;410;p22"/>
            <p:cNvGrpSpPr/>
            <p:nvPr/>
          </p:nvGrpSpPr>
          <p:grpSpPr>
            <a:xfrm>
              <a:off x="7429249" y="2722049"/>
              <a:ext cx="1345775" cy="914755"/>
              <a:chOff x="2264799" y="3654374"/>
              <a:chExt cx="1345775" cy="914755"/>
            </a:xfrm>
          </p:grpSpPr>
          <p:sp>
            <p:nvSpPr>
              <p:cNvPr id="411" name="Google Shape;411;p2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 txBox="1"/>
          <p:nvPr>
            <p:ph idx="1" type="subTitle"/>
          </p:nvPr>
        </p:nvSpPr>
        <p:spPr>
          <a:xfrm>
            <a:off x="4973485" y="2787779"/>
            <a:ext cx="3020100" cy="12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23"/>
          <p:cNvSpPr txBox="1"/>
          <p:nvPr>
            <p:ph idx="2" type="subTitle"/>
          </p:nvPr>
        </p:nvSpPr>
        <p:spPr>
          <a:xfrm>
            <a:off x="1150407" y="2787779"/>
            <a:ext cx="3020100" cy="12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3"/>
          <p:cNvSpPr txBox="1"/>
          <p:nvPr>
            <p:ph idx="3" type="subTitle"/>
          </p:nvPr>
        </p:nvSpPr>
        <p:spPr>
          <a:xfrm>
            <a:off x="1150408" y="2228879"/>
            <a:ext cx="3020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9" name="Google Shape;419;p23"/>
          <p:cNvSpPr txBox="1"/>
          <p:nvPr>
            <p:ph idx="4" type="subTitle"/>
          </p:nvPr>
        </p:nvSpPr>
        <p:spPr>
          <a:xfrm>
            <a:off x="4973493" y="2228879"/>
            <a:ext cx="30201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0" name="Google Shape;420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21" name="Google Shape;421;p23"/>
          <p:cNvGrpSpPr/>
          <p:nvPr/>
        </p:nvGrpSpPr>
        <p:grpSpPr>
          <a:xfrm>
            <a:off x="-625776" y="3465724"/>
            <a:ext cx="9463650" cy="2543548"/>
            <a:chOff x="-625776" y="3465724"/>
            <a:chExt cx="9463650" cy="2543548"/>
          </a:xfrm>
        </p:grpSpPr>
        <p:grpSp>
          <p:nvGrpSpPr>
            <p:cNvPr id="422" name="Google Shape;422;p23"/>
            <p:cNvGrpSpPr/>
            <p:nvPr/>
          </p:nvGrpSpPr>
          <p:grpSpPr>
            <a:xfrm>
              <a:off x="1927011" y="4175761"/>
              <a:ext cx="2577275" cy="1833510"/>
              <a:chOff x="781874" y="1294774"/>
              <a:chExt cx="2577275" cy="1833510"/>
            </a:xfrm>
          </p:grpSpPr>
          <p:sp>
            <p:nvSpPr>
              <p:cNvPr id="423" name="Google Shape;423;p2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" name="Google Shape;433;p23"/>
            <p:cNvGrpSpPr/>
            <p:nvPr/>
          </p:nvGrpSpPr>
          <p:grpSpPr>
            <a:xfrm>
              <a:off x="7901928" y="3813647"/>
              <a:ext cx="935946" cy="1829159"/>
              <a:chOff x="4738303" y="2514672"/>
              <a:chExt cx="935946" cy="1829159"/>
            </a:xfrm>
          </p:grpSpPr>
          <p:sp>
            <p:nvSpPr>
              <p:cNvPr id="434" name="Google Shape;434;p2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0" name="Google Shape;440;p23"/>
            <p:cNvGrpSpPr/>
            <p:nvPr/>
          </p:nvGrpSpPr>
          <p:grpSpPr>
            <a:xfrm>
              <a:off x="-625776" y="3465724"/>
              <a:ext cx="1345775" cy="914755"/>
              <a:chOff x="2264799" y="3654374"/>
              <a:chExt cx="1345775" cy="914755"/>
            </a:xfrm>
          </p:grpSpPr>
          <p:sp>
            <p:nvSpPr>
              <p:cNvPr id="441" name="Google Shape;441;p2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"/>
          <p:cNvSpPr txBox="1"/>
          <p:nvPr>
            <p:ph idx="1" type="subTitle"/>
          </p:nvPr>
        </p:nvSpPr>
        <p:spPr>
          <a:xfrm>
            <a:off x="4832078" y="1667625"/>
            <a:ext cx="3254100" cy="22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4"/>
          <p:cNvSpPr txBox="1"/>
          <p:nvPr>
            <p:ph idx="2" type="subTitle"/>
          </p:nvPr>
        </p:nvSpPr>
        <p:spPr>
          <a:xfrm>
            <a:off x="1057900" y="1667625"/>
            <a:ext cx="3254100" cy="22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9" name="Google Shape;449;p24"/>
          <p:cNvGrpSpPr/>
          <p:nvPr/>
        </p:nvGrpSpPr>
        <p:grpSpPr>
          <a:xfrm>
            <a:off x="965824" y="3077647"/>
            <a:ext cx="7932925" cy="1846320"/>
            <a:chOff x="965824" y="3077647"/>
            <a:chExt cx="7932925" cy="1846320"/>
          </a:xfrm>
        </p:grpSpPr>
        <p:grpSp>
          <p:nvGrpSpPr>
            <p:cNvPr id="450" name="Google Shape;450;p24"/>
            <p:cNvGrpSpPr/>
            <p:nvPr/>
          </p:nvGrpSpPr>
          <p:grpSpPr>
            <a:xfrm>
              <a:off x="7962803" y="3077647"/>
              <a:ext cx="935946" cy="1829159"/>
              <a:chOff x="4738303" y="2514672"/>
              <a:chExt cx="935946" cy="1829159"/>
            </a:xfrm>
          </p:grpSpPr>
          <p:sp>
            <p:nvSpPr>
              <p:cNvPr id="451" name="Google Shape;451;p24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7" name="Google Shape;457;p24"/>
            <p:cNvGrpSpPr/>
            <p:nvPr/>
          </p:nvGrpSpPr>
          <p:grpSpPr>
            <a:xfrm>
              <a:off x="965824" y="4009211"/>
              <a:ext cx="1345775" cy="914755"/>
              <a:chOff x="2264799" y="3654374"/>
              <a:chExt cx="1345775" cy="914755"/>
            </a:xfrm>
          </p:grpSpPr>
          <p:sp>
            <p:nvSpPr>
              <p:cNvPr id="458" name="Google Shape;458;p24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"/>
          <p:cNvSpPr txBox="1"/>
          <p:nvPr>
            <p:ph idx="1" type="subTitle"/>
          </p:nvPr>
        </p:nvSpPr>
        <p:spPr>
          <a:xfrm>
            <a:off x="713225" y="2992402"/>
            <a:ext cx="23562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25"/>
          <p:cNvSpPr txBox="1"/>
          <p:nvPr>
            <p:ph idx="2" type="subTitle"/>
          </p:nvPr>
        </p:nvSpPr>
        <p:spPr>
          <a:xfrm>
            <a:off x="3393900" y="2992402"/>
            <a:ext cx="23562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5"/>
          <p:cNvSpPr txBox="1"/>
          <p:nvPr>
            <p:ph idx="3" type="subTitle"/>
          </p:nvPr>
        </p:nvSpPr>
        <p:spPr>
          <a:xfrm>
            <a:off x="6074574" y="2992402"/>
            <a:ext cx="23562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25"/>
          <p:cNvSpPr txBox="1"/>
          <p:nvPr>
            <p:ph idx="4" type="subTitle"/>
          </p:nvPr>
        </p:nvSpPr>
        <p:spPr>
          <a:xfrm>
            <a:off x="713225" y="2332400"/>
            <a:ext cx="23562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7" name="Google Shape;467;p25"/>
          <p:cNvSpPr txBox="1"/>
          <p:nvPr>
            <p:ph idx="5" type="subTitle"/>
          </p:nvPr>
        </p:nvSpPr>
        <p:spPr>
          <a:xfrm>
            <a:off x="3393900" y="2332400"/>
            <a:ext cx="23562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8" name="Google Shape;468;p25"/>
          <p:cNvSpPr txBox="1"/>
          <p:nvPr>
            <p:ph idx="6" type="subTitle"/>
          </p:nvPr>
        </p:nvSpPr>
        <p:spPr>
          <a:xfrm>
            <a:off x="6074575" y="2332400"/>
            <a:ext cx="23562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9" name="Google Shape;46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70" name="Google Shape;470;p25"/>
          <p:cNvGrpSpPr/>
          <p:nvPr/>
        </p:nvGrpSpPr>
        <p:grpSpPr>
          <a:xfrm>
            <a:off x="-391401" y="1603297"/>
            <a:ext cx="9868275" cy="4284737"/>
            <a:chOff x="-391401" y="1603297"/>
            <a:chExt cx="9868275" cy="4284737"/>
          </a:xfrm>
        </p:grpSpPr>
        <p:grpSp>
          <p:nvGrpSpPr>
            <p:cNvPr id="471" name="Google Shape;471;p25"/>
            <p:cNvGrpSpPr/>
            <p:nvPr/>
          </p:nvGrpSpPr>
          <p:grpSpPr>
            <a:xfrm>
              <a:off x="-391401" y="4054524"/>
              <a:ext cx="2577275" cy="1833510"/>
              <a:chOff x="781874" y="1294774"/>
              <a:chExt cx="2577275" cy="1833510"/>
            </a:xfrm>
          </p:grpSpPr>
          <p:sp>
            <p:nvSpPr>
              <p:cNvPr id="472" name="Google Shape;472;p2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2" name="Google Shape;482;p25"/>
            <p:cNvGrpSpPr/>
            <p:nvPr/>
          </p:nvGrpSpPr>
          <p:grpSpPr>
            <a:xfrm>
              <a:off x="7394764" y="4054530"/>
              <a:ext cx="936510" cy="688006"/>
              <a:chOff x="3235964" y="2587955"/>
              <a:chExt cx="936510" cy="688006"/>
            </a:xfrm>
          </p:grpSpPr>
          <p:sp>
            <p:nvSpPr>
              <p:cNvPr id="483" name="Google Shape;483;p25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5" name="Google Shape;485;p25"/>
            <p:cNvGrpSpPr/>
            <p:nvPr/>
          </p:nvGrpSpPr>
          <p:grpSpPr>
            <a:xfrm>
              <a:off x="8540928" y="1603297"/>
              <a:ext cx="935946" cy="1829159"/>
              <a:chOff x="4738303" y="2514672"/>
              <a:chExt cx="935946" cy="1829159"/>
            </a:xfrm>
          </p:grpSpPr>
          <p:sp>
            <p:nvSpPr>
              <p:cNvPr id="486" name="Google Shape;486;p25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2" name="Google Shape;492;p25"/>
            <p:cNvGrpSpPr/>
            <p:nvPr/>
          </p:nvGrpSpPr>
          <p:grpSpPr>
            <a:xfrm>
              <a:off x="4915099" y="4146624"/>
              <a:ext cx="1345775" cy="914755"/>
              <a:chOff x="2264799" y="3654374"/>
              <a:chExt cx="1345775" cy="914755"/>
            </a:xfrm>
          </p:grpSpPr>
          <p:sp>
            <p:nvSpPr>
              <p:cNvPr id="493" name="Google Shape;493;p2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6"/>
          <p:cNvSpPr txBox="1"/>
          <p:nvPr>
            <p:ph idx="1" type="subTitle"/>
          </p:nvPr>
        </p:nvSpPr>
        <p:spPr>
          <a:xfrm>
            <a:off x="2319753" y="1942803"/>
            <a:ext cx="2114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26"/>
          <p:cNvSpPr txBox="1"/>
          <p:nvPr>
            <p:ph idx="2" type="subTitle"/>
          </p:nvPr>
        </p:nvSpPr>
        <p:spPr>
          <a:xfrm>
            <a:off x="5467047" y="1942803"/>
            <a:ext cx="2114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26"/>
          <p:cNvSpPr txBox="1"/>
          <p:nvPr>
            <p:ph idx="3" type="subTitle"/>
          </p:nvPr>
        </p:nvSpPr>
        <p:spPr>
          <a:xfrm>
            <a:off x="2319753" y="3357078"/>
            <a:ext cx="2114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26"/>
          <p:cNvSpPr txBox="1"/>
          <p:nvPr>
            <p:ph idx="4" type="subTitle"/>
          </p:nvPr>
        </p:nvSpPr>
        <p:spPr>
          <a:xfrm>
            <a:off x="5467047" y="3357078"/>
            <a:ext cx="2114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26"/>
          <p:cNvSpPr txBox="1"/>
          <p:nvPr>
            <p:ph idx="5" type="subTitle"/>
          </p:nvPr>
        </p:nvSpPr>
        <p:spPr>
          <a:xfrm>
            <a:off x="2319753" y="1537106"/>
            <a:ext cx="2114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3" name="Google Shape;503;p26"/>
          <p:cNvSpPr txBox="1"/>
          <p:nvPr>
            <p:ph idx="6" type="subTitle"/>
          </p:nvPr>
        </p:nvSpPr>
        <p:spPr>
          <a:xfrm>
            <a:off x="2319753" y="2951481"/>
            <a:ext cx="2114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4" name="Google Shape;504;p26"/>
          <p:cNvSpPr txBox="1"/>
          <p:nvPr>
            <p:ph idx="7" type="subTitle"/>
          </p:nvPr>
        </p:nvSpPr>
        <p:spPr>
          <a:xfrm>
            <a:off x="5467043" y="1537106"/>
            <a:ext cx="2114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5" name="Google Shape;505;p26"/>
          <p:cNvSpPr txBox="1"/>
          <p:nvPr>
            <p:ph idx="8" type="subTitle"/>
          </p:nvPr>
        </p:nvSpPr>
        <p:spPr>
          <a:xfrm>
            <a:off x="5467043" y="2951481"/>
            <a:ext cx="21141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6" name="Google Shape;506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07" name="Google Shape;507;p26"/>
          <p:cNvGrpSpPr/>
          <p:nvPr/>
        </p:nvGrpSpPr>
        <p:grpSpPr>
          <a:xfrm>
            <a:off x="171639" y="3687249"/>
            <a:ext cx="9207610" cy="1833510"/>
            <a:chOff x="171639" y="3687249"/>
            <a:chExt cx="9207610" cy="1833510"/>
          </a:xfrm>
        </p:grpSpPr>
        <p:grpSp>
          <p:nvGrpSpPr>
            <p:cNvPr id="508" name="Google Shape;508;p26"/>
            <p:cNvGrpSpPr/>
            <p:nvPr/>
          </p:nvGrpSpPr>
          <p:grpSpPr>
            <a:xfrm>
              <a:off x="6801974" y="3687249"/>
              <a:ext cx="2577275" cy="1833510"/>
              <a:chOff x="781874" y="1294774"/>
              <a:chExt cx="2577275" cy="1833510"/>
            </a:xfrm>
          </p:grpSpPr>
          <p:sp>
            <p:nvSpPr>
              <p:cNvPr id="509" name="Google Shape;509;p26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6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6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6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9" name="Google Shape;519;p26"/>
            <p:cNvGrpSpPr/>
            <p:nvPr/>
          </p:nvGrpSpPr>
          <p:grpSpPr>
            <a:xfrm>
              <a:off x="171639" y="3767755"/>
              <a:ext cx="936510" cy="688006"/>
              <a:chOff x="3235964" y="2587955"/>
              <a:chExt cx="936510" cy="688006"/>
            </a:xfrm>
          </p:grpSpPr>
          <p:sp>
            <p:nvSpPr>
              <p:cNvPr id="520" name="Google Shape;520;p2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2" name="Google Shape;522;p26"/>
            <p:cNvGrpSpPr/>
            <p:nvPr/>
          </p:nvGrpSpPr>
          <p:grpSpPr>
            <a:xfrm>
              <a:off x="1108149" y="4146624"/>
              <a:ext cx="1345775" cy="914755"/>
              <a:chOff x="2264799" y="3654374"/>
              <a:chExt cx="1345775" cy="914755"/>
            </a:xfrm>
          </p:grpSpPr>
          <p:sp>
            <p:nvSpPr>
              <p:cNvPr id="523" name="Google Shape;523;p2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7"/>
          <p:cNvSpPr txBox="1"/>
          <p:nvPr>
            <p:ph idx="1" type="subTitle"/>
          </p:nvPr>
        </p:nvSpPr>
        <p:spPr>
          <a:xfrm>
            <a:off x="726651" y="2073001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27"/>
          <p:cNvSpPr txBox="1"/>
          <p:nvPr>
            <p:ph idx="2" type="subTitle"/>
          </p:nvPr>
        </p:nvSpPr>
        <p:spPr>
          <a:xfrm>
            <a:off x="3474109" y="2073001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27"/>
          <p:cNvSpPr txBox="1"/>
          <p:nvPr>
            <p:ph idx="3" type="subTitle"/>
          </p:nvPr>
        </p:nvSpPr>
        <p:spPr>
          <a:xfrm>
            <a:off x="726651" y="350322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27"/>
          <p:cNvSpPr txBox="1"/>
          <p:nvPr>
            <p:ph idx="4" type="subTitle"/>
          </p:nvPr>
        </p:nvSpPr>
        <p:spPr>
          <a:xfrm>
            <a:off x="3474109" y="350322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27"/>
          <p:cNvSpPr txBox="1"/>
          <p:nvPr>
            <p:ph idx="5" type="subTitle"/>
          </p:nvPr>
        </p:nvSpPr>
        <p:spPr>
          <a:xfrm>
            <a:off x="6221568" y="2073001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27"/>
          <p:cNvSpPr txBox="1"/>
          <p:nvPr>
            <p:ph idx="6" type="subTitle"/>
          </p:nvPr>
        </p:nvSpPr>
        <p:spPr>
          <a:xfrm>
            <a:off x="6221568" y="350322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27"/>
          <p:cNvSpPr txBox="1"/>
          <p:nvPr>
            <p:ph idx="7" type="subTitle"/>
          </p:nvPr>
        </p:nvSpPr>
        <p:spPr>
          <a:xfrm>
            <a:off x="730989" y="165660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5" name="Google Shape;535;p27"/>
          <p:cNvSpPr txBox="1"/>
          <p:nvPr>
            <p:ph idx="8" type="subTitle"/>
          </p:nvPr>
        </p:nvSpPr>
        <p:spPr>
          <a:xfrm>
            <a:off x="3478447" y="165660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6" name="Google Shape;536;p27"/>
          <p:cNvSpPr txBox="1"/>
          <p:nvPr>
            <p:ph idx="9" type="subTitle"/>
          </p:nvPr>
        </p:nvSpPr>
        <p:spPr>
          <a:xfrm>
            <a:off x="6225906" y="165660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7" name="Google Shape;537;p27"/>
          <p:cNvSpPr txBox="1"/>
          <p:nvPr>
            <p:ph idx="13" type="subTitle"/>
          </p:nvPr>
        </p:nvSpPr>
        <p:spPr>
          <a:xfrm>
            <a:off x="730989" y="308680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8" name="Google Shape;538;p27"/>
          <p:cNvSpPr txBox="1"/>
          <p:nvPr>
            <p:ph idx="14" type="subTitle"/>
          </p:nvPr>
        </p:nvSpPr>
        <p:spPr>
          <a:xfrm>
            <a:off x="3478447" y="308680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9" name="Google Shape;539;p27"/>
          <p:cNvSpPr txBox="1"/>
          <p:nvPr>
            <p:ph idx="15" type="subTitle"/>
          </p:nvPr>
        </p:nvSpPr>
        <p:spPr>
          <a:xfrm>
            <a:off x="6225906" y="308680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0" name="Google Shape;54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41" name="Google Shape;541;p27"/>
          <p:cNvGrpSpPr/>
          <p:nvPr/>
        </p:nvGrpSpPr>
        <p:grpSpPr>
          <a:xfrm>
            <a:off x="324089" y="4387674"/>
            <a:ext cx="8509210" cy="926987"/>
            <a:chOff x="313264" y="4021024"/>
            <a:chExt cx="8509210" cy="926987"/>
          </a:xfrm>
        </p:grpSpPr>
        <p:grpSp>
          <p:nvGrpSpPr>
            <p:cNvPr id="542" name="Google Shape;542;p27"/>
            <p:cNvGrpSpPr/>
            <p:nvPr/>
          </p:nvGrpSpPr>
          <p:grpSpPr>
            <a:xfrm>
              <a:off x="313264" y="4260005"/>
              <a:ext cx="936510" cy="688006"/>
              <a:chOff x="3235964" y="2587955"/>
              <a:chExt cx="936510" cy="688006"/>
            </a:xfrm>
          </p:grpSpPr>
          <p:sp>
            <p:nvSpPr>
              <p:cNvPr id="543" name="Google Shape;543;p2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5" name="Google Shape;545;p27"/>
            <p:cNvGrpSpPr/>
            <p:nvPr/>
          </p:nvGrpSpPr>
          <p:grpSpPr>
            <a:xfrm>
              <a:off x="7476699" y="4021024"/>
              <a:ext cx="1345775" cy="914755"/>
              <a:chOff x="2264799" y="3654374"/>
              <a:chExt cx="1345775" cy="914755"/>
            </a:xfrm>
          </p:grpSpPr>
          <p:sp>
            <p:nvSpPr>
              <p:cNvPr id="546" name="Google Shape;546;p2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2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8"/>
          <p:cNvSpPr txBox="1"/>
          <p:nvPr>
            <p:ph hasCustomPrompt="1"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3" name="Google Shape;553;p28"/>
          <p:cNvSpPr txBox="1"/>
          <p:nvPr>
            <p:ph idx="1" type="subTitle"/>
          </p:nvPr>
        </p:nvSpPr>
        <p:spPr>
          <a:xfrm>
            <a:off x="2223600" y="1327275"/>
            <a:ext cx="4696800" cy="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4" name="Google Shape;554;p28"/>
          <p:cNvSpPr txBox="1"/>
          <p:nvPr>
            <p:ph hasCustomPrompt="1" idx="2" type="title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5" name="Google Shape;555;p28"/>
          <p:cNvSpPr txBox="1"/>
          <p:nvPr>
            <p:ph idx="3" type="subTitle"/>
          </p:nvPr>
        </p:nvSpPr>
        <p:spPr>
          <a:xfrm>
            <a:off x="2223600" y="2679527"/>
            <a:ext cx="4696800" cy="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6" name="Google Shape;556;p28"/>
          <p:cNvSpPr txBox="1"/>
          <p:nvPr>
            <p:ph hasCustomPrompt="1" idx="4" type="title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7" name="Google Shape;557;p28"/>
          <p:cNvSpPr txBox="1"/>
          <p:nvPr>
            <p:ph idx="5" type="subTitle"/>
          </p:nvPr>
        </p:nvSpPr>
        <p:spPr>
          <a:xfrm>
            <a:off x="2223600" y="4031797"/>
            <a:ext cx="4696800" cy="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58" name="Google Shape;558;p28"/>
          <p:cNvGrpSpPr/>
          <p:nvPr/>
        </p:nvGrpSpPr>
        <p:grpSpPr>
          <a:xfrm>
            <a:off x="202374" y="239324"/>
            <a:ext cx="9683050" cy="4722185"/>
            <a:chOff x="202374" y="239324"/>
            <a:chExt cx="9683050" cy="4722185"/>
          </a:xfrm>
        </p:grpSpPr>
        <p:grpSp>
          <p:nvGrpSpPr>
            <p:cNvPr id="559" name="Google Shape;559;p28"/>
            <p:cNvGrpSpPr/>
            <p:nvPr/>
          </p:nvGrpSpPr>
          <p:grpSpPr>
            <a:xfrm>
              <a:off x="7308149" y="3127999"/>
              <a:ext cx="2577275" cy="1833510"/>
              <a:chOff x="781874" y="1294774"/>
              <a:chExt cx="2577275" cy="1833510"/>
            </a:xfrm>
          </p:grpSpPr>
          <p:sp>
            <p:nvSpPr>
              <p:cNvPr id="560" name="Google Shape;560;p2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2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0" name="Google Shape;570;p28"/>
            <p:cNvGrpSpPr/>
            <p:nvPr/>
          </p:nvGrpSpPr>
          <p:grpSpPr>
            <a:xfrm>
              <a:off x="7918539" y="1927980"/>
              <a:ext cx="936510" cy="688006"/>
              <a:chOff x="3235964" y="2587955"/>
              <a:chExt cx="936510" cy="688006"/>
            </a:xfrm>
          </p:grpSpPr>
          <p:sp>
            <p:nvSpPr>
              <p:cNvPr id="571" name="Google Shape;571;p28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8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3" name="Google Shape;573;p28"/>
            <p:cNvGrpSpPr/>
            <p:nvPr/>
          </p:nvGrpSpPr>
          <p:grpSpPr>
            <a:xfrm>
              <a:off x="202378" y="3017522"/>
              <a:ext cx="935946" cy="1829159"/>
              <a:chOff x="4738303" y="2514672"/>
              <a:chExt cx="935946" cy="1829159"/>
            </a:xfrm>
          </p:grpSpPr>
          <p:sp>
            <p:nvSpPr>
              <p:cNvPr id="574" name="Google Shape;574;p2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0" name="Google Shape;580;p28"/>
            <p:cNvGrpSpPr/>
            <p:nvPr/>
          </p:nvGrpSpPr>
          <p:grpSpPr>
            <a:xfrm>
              <a:off x="202374" y="239324"/>
              <a:ext cx="1345775" cy="914755"/>
              <a:chOff x="2264799" y="3654374"/>
              <a:chExt cx="1345775" cy="914755"/>
            </a:xfrm>
          </p:grpSpPr>
          <p:sp>
            <p:nvSpPr>
              <p:cNvPr id="581" name="Google Shape;581;p2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9"/>
          <p:cNvSpPr txBox="1"/>
          <p:nvPr>
            <p:ph hasCustomPrompt="1" type="title"/>
          </p:nvPr>
        </p:nvSpPr>
        <p:spPr>
          <a:xfrm>
            <a:off x="1147374" y="1581150"/>
            <a:ext cx="15441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7" name="Google Shape;587;p29"/>
          <p:cNvSpPr txBox="1"/>
          <p:nvPr>
            <p:ph idx="1" type="subTitle"/>
          </p:nvPr>
        </p:nvSpPr>
        <p:spPr>
          <a:xfrm>
            <a:off x="720043" y="3248175"/>
            <a:ext cx="23988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8" name="Google Shape;588;p29"/>
          <p:cNvSpPr txBox="1"/>
          <p:nvPr>
            <p:ph idx="2" type="subTitle"/>
          </p:nvPr>
        </p:nvSpPr>
        <p:spPr>
          <a:xfrm>
            <a:off x="720043" y="2751150"/>
            <a:ext cx="2398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9" name="Google Shape;589;p29"/>
          <p:cNvSpPr txBox="1"/>
          <p:nvPr>
            <p:ph hasCustomPrompt="1" idx="3" type="title"/>
          </p:nvPr>
        </p:nvSpPr>
        <p:spPr>
          <a:xfrm>
            <a:off x="3800538" y="1581150"/>
            <a:ext cx="1542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0" name="Google Shape;590;p29"/>
          <p:cNvSpPr txBox="1"/>
          <p:nvPr>
            <p:ph idx="4" type="subTitle"/>
          </p:nvPr>
        </p:nvSpPr>
        <p:spPr>
          <a:xfrm>
            <a:off x="3372600" y="3248175"/>
            <a:ext cx="23988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1" name="Google Shape;591;p29"/>
          <p:cNvSpPr txBox="1"/>
          <p:nvPr>
            <p:ph idx="5" type="subTitle"/>
          </p:nvPr>
        </p:nvSpPr>
        <p:spPr>
          <a:xfrm>
            <a:off x="3372600" y="2751150"/>
            <a:ext cx="2398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2" name="Google Shape;592;p29"/>
          <p:cNvSpPr txBox="1"/>
          <p:nvPr>
            <p:ph hasCustomPrompt="1" idx="6" type="title"/>
          </p:nvPr>
        </p:nvSpPr>
        <p:spPr>
          <a:xfrm>
            <a:off x="6450528" y="1581150"/>
            <a:ext cx="1542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3" name="Google Shape;593;p29"/>
          <p:cNvSpPr txBox="1"/>
          <p:nvPr>
            <p:ph idx="7" type="subTitle"/>
          </p:nvPr>
        </p:nvSpPr>
        <p:spPr>
          <a:xfrm>
            <a:off x="6025157" y="3248175"/>
            <a:ext cx="23988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4" name="Google Shape;594;p29"/>
          <p:cNvSpPr txBox="1"/>
          <p:nvPr>
            <p:ph idx="8" type="subTitle"/>
          </p:nvPr>
        </p:nvSpPr>
        <p:spPr>
          <a:xfrm>
            <a:off x="6025157" y="2751150"/>
            <a:ext cx="2398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5" name="Google Shape;595;p29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96" name="Google Shape;596;p29"/>
          <p:cNvGrpSpPr/>
          <p:nvPr/>
        </p:nvGrpSpPr>
        <p:grpSpPr>
          <a:xfrm>
            <a:off x="-184236" y="1886080"/>
            <a:ext cx="9122035" cy="4187626"/>
            <a:chOff x="-223286" y="1666105"/>
            <a:chExt cx="9122035" cy="4187626"/>
          </a:xfrm>
        </p:grpSpPr>
        <p:grpSp>
          <p:nvGrpSpPr>
            <p:cNvPr id="597" name="Google Shape;597;p29"/>
            <p:cNvGrpSpPr/>
            <p:nvPr/>
          </p:nvGrpSpPr>
          <p:grpSpPr>
            <a:xfrm>
              <a:off x="-223286" y="1666105"/>
              <a:ext cx="936510" cy="688006"/>
              <a:chOff x="3235964" y="2587955"/>
              <a:chExt cx="936510" cy="688006"/>
            </a:xfrm>
          </p:grpSpPr>
          <p:sp>
            <p:nvSpPr>
              <p:cNvPr id="598" name="Google Shape;598;p29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9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0" name="Google Shape;600;p29"/>
            <p:cNvGrpSpPr/>
            <p:nvPr/>
          </p:nvGrpSpPr>
          <p:grpSpPr>
            <a:xfrm>
              <a:off x="7962803" y="4019849"/>
              <a:ext cx="935946" cy="1833882"/>
              <a:chOff x="4738303" y="2509949"/>
              <a:chExt cx="935946" cy="1833882"/>
            </a:xfrm>
          </p:grpSpPr>
          <p:sp>
            <p:nvSpPr>
              <p:cNvPr id="601" name="Google Shape;601;p29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9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9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0"/>
          <p:cNvSpPr txBox="1"/>
          <p:nvPr>
            <p:ph type="title"/>
          </p:nvPr>
        </p:nvSpPr>
        <p:spPr>
          <a:xfrm>
            <a:off x="2347938" y="538472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0" name="Google Shape;610;p30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30"/>
          <p:cNvSpPr txBox="1"/>
          <p:nvPr/>
        </p:nvSpPr>
        <p:spPr>
          <a:xfrm>
            <a:off x="1897650" y="3611950"/>
            <a:ext cx="53487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12" name="Google Shape;612;p30"/>
          <p:cNvGrpSpPr/>
          <p:nvPr/>
        </p:nvGrpSpPr>
        <p:grpSpPr>
          <a:xfrm>
            <a:off x="202378" y="1912824"/>
            <a:ext cx="9621246" cy="3038210"/>
            <a:chOff x="202378" y="1912824"/>
            <a:chExt cx="9621246" cy="3038210"/>
          </a:xfrm>
        </p:grpSpPr>
        <p:grpSp>
          <p:nvGrpSpPr>
            <p:cNvPr id="613" name="Google Shape;613;p30"/>
            <p:cNvGrpSpPr/>
            <p:nvPr/>
          </p:nvGrpSpPr>
          <p:grpSpPr>
            <a:xfrm>
              <a:off x="7246349" y="3117524"/>
              <a:ext cx="2577275" cy="1833510"/>
              <a:chOff x="781874" y="1294774"/>
              <a:chExt cx="2577275" cy="1833510"/>
            </a:xfrm>
          </p:grpSpPr>
          <p:sp>
            <p:nvSpPr>
              <p:cNvPr id="614" name="Google Shape;614;p3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3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4" name="Google Shape;624;p30"/>
            <p:cNvGrpSpPr/>
            <p:nvPr/>
          </p:nvGrpSpPr>
          <p:grpSpPr>
            <a:xfrm>
              <a:off x="202378" y="1912824"/>
              <a:ext cx="935946" cy="1833882"/>
              <a:chOff x="4738303" y="2509949"/>
              <a:chExt cx="935946" cy="1833882"/>
            </a:xfrm>
          </p:grpSpPr>
          <p:sp>
            <p:nvSpPr>
              <p:cNvPr id="625" name="Google Shape;625;p30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30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30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30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30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31"/>
          <p:cNvGrpSpPr/>
          <p:nvPr/>
        </p:nvGrpSpPr>
        <p:grpSpPr>
          <a:xfrm>
            <a:off x="-234251" y="-297501"/>
            <a:ext cx="9082600" cy="5165107"/>
            <a:chOff x="-234251" y="-297501"/>
            <a:chExt cx="9082600" cy="5165107"/>
          </a:xfrm>
        </p:grpSpPr>
        <p:grpSp>
          <p:nvGrpSpPr>
            <p:cNvPr id="634" name="Google Shape;634;p31"/>
            <p:cNvGrpSpPr/>
            <p:nvPr/>
          </p:nvGrpSpPr>
          <p:grpSpPr>
            <a:xfrm>
              <a:off x="-234251" y="-297501"/>
              <a:ext cx="2577275" cy="1833510"/>
              <a:chOff x="781874" y="1294774"/>
              <a:chExt cx="2577275" cy="1833510"/>
            </a:xfrm>
          </p:grpSpPr>
          <p:sp>
            <p:nvSpPr>
              <p:cNvPr id="635" name="Google Shape;635;p3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3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3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3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3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3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3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5" name="Google Shape;645;p31"/>
            <p:cNvGrpSpPr/>
            <p:nvPr/>
          </p:nvGrpSpPr>
          <p:grpSpPr>
            <a:xfrm>
              <a:off x="7866164" y="275255"/>
              <a:ext cx="936510" cy="688006"/>
              <a:chOff x="3235964" y="2587955"/>
              <a:chExt cx="936510" cy="688006"/>
            </a:xfrm>
          </p:grpSpPr>
          <p:sp>
            <p:nvSpPr>
              <p:cNvPr id="646" name="Google Shape;646;p3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8" name="Google Shape;648;p31"/>
            <p:cNvGrpSpPr/>
            <p:nvPr/>
          </p:nvGrpSpPr>
          <p:grpSpPr>
            <a:xfrm>
              <a:off x="7912403" y="3038447"/>
              <a:ext cx="935946" cy="1829159"/>
              <a:chOff x="4738303" y="2514672"/>
              <a:chExt cx="935946" cy="1829159"/>
            </a:xfrm>
          </p:grpSpPr>
          <p:sp>
            <p:nvSpPr>
              <p:cNvPr id="649" name="Google Shape;649;p31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31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1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3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3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3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5" name="Google Shape;655;p31"/>
            <p:cNvGrpSpPr/>
            <p:nvPr/>
          </p:nvGrpSpPr>
          <p:grpSpPr>
            <a:xfrm>
              <a:off x="381499" y="3884824"/>
              <a:ext cx="1345775" cy="914755"/>
              <a:chOff x="2264799" y="3654374"/>
              <a:chExt cx="1345775" cy="914755"/>
            </a:xfrm>
          </p:grpSpPr>
          <p:sp>
            <p:nvSpPr>
              <p:cNvPr id="656" name="Google Shape;656;p3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3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32"/>
          <p:cNvGrpSpPr/>
          <p:nvPr/>
        </p:nvGrpSpPr>
        <p:grpSpPr>
          <a:xfrm>
            <a:off x="159224" y="251905"/>
            <a:ext cx="8751975" cy="4709604"/>
            <a:chOff x="159224" y="251905"/>
            <a:chExt cx="8751975" cy="4709604"/>
          </a:xfrm>
        </p:grpSpPr>
        <p:grpSp>
          <p:nvGrpSpPr>
            <p:cNvPr id="662" name="Google Shape;662;p32"/>
            <p:cNvGrpSpPr/>
            <p:nvPr/>
          </p:nvGrpSpPr>
          <p:grpSpPr>
            <a:xfrm>
              <a:off x="6333924" y="3127999"/>
              <a:ext cx="2577275" cy="1833510"/>
              <a:chOff x="781874" y="1294774"/>
              <a:chExt cx="2577275" cy="1833510"/>
            </a:xfrm>
          </p:grpSpPr>
          <p:sp>
            <p:nvSpPr>
              <p:cNvPr id="663" name="Google Shape;663;p3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3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3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3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3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3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3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3" name="Google Shape;673;p32"/>
            <p:cNvGrpSpPr/>
            <p:nvPr/>
          </p:nvGrpSpPr>
          <p:grpSpPr>
            <a:xfrm>
              <a:off x="1580814" y="251905"/>
              <a:ext cx="936510" cy="688006"/>
              <a:chOff x="3235964" y="2587955"/>
              <a:chExt cx="936510" cy="688006"/>
            </a:xfrm>
          </p:grpSpPr>
          <p:sp>
            <p:nvSpPr>
              <p:cNvPr id="674" name="Google Shape;674;p3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3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6" name="Google Shape;676;p32"/>
            <p:cNvGrpSpPr/>
            <p:nvPr/>
          </p:nvGrpSpPr>
          <p:grpSpPr>
            <a:xfrm>
              <a:off x="307128" y="346247"/>
              <a:ext cx="935946" cy="1829159"/>
              <a:chOff x="4738303" y="2514672"/>
              <a:chExt cx="935946" cy="1829159"/>
            </a:xfrm>
          </p:grpSpPr>
          <p:sp>
            <p:nvSpPr>
              <p:cNvPr id="677" name="Google Shape;677;p32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2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2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32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3" name="Google Shape;683;p32"/>
            <p:cNvGrpSpPr/>
            <p:nvPr/>
          </p:nvGrpSpPr>
          <p:grpSpPr>
            <a:xfrm>
              <a:off x="159224" y="2418249"/>
              <a:ext cx="1345775" cy="914755"/>
              <a:chOff x="2264799" y="3654374"/>
              <a:chExt cx="1345775" cy="914755"/>
            </a:xfrm>
          </p:grpSpPr>
          <p:sp>
            <p:nvSpPr>
              <p:cNvPr id="684" name="Google Shape;684;p3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3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518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9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2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33"/>
          <p:cNvSpPr txBox="1"/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1" name="Google Shape;691;p33"/>
          <p:cNvSpPr txBox="1"/>
          <p:nvPr>
            <p:ph idx="1" type="subTitle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92" name="Google Shape;692;p33"/>
          <p:cNvGrpSpPr/>
          <p:nvPr/>
        </p:nvGrpSpPr>
        <p:grpSpPr>
          <a:xfrm>
            <a:off x="-244726" y="136174"/>
            <a:ext cx="9143475" cy="4810080"/>
            <a:chOff x="-244726" y="136174"/>
            <a:chExt cx="9143475" cy="4810080"/>
          </a:xfrm>
        </p:grpSpPr>
        <p:grpSp>
          <p:nvGrpSpPr>
            <p:cNvPr id="693" name="Google Shape;693;p33"/>
            <p:cNvGrpSpPr/>
            <p:nvPr/>
          </p:nvGrpSpPr>
          <p:grpSpPr>
            <a:xfrm>
              <a:off x="7962803" y="2451822"/>
              <a:ext cx="935946" cy="1829159"/>
              <a:chOff x="4738303" y="2514672"/>
              <a:chExt cx="935946" cy="1829159"/>
            </a:xfrm>
          </p:grpSpPr>
          <p:sp>
            <p:nvSpPr>
              <p:cNvPr id="694" name="Google Shape;694;p3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3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3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3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3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3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0" name="Google Shape;700;p33"/>
            <p:cNvGrpSpPr/>
            <p:nvPr/>
          </p:nvGrpSpPr>
          <p:grpSpPr>
            <a:xfrm>
              <a:off x="2135549" y="4031499"/>
              <a:ext cx="1345775" cy="914755"/>
              <a:chOff x="2264799" y="3654374"/>
              <a:chExt cx="1345775" cy="914755"/>
            </a:xfrm>
          </p:grpSpPr>
          <p:sp>
            <p:nvSpPr>
              <p:cNvPr id="701" name="Google Shape;701;p3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3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3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3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5" name="Google Shape;705;p33"/>
            <p:cNvGrpSpPr/>
            <p:nvPr/>
          </p:nvGrpSpPr>
          <p:grpSpPr>
            <a:xfrm>
              <a:off x="-244726" y="136174"/>
              <a:ext cx="2577275" cy="1833510"/>
              <a:chOff x="781874" y="1294774"/>
              <a:chExt cx="2577275" cy="1833510"/>
            </a:xfrm>
          </p:grpSpPr>
          <p:sp>
            <p:nvSpPr>
              <p:cNvPr id="706" name="Google Shape;706;p3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149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3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580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3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FFFF">
                  <a:alpha val="25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4"/>
          <p:cNvSpPr txBox="1"/>
          <p:nvPr>
            <p:ph type="ctrTitle"/>
          </p:nvPr>
        </p:nvSpPr>
        <p:spPr>
          <a:xfrm>
            <a:off x="846900" y="1098283"/>
            <a:ext cx="7584000" cy="224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Introducción a la Ciencia de Datos </a:t>
            </a:r>
            <a:endParaRPr sz="5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/>
              <a:t>Cl</a:t>
            </a:r>
            <a:r>
              <a:rPr b="0" lang="en" sz="2000"/>
              <a:t>ase 7</a:t>
            </a:r>
            <a:endParaRPr b="0" sz="2000"/>
          </a:p>
        </p:txBody>
      </p:sp>
      <p:sp>
        <p:nvSpPr>
          <p:cNvPr id="721" name="Google Shape;721;p34"/>
          <p:cNvSpPr txBox="1"/>
          <p:nvPr>
            <p:ph idx="1" type="subTitle"/>
          </p:nvPr>
        </p:nvSpPr>
        <p:spPr>
          <a:xfrm>
            <a:off x="846900" y="3880738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Prof. Hugo Hernandez</a:t>
            </a:r>
            <a:endParaRPr sz="13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Prof. Ana Ibarra</a:t>
            </a:r>
            <a:endParaRPr sz="1300"/>
          </a:p>
        </p:txBody>
      </p:sp>
      <p:cxnSp>
        <p:nvCxnSpPr>
          <p:cNvPr id="722" name="Google Shape;722;p34"/>
          <p:cNvCxnSpPr/>
          <p:nvPr/>
        </p:nvCxnSpPr>
        <p:spPr>
          <a:xfrm>
            <a:off x="953922" y="3527687"/>
            <a:ext cx="931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34"/>
          <p:cNvSpPr/>
          <p:nvPr/>
        </p:nvSpPr>
        <p:spPr>
          <a:xfrm>
            <a:off x="5684700" y="159575"/>
            <a:ext cx="3307200" cy="648300"/>
          </a:xfrm>
          <a:prstGeom prst="rect">
            <a:avLst/>
          </a:prstGeom>
          <a:solidFill>
            <a:srgbClr val="F8FA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000" y="127545"/>
            <a:ext cx="3318349" cy="6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5"/>
          <p:cNvSpPr txBox="1"/>
          <p:nvPr>
            <p:ph type="title"/>
          </p:nvPr>
        </p:nvSpPr>
        <p:spPr>
          <a:xfrm>
            <a:off x="444450" y="924225"/>
            <a:ext cx="7885500" cy="92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Manejo de datos en R</a:t>
            </a:r>
            <a:endParaRPr/>
          </a:p>
        </p:txBody>
      </p:sp>
      <p:cxnSp>
        <p:nvCxnSpPr>
          <p:cNvPr id="730" name="Google Shape;730;p35"/>
          <p:cNvCxnSpPr/>
          <p:nvPr/>
        </p:nvCxnSpPr>
        <p:spPr>
          <a:xfrm>
            <a:off x="568129" y="1844327"/>
            <a:ext cx="931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35"/>
          <p:cNvSpPr txBox="1"/>
          <p:nvPr>
            <p:ph type="title"/>
          </p:nvPr>
        </p:nvSpPr>
        <p:spPr>
          <a:xfrm>
            <a:off x="444450" y="437925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/>
              <a:t>Módulo III </a:t>
            </a:r>
            <a:endParaRPr b="0" sz="3000"/>
          </a:p>
        </p:txBody>
      </p:sp>
      <p:sp>
        <p:nvSpPr>
          <p:cNvPr id="732" name="Google Shape;732;p35"/>
          <p:cNvSpPr txBox="1"/>
          <p:nvPr>
            <p:ph type="title"/>
          </p:nvPr>
        </p:nvSpPr>
        <p:spPr>
          <a:xfrm>
            <a:off x="494250" y="1799900"/>
            <a:ext cx="8255100" cy="21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b="0" lang="en" sz="1800"/>
              <a:t>Introducción al tidyverse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b="0" lang="en" sz="1800"/>
              <a:t>Datos tidy vs. not tidy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b="0" lang="en" sz="1800"/>
              <a:t>Funciones básicas del paquete </a:t>
            </a:r>
            <a:r>
              <a:rPr b="0" i="1" lang="en" sz="1800"/>
              <a:t>dplyr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b="0" lang="en" sz="1800"/>
              <a:t>Nociones básicas de programación: condicionales</a:t>
            </a:r>
            <a:endParaRPr b="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6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Introducción al tidyverse</a:t>
            </a:r>
            <a:endParaRPr sz="3000"/>
          </a:p>
        </p:txBody>
      </p:sp>
      <p:sp>
        <p:nvSpPr>
          <p:cNvPr id="738" name="Google Shape;738;p36"/>
          <p:cNvSpPr txBox="1"/>
          <p:nvPr>
            <p:ph type="title"/>
          </p:nvPr>
        </p:nvSpPr>
        <p:spPr>
          <a:xfrm>
            <a:off x="444450" y="1066525"/>
            <a:ext cx="8255100" cy="3288600"/>
          </a:xfrm>
          <a:prstGeom prst="rect">
            <a:avLst/>
          </a:prstGeom>
          <a:solidFill>
            <a:srgbClr val="00255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(Tidy ~ Ordenado) + (verse ~ universo)</a:t>
            </a:r>
            <a:endParaRPr sz="21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b="0" lang="en" sz="1600"/>
              <a:t>El </a:t>
            </a:r>
            <a:r>
              <a:rPr b="0" i="1" lang="en" sz="1600"/>
              <a:t>tidyverse </a:t>
            </a:r>
            <a:r>
              <a:rPr b="0" lang="en" sz="1600"/>
              <a:t>es un conjunto de librerías en R basados en la misma filosofía</a:t>
            </a: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b="0" lang="en" sz="1600"/>
              <a:t>Tiene su propia sintaxis y fue pensado para ser más intuitivo que las funciones "base" de R</a:t>
            </a: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Promueve usar datos en formato Tidy: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Cada variable tiene su propia columna</a:t>
            </a: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Cada observación tiene su propia fila</a:t>
            </a:r>
            <a:endParaRPr b="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0" lang="en" sz="1600"/>
              <a:t>Cada valor tiene su propia celda</a:t>
            </a: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39" name="Google Shape;73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725" y="3680125"/>
            <a:ext cx="4332225" cy="11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36"/>
          <p:cNvSpPr txBox="1"/>
          <p:nvPr/>
        </p:nvSpPr>
        <p:spPr>
          <a:xfrm>
            <a:off x="444450" y="3979950"/>
            <a:ext cx="3956700" cy="104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se gana con esto?: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Orden. Hay mil de maneras de tener datos desordenados, pero sólo una manera de tener datos tidy.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1" name="Google Shape;741;p36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7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Introducción al tidyverse</a:t>
            </a:r>
            <a:endParaRPr sz="3000"/>
          </a:p>
        </p:txBody>
      </p:sp>
      <p:sp>
        <p:nvSpPr>
          <p:cNvPr id="747" name="Google Shape;747;p37"/>
          <p:cNvSpPr txBox="1"/>
          <p:nvPr>
            <p:ph type="title"/>
          </p:nvPr>
        </p:nvSpPr>
        <p:spPr>
          <a:xfrm>
            <a:off x="444450" y="1066525"/>
            <a:ext cx="8255100" cy="3288600"/>
          </a:xfrm>
          <a:prstGeom prst="rect">
            <a:avLst/>
          </a:prstGeom>
          <a:solidFill>
            <a:srgbClr val="00255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Brinda soluciones para cada etapa del análisis de datos</a:t>
            </a:r>
            <a:endParaRPr sz="2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Cuenta con al menos 8 librerías que usaremos a lo largo del curso. Esta sesión estaremos indagando la librería</a:t>
            </a:r>
            <a:r>
              <a:rPr b="0" i="1" lang="en" sz="1600"/>
              <a:t> </a:t>
            </a:r>
            <a:r>
              <a:rPr i="1" lang="en" sz="1600">
                <a:solidFill>
                  <a:schemeClr val="lt2"/>
                </a:solidFill>
              </a:rPr>
              <a:t>dplyr()</a:t>
            </a:r>
            <a:endParaRPr i="1"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</p:txBody>
      </p:sp>
      <p:pic>
        <p:nvPicPr>
          <p:cNvPr id="748" name="Google Shape;7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687" y="2743400"/>
            <a:ext cx="5274625" cy="20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37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25" y="1462088"/>
            <a:ext cx="79343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38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¿Tidy or not?</a:t>
            </a:r>
            <a:endParaRPr sz="3000"/>
          </a:p>
        </p:txBody>
      </p:sp>
      <p:sp>
        <p:nvSpPr>
          <p:cNvPr id="756" name="Google Shape;756;p38"/>
          <p:cNvSpPr txBox="1"/>
          <p:nvPr/>
        </p:nvSpPr>
        <p:spPr>
          <a:xfrm>
            <a:off x="891650" y="1037175"/>
            <a:ext cx="75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 development indicators (World Bank database)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7" name="Google Shape;757;p38"/>
          <p:cNvSpPr txBox="1"/>
          <p:nvPr/>
        </p:nvSpPr>
        <p:spPr>
          <a:xfrm>
            <a:off x="2633825" y="3826425"/>
            <a:ext cx="489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Opiniones: ¿Es tidy? ¿Por qué?</a:t>
            </a:r>
            <a:endParaRPr b="1" sz="160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38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9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¿Tidy or not?</a:t>
            </a:r>
            <a:endParaRPr sz="3000"/>
          </a:p>
        </p:txBody>
      </p:sp>
      <p:sp>
        <p:nvSpPr>
          <p:cNvPr id="764" name="Google Shape;764;p39"/>
          <p:cNvSpPr txBox="1"/>
          <p:nvPr/>
        </p:nvSpPr>
        <p:spPr>
          <a:xfrm>
            <a:off x="891650" y="1037175"/>
            <a:ext cx="75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 development indicators (World Bank database), versión </a:t>
            </a:r>
            <a:r>
              <a:rPr i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tidy</a:t>
            </a:r>
            <a:endParaRPr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5" name="Google Shape;7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525" y="1614000"/>
            <a:ext cx="5084150" cy="26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9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0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Librería </a:t>
            </a:r>
            <a:r>
              <a:rPr lang="en" sz="3000">
                <a:solidFill>
                  <a:schemeClr val="lt2"/>
                </a:solidFill>
              </a:rPr>
              <a:t>dplyr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772" name="Google Shape;77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8" y="1062200"/>
            <a:ext cx="808672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0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1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Operador de puente o pipe </a:t>
            </a:r>
            <a:r>
              <a:rPr lang="en" sz="3000">
                <a:solidFill>
                  <a:schemeClr val="lt2"/>
                </a:solidFill>
              </a:rPr>
              <a:t>%&gt;%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779" name="Google Shape;77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913" y="980100"/>
            <a:ext cx="8162925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41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2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lang="en" sz="3000">
                <a:solidFill>
                  <a:schemeClr val="lt2"/>
                </a:solidFill>
              </a:rPr>
              <a:t>select()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786" name="Google Shape;7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5" y="1052513"/>
            <a:ext cx="8134350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42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3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lang="en" sz="3000">
                <a:solidFill>
                  <a:schemeClr val="lt2"/>
                </a:solidFill>
              </a:rPr>
              <a:t>select()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793" name="Google Shape;7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50" y="1200150"/>
            <a:ext cx="80391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43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4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lang="en" sz="3000">
                <a:solidFill>
                  <a:schemeClr val="lt2"/>
                </a:solidFill>
              </a:rPr>
              <a:t>select()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00" name="Google Shape;8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50" y="1204913"/>
            <a:ext cx="80391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44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5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lang="en" sz="3000">
                <a:solidFill>
                  <a:schemeClr val="lt2"/>
                </a:solidFill>
              </a:rPr>
              <a:t>select()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07" name="Google Shape;8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63" y="1276350"/>
            <a:ext cx="806767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5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6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lang="en" sz="3000">
                <a:solidFill>
                  <a:schemeClr val="lt2"/>
                </a:solidFill>
              </a:rPr>
              <a:t>filter()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14" name="Google Shape;81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138" y="1062225"/>
            <a:ext cx="7439725" cy="34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6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7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lang="en" sz="3000">
                <a:solidFill>
                  <a:schemeClr val="lt2"/>
                </a:solidFill>
              </a:rPr>
              <a:t>mutate()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21" name="Google Shape;82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38" y="1295400"/>
            <a:ext cx="831532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7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8"/>
          <p:cNvSpPr txBox="1"/>
          <p:nvPr>
            <p:ph type="title"/>
          </p:nvPr>
        </p:nvSpPr>
        <p:spPr>
          <a:xfrm>
            <a:off x="158150" y="129450"/>
            <a:ext cx="85950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lang="en" sz="3000">
                <a:solidFill>
                  <a:schemeClr val="lt2"/>
                </a:solidFill>
              </a:rPr>
              <a:t>summarise() </a:t>
            </a:r>
            <a:r>
              <a:rPr lang="en" sz="3000"/>
              <a:t>o</a:t>
            </a:r>
            <a:r>
              <a:rPr lang="en" sz="3000">
                <a:solidFill>
                  <a:schemeClr val="lt2"/>
                </a:solidFill>
              </a:rPr>
              <a:t> reframe()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28" name="Google Shape;82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375" y="1226425"/>
            <a:ext cx="68580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48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9"/>
          <p:cNvSpPr txBox="1"/>
          <p:nvPr>
            <p:ph type="title"/>
          </p:nvPr>
        </p:nvSpPr>
        <p:spPr>
          <a:xfrm>
            <a:off x="158150" y="129450"/>
            <a:ext cx="85950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lang="en" sz="3000">
                <a:solidFill>
                  <a:schemeClr val="lt2"/>
                </a:solidFill>
              </a:rPr>
              <a:t>group_by()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35" name="Google Shape;83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38" y="1341400"/>
            <a:ext cx="839152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49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0"/>
          <p:cNvSpPr txBox="1"/>
          <p:nvPr>
            <p:ph type="title"/>
          </p:nvPr>
        </p:nvSpPr>
        <p:spPr>
          <a:xfrm>
            <a:off x="365175" y="383100"/>
            <a:ext cx="88866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Dplyr en acción: </a:t>
            </a:r>
            <a:r>
              <a:rPr i="1" lang="en" sz="3000">
                <a:solidFill>
                  <a:schemeClr val="lt2"/>
                </a:solidFill>
              </a:rPr>
              <a:t>rename()</a:t>
            </a:r>
            <a:endParaRPr i="1" sz="3000">
              <a:solidFill>
                <a:schemeClr val="lt2"/>
              </a:solidFill>
            </a:endParaRPr>
          </a:p>
        </p:txBody>
      </p:sp>
      <p:sp>
        <p:nvSpPr>
          <p:cNvPr id="842" name="Google Shape;842;p50"/>
          <p:cNvSpPr txBox="1"/>
          <p:nvPr>
            <p:ph type="title"/>
          </p:nvPr>
        </p:nvSpPr>
        <p:spPr>
          <a:xfrm>
            <a:off x="444450" y="1300750"/>
            <a:ext cx="8255100" cy="3628200"/>
          </a:xfrm>
          <a:prstGeom prst="rect">
            <a:avLst/>
          </a:prstGeom>
          <a:solidFill>
            <a:srgbClr val="00255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Nos permite cambiar el nombre de una o más variables dentro de un dataframe usando la sintaxis </a:t>
            </a:r>
            <a:r>
              <a:rPr lang="en" sz="1700">
                <a:solidFill>
                  <a:schemeClr val="lt2"/>
                </a:solidFill>
              </a:rPr>
              <a:t>“new_name” = old_name </a:t>
            </a:r>
            <a:r>
              <a:rPr lang="en" sz="1700"/>
              <a:t>de manera tal que: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								            </a:t>
            </a:r>
            <a:r>
              <a:rPr b="0" lang="en" sz="1700"/>
              <a:t>Tenemos un objeto llamado df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Para renombrar los nombres de las 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columnas 1 y 3: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lt2"/>
                </a:solidFill>
              </a:rPr>
              <a:t>df %&gt;% 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lt2"/>
                </a:solidFill>
              </a:rPr>
              <a:t>   </a:t>
            </a:r>
            <a:r>
              <a:rPr lang="en" sz="1700">
                <a:solidFill>
                  <a:schemeClr val="lt2"/>
                </a:solidFill>
              </a:rPr>
              <a:t>rename</a:t>
            </a:r>
            <a:r>
              <a:rPr b="0" lang="en" sz="1700">
                <a:solidFill>
                  <a:schemeClr val="lt2"/>
                </a:solidFill>
              </a:rPr>
              <a:t>(“categoria” = nombre_terrible.1 ,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lt2"/>
                </a:solidFill>
              </a:rPr>
              <a:t>                        “nivel” = nombre.peor.2)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843" name="Google Shape;84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949" y="2424399"/>
            <a:ext cx="3061125" cy="16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1"/>
          <p:cNvSpPr txBox="1"/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Practiquemos</a:t>
            </a:r>
            <a:endParaRPr sz="4600"/>
          </a:p>
        </p:txBody>
      </p:sp>
      <p:sp>
        <p:nvSpPr>
          <p:cNvPr id="849" name="Google Shape;849;p51"/>
          <p:cNvSpPr txBox="1"/>
          <p:nvPr>
            <p:ph type="title"/>
          </p:nvPr>
        </p:nvSpPr>
        <p:spPr>
          <a:xfrm>
            <a:off x="1412850" y="2514300"/>
            <a:ext cx="6318300" cy="4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Script 07_funciones_basicas_dplyr</a:t>
            </a:r>
            <a:r>
              <a:rPr b="0" i="1" lang="en" sz="1500"/>
              <a:t>.R </a:t>
            </a:r>
            <a:endParaRPr b="0" i="1"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2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Repaso breve script 07</a:t>
            </a:r>
            <a:endParaRPr sz="3000"/>
          </a:p>
        </p:txBody>
      </p:sp>
      <p:sp>
        <p:nvSpPr>
          <p:cNvPr id="855" name="Google Shape;855;p52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Sabemos identificar los conceptos de bases de datos tidy y emplear funciones del paquete </a:t>
            </a: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dplyr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filter()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Nos permite hacer subsets en un dataframe o tabla a nivel de observaciones (filas). Filtramos la base a partir de ciertas condiciones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select()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Nos permite hacer subsets en un dataframe a nivel de variables (columnas). También nos permite reordenar las columnas de un dataframe y renombrarlas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mutate()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Nos permite crear nuevas columnas en un dataframe en base a otras columnas o valores alfanuméricos que sean asignados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group_by()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Nos permite agrupar los datos de un dataframe basado en una o más columnas que serán consideradas como factores o categóricas. Recuerden que siempre deber cerrarse el </a:t>
            </a: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group_by()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con la función </a:t>
            </a: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ungroup()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summarise()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Nos permite generar medidas de un dataset completo. Usualmente se usa con la función </a:t>
            </a:r>
            <a:r>
              <a:rPr b="1" lang="en"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group_by()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generar cálculos o medidas a nivel de subgrupos dentro del dataset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6" name="Google Shape;856;p52"/>
          <p:cNvSpPr/>
          <p:nvPr/>
        </p:nvSpPr>
        <p:spPr>
          <a:xfrm>
            <a:off x="7082675" y="4537175"/>
            <a:ext cx="837600" cy="328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3"/>
          <p:cNvSpPr txBox="1"/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BREAK TIME</a:t>
            </a:r>
            <a:endParaRPr sz="4600"/>
          </a:p>
        </p:txBody>
      </p:sp>
      <p:sp>
        <p:nvSpPr>
          <p:cNvPr id="862" name="Google Shape;862;p53"/>
          <p:cNvSpPr txBox="1"/>
          <p:nvPr>
            <p:ph type="title"/>
          </p:nvPr>
        </p:nvSpPr>
        <p:spPr>
          <a:xfrm>
            <a:off x="1728825" y="2552975"/>
            <a:ext cx="5832600" cy="4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Nos vemos en 15 minutos</a:t>
            </a:r>
            <a:endParaRPr b="0" i="1"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25" y="1462088"/>
            <a:ext cx="79343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54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Un dataset not tidy</a:t>
            </a:r>
            <a:endParaRPr sz="3000"/>
          </a:p>
        </p:txBody>
      </p:sp>
      <p:sp>
        <p:nvSpPr>
          <p:cNvPr id="869" name="Google Shape;869;p54"/>
          <p:cNvSpPr txBox="1"/>
          <p:nvPr/>
        </p:nvSpPr>
        <p:spPr>
          <a:xfrm>
            <a:off x="891650" y="1037175"/>
            <a:ext cx="75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 development indicators (World Bank database)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0" name="Google Shape;870;p54"/>
          <p:cNvSpPr txBox="1"/>
          <p:nvPr/>
        </p:nvSpPr>
        <p:spPr>
          <a:xfrm>
            <a:off x="2633825" y="3826425"/>
            <a:ext cx="489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Opiniones: ¿Es tidy? ¿Por qué?</a:t>
            </a:r>
            <a:endParaRPr b="1" sz="160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1" name="Google Shape;871;p54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5"/>
          <p:cNvSpPr txBox="1"/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Un dataset tidy</a:t>
            </a:r>
            <a:endParaRPr sz="3000"/>
          </a:p>
        </p:txBody>
      </p:sp>
      <p:sp>
        <p:nvSpPr>
          <p:cNvPr id="877" name="Google Shape;877;p55"/>
          <p:cNvSpPr txBox="1"/>
          <p:nvPr/>
        </p:nvSpPr>
        <p:spPr>
          <a:xfrm>
            <a:off x="891650" y="1037175"/>
            <a:ext cx="75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 development indicators (World Bank database), versión </a:t>
            </a:r>
            <a:r>
              <a:rPr i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tidy</a:t>
            </a:r>
            <a:endParaRPr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8" name="Google Shape;87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525" y="1614000"/>
            <a:ext cx="5084150" cy="26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5"/>
          <p:cNvSpPr txBox="1"/>
          <p:nvPr>
            <p:ph idx="4294967295" type="subTitle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Fuente: Carlos Daboín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6"/>
          <p:cNvSpPr txBox="1"/>
          <p:nvPr>
            <p:ph type="title"/>
          </p:nvPr>
        </p:nvSpPr>
        <p:spPr>
          <a:xfrm>
            <a:off x="158150" y="129450"/>
            <a:ext cx="88866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Datos long vs wide </a:t>
            </a:r>
            <a:endParaRPr sz="3000">
              <a:solidFill>
                <a:schemeClr val="lt2"/>
              </a:solidFill>
            </a:endParaRPr>
          </a:p>
        </p:txBody>
      </p:sp>
      <p:sp>
        <p:nvSpPr>
          <p:cNvPr id="885" name="Google Shape;885;p56"/>
          <p:cNvSpPr txBox="1"/>
          <p:nvPr>
            <p:ph type="title"/>
          </p:nvPr>
        </p:nvSpPr>
        <p:spPr>
          <a:xfrm>
            <a:off x="444450" y="1066525"/>
            <a:ext cx="8255100" cy="3480300"/>
          </a:xfrm>
          <a:prstGeom prst="rect">
            <a:avLst/>
          </a:prstGeom>
          <a:solidFill>
            <a:srgbClr val="00255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Un dataset puede ser escrito en dos formatos: 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</a:rPr>
              <a:t>Wide </a:t>
            </a:r>
            <a:r>
              <a:rPr b="0" lang="en" sz="1700"/>
              <a:t>→ Formato en que una o varias columnas son los niveles de un factor (corresponden a distintas categorías de una misma variable) 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</a:rPr>
              <a:t>Long </a:t>
            </a:r>
            <a:r>
              <a:rPr b="0" lang="en" sz="1700"/>
              <a:t>→ Formato en que cada columna corresponde a una variable y las observaciones de la columna son los distintos valores (pueden ser factores). Formato tidy. 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Si bien el formato </a:t>
            </a:r>
            <a:r>
              <a:rPr lang="en" sz="1700"/>
              <a:t>long</a:t>
            </a:r>
            <a:r>
              <a:rPr b="0" lang="en" sz="1700"/>
              <a:t> es considerado el más eficiente para el análisis de datos, el formato wide puede ser empleado para presentar tablas para una lectura más fácil para las personas que revisan los datos.</a:t>
            </a:r>
            <a:endParaRPr b="0"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7"/>
          <p:cNvSpPr txBox="1"/>
          <p:nvPr>
            <p:ph type="title"/>
          </p:nvPr>
        </p:nvSpPr>
        <p:spPr>
          <a:xfrm>
            <a:off x="158150" y="129450"/>
            <a:ext cx="88866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Datos long vs wide 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91" name="Google Shape;89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400" y="1135075"/>
            <a:ext cx="5967200" cy="151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6750" y="2928250"/>
            <a:ext cx="5110502" cy="1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57"/>
          <p:cNvSpPr txBox="1"/>
          <p:nvPr>
            <p:ph type="title"/>
          </p:nvPr>
        </p:nvSpPr>
        <p:spPr>
          <a:xfrm>
            <a:off x="0" y="1116450"/>
            <a:ext cx="1596300" cy="140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Formato wide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(not tidy)</a:t>
            </a:r>
            <a:endParaRPr sz="2100"/>
          </a:p>
        </p:txBody>
      </p:sp>
      <p:sp>
        <p:nvSpPr>
          <p:cNvPr id="894" name="Google Shape;894;p57"/>
          <p:cNvSpPr txBox="1"/>
          <p:nvPr>
            <p:ph type="title"/>
          </p:nvPr>
        </p:nvSpPr>
        <p:spPr>
          <a:xfrm>
            <a:off x="7376250" y="3194200"/>
            <a:ext cx="1596300" cy="140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Formato long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(tidy)</a:t>
            </a:r>
            <a:endParaRPr sz="2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8"/>
          <p:cNvSpPr txBox="1"/>
          <p:nvPr>
            <p:ph type="title"/>
          </p:nvPr>
        </p:nvSpPr>
        <p:spPr>
          <a:xfrm>
            <a:off x="128700" y="335425"/>
            <a:ext cx="88866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¿Qué hacer si queremos transformar el formato de wide a long o viceversa?</a:t>
            </a:r>
            <a:endParaRPr sz="3000"/>
          </a:p>
        </p:txBody>
      </p:sp>
      <p:sp>
        <p:nvSpPr>
          <p:cNvPr id="900" name="Google Shape;900;p58"/>
          <p:cNvSpPr txBox="1"/>
          <p:nvPr>
            <p:ph type="title"/>
          </p:nvPr>
        </p:nvSpPr>
        <p:spPr>
          <a:xfrm>
            <a:off x="444450" y="1066525"/>
            <a:ext cx="8255100" cy="3862500"/>
          </a:xfrm>
          <a:prstGeom prst="rect">
            <a:avLst/>
          </a:prstGeom>
          <a:solidFill>
            <a:srgbClr val="00255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</a:rPr>
              <a:t>¡R tiene la respuesta!</a:t>
            </a:r>
            <a:endParaRPr sz="19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Si queremos pasar un dataset de wide a long (columnas →  filas)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usamos la función 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pivot_longer</a:t>
            </a:r>
            <a:r>
              <a:rPr b="0" lang="en" sz="1500"/>
              <a:t>(c(columnas_que_queremos_transformar),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                        </a:t>
            </a:r>
            <a:r>
              <a:rPr b="0" lang="en" sz="1500">
                <a:solidFill>
                  <a:schemeClr val="lt2"/>
                </a:solidFill>
              </a:rPr>
              <a:t> names_to</a:t>
            </a:r>
            <a:r>
              <a:rPr b="0" lang="en" sz="1500"/>
              <a:t> = nombre_de_columna_nueva_nombres, 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                        </a:t>
            </a:r>
            <a:r>
              <a:rPr b="0" lang="en" sz="1500">
                <a:solidFill>
                  <a:schemeClr val="lt2"/>
                </a:solidFill>
              </a:rPr>
              <a:t> values_to</a:t>
            </a:r>
            <a:r>
              <a:rPr b="0" lang="en" sz="1500"/>
              <a:t> = nombre_de_columna_nueva_valores)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 Si queremos pasar un dataset de  long a wide (filas → columnas)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usamos la función 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pivot_wider</a:t>
            </a:r>
            <a:r>
              <a:rPr b="0" lang="en" sz="1500"/>
              <a:t>(c(columnas_que_queremos_transformar),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                         </a:t>
            </a:r>
            <a:r>
              <a:rPr b="0" lang="en" sz="1500">
                <a:solidFill>
                  <a:schemeClr val="lt2"/>
                </a:solidFill>
              </a:rPr>
              <a:t>values_from </a:t>
            </a:r>
            <a:r>
              <a:rPr b="0" lang="en" sz="1500"/>
              <a:t>= nombre_de_columna_tiene_valores,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                          </a:t>
            </a:r>
            <a:r>
              <a:rPr b="0" lang="en" sz="1500">
                <a:solidFill>
                  <a:schemeClr val="lt2"/>
                </a:solidFill>
              </a:rPr>
              <a:t>names_from </a:t>
            </a:r>
            <a:r>
              <a:rPr b="0" lang="en" sz="1500"/>
              <a:t>= nombre_de_columna_tiene_nombres)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                          </a:t>
            </a:r>
            <a:endParaRPr b="0"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9"/>
          <p:cNvSpPr txBox="1"/>
          <p:nvPr>
            <p:ph type="title"/>
          </p:nvPr>
        </p:nvSpPr>
        <p:spPr>
          <a:xfrm>
            <a:off x="128700" y="569650"/>
            <a:ext cx="88866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Manipular columnas: funciones separate() y unite()</a:t>
            </a:r>
            <a:endParaRPr sz="3000"/>
          </a:p>
        </p:txBody>
      </p:sp>
      <p:sp>
        <p:nvSpPr>
          <p:cNvPr id="906" name="Google Shape;906;p59"/>
          <p:cNvSpPr txBox="1"/>
          <p:nvPr>
            <p:ph type="title"/>
          </p:nvPr>
        </p:nvSpPr>
        <p:spPr>
          <a:xfrm>
            <a:off x="444450" y="1300750"/>
            <a:ext cx="8255100" cy="3628200"/>
          </a:xfrm>
          <a:prstGeom prst="rect">
            <a:avLst/>
          </a:prstGeom>
          <a:solidFill>
            <a:srgbClr val="00255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Ahora bien, si queremos separar valores de columnas o unirlas, podemos emplear las funciones </a:t>
            </a:r>
            <a:r>
              <a:rPr b="0" i="1" lang="en" sz="1500"/>
              <a:t>separate() </a:t>
            </a:r>
            <a:r>
              <a:rPr b="0" lang="en" sz="1500"/>
              <a:t>y </a:t>
            </a:r>
            <a:r>
              <a:rPr b="0" i="1" lang="en" sz="1500"/>
              <a:t>unite()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Si queremos separar las 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variables de sex y year 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en dos columnas, usamos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la función</a:t>
            </a:r>
            <a:r>
              <a:rPr i="1" lang="en" sz="1700">
                <a:solidFill>
                  <a:schemeClr val="lt2"/>
                </a:solidFill>
              </a:rPr>
              <a:t> separate()</a:t>
            </a:r>
            <a:r>
              <a:rPr lang="en" sz="1700">
                <a:solidFill>
                  <a:schemeClr val="lt2"/>
                </a:solidFill>
              </a:rPr>
              <a:t>.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</a:rPr>
              <a:t>separate(</a:t>
            </a:r>
            <a:r>
              <a:rPr b="0" lang="en" sz="1700">
                <a:solidFill>
                  <a:schemeClr val="lt2"/>
                </a:solidFill>
              </a:rPr>
              <a:t>columna,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lt2"/>
                </a:solidFill>
              </a:rPr>
              <a:t>                   into = c(‘columna_1’,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lt2"/>
                </a:solidFill>
              </a:rPr>
              <a:t>                                    ‘columna_2’),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lt2"/>
                </a:solidFill>
              </a:rPr>
              <a:t>                   sep = ‘_’ o separador)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separate(sex_year, into = c(“sex”, “year”), sep = “_”)</a:t>
            </a:r>
            <a:endParaRPr b="0" sz="1100"/>
          </a:p>
        </p:txBody>
      </p:sp>
      <p:pic>
        <p:nvPicPr>
          <p:cNvPr id="907" name="Google Shape;90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522" y="2102150"/>
            <a:ext cx="3885075" cy="199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0"/>
          <p:cNvSpPr txBox="1"/>
          <p:nvPr>
            <p:ph type="title"/>
          </p:nvPr>
        </p:nvSpPr>
        <p:spPr>
          <a:xfrm>
            <a:off x="128700" y="569650"/>
            <a:ext cx="88866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Manipular columnas: funciones separate() y unite()</a:t>
            </a:r>
            <a:endParaRPr sz="3000"/>
          </a:p>
        </p:txBody>
      </p:sp>
      <p:sp>
        <p:nvSpPr>
          <p:cNvPr id="913" name="Google Shape;913;p60"/>
          <p:cNvSpPr txBox="1"/>
          <p:nvPr>
            <p:ph type="title"/>
          </p:nvPr>
        </p:nvSpPr>
        <p:spPr>
          <a:xfrm>
            <a:off x="444450" y="1300750"/>
            <a:ext cx="8255100" cy="3628200"/>
          </a:xfrm>
          <a:prstGeom prst="rect">
            <a:avLst/>
          </a:prstGeom>
          <a:solidFill>
            <a:srgbClr val="00255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Si queremos unir las 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variables de sex y year </a:t>
            </a:r>
            <a:endParaRPr b="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en dos columnas, usamos</a:t>
            </a:r>
            <a:endParaRPr b="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/>
              <a:t>la función</a:t>
            </a:r>
            <a:r>
              <a:rPr i="1" lang="en" sz="1700">
                <a:solidFill>
                  <a:schemeClr val="lt2"/>
                </a:solidFill>
              </a:rPr>
              <a:t> unite()</a:t>
            </a:r>
            <a:r>
              <a:rPr lang="en" sz="1700">
                <a:solidFill>
                  <a:schemeClr val="lt2"/>
                </a:solidFill>
              </a:rPr>
              <a:t>.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</a:rPr>
              <a:t>unite(</a:t>
            </a:r>
            <a:r>
              <a:rPr b="0" lang="en" sz="1700">
                <a:solidFill>
                  <a:schemeClr val="lt2"/>
                </a:solidFill>
              </a:rPr>
              <a:t>columna_1, columna_2, columna_n,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lt2"/>
                </a:solidFill>
              </a:rPr>
              <a:t>                  col = “nombre_col_nueva”,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lt2"/>
                </a:solidFill>
              </a:rPr>
              <a:t>                   sep = ‘_’ o separador)</a:t>
            </a:r>
            <a:endParaRPr b="0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unite(sex, year,  col = “sex_year”, sep = “_”)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914" name="Google Shape;91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425" y="1078050"/>
            <a:ext cx="3566400" cy="30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1"/>
          <p:cNvSpPr txBox="1"/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Sigamos practicando</a:t>
            </a:r>
            <a:endParaRPr sz="4600"/>
          </a:p>
        </p:txBody>
      </p:sp>
      <p:sp>
        <p:nvSpPr>
          <p:cNvPr id="920" name="Google Shape;920;p61"/>
          <p:cNvSpPr txBox="1"/>
          <p:nvPr>
            <p:ph type="title"/>
          </p:nvPr>
        </p:nvSpPr>
        <p:spPr>
          <a:xfrm>
            <a:off x="1728825" y="2552975"/>
            <a:ext cx="6318300" cy="4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Script 0</a:t>
            </a:r>
            <a:r>
              <a:rPr b="0" i="1" lang="en" sz="1500"/>
              <a:t>8</a:t>
            </a:r>
            <a:r>
              <a:rPr b="0" i="1" lang="en" sz="1500"/>
              <a:t>_reshape-data..R</a:t>
            </a:r>
            <a:endParaRPr b="0" i="1"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2"/>
          <p:cNvSpPr txBox="1"/>
          <p:nvPr>
            <p:ph type="title"/>
          </p:nvPr>
        </p:nvSpPr>
        <p:spPr>
          <a:xfrm>
            <a:off x="537375" y="42382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Task para la próxima semana: </a:t>
            </a:r>
            <a:endParaRPr sz="3000"/>
          </a:p>
        </p:txBody>
      </p:sp>
      <p:cxnSp>
        <p:nvCxnSpPr>
          <p:cNvPr id="926" name="Google Shape;926;p62"/>
          <p:cNvCxnSpPr/>
          <p:nvPr/>
        </p:nvCxnSpPr>
        <p:spPr>
          <a:xfrm>
            <a:off x="1807272" y="1309279"/>
            <a:ext cx="931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7" name="Google Shape;927;p62"/>
          <p:cNvSpPr txBox="1"/>
          <p:nvPr/>
        </p:nvSpPr>
        <p:spPr>
          <a:xfrm>
            <a:off x="262775" y="1660125"/>
            <a:ext cx="8255100" cy="25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7FCEF2"/>
                </a:solidFill>
                <a:latin typeface="Poppins"/>
                <a:ea typeface="Poppins"/>
                <a:cs typeface="Poppins"/>
                <a:sym typeface="Poppins"/>
              </a:rPr>
              <a:t>Asignación 2 </a:t>
            </a:r>
            <a:r>
              <a:rPr lang="en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(Sección de tareas, M7)</a:t>
            </a:r>
            <a:endParaRPr sz="2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sencillas para ser realizadas de forma grupal para comprobar los conocimientos que tenemos hasta el momento</a:t>
            </a:r>
            <a:endParaRPr sz="1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2" marL="13716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■"/>
            </a:pPr>
            <a:r>
              <a:rPr lang="en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Habrá distintas secciones y actividades, suficientes para poder repartir el trabajo en el equipo </a:t>
            </a:r>
            <a:endParaRPr sz="1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Pequeño apartado para adjuntar el dataset crudo  a emplear en el Proyecto, así como una descripción de las variables relevantes que piensan que pueden ser útiles en el desarrollo del mismo</a:t>
            </a:r>
            <a:endParaRPr sz="1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○"/>
            </a:pPr>
            <a:r>
              <a:rPr lang="en" sz="150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Ponderación</a:t>
            </a:r>
            <a:r>
              <a:rPr lang="en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6% de nota definitiva</a:t>
            </a:r>
            <a:endParaRPr b="1" sz="1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Entrega:</a:t>
            </a:r>
            <a:r>
              <a:rPr b="1" lang="en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Lunes 21 octubre</a:t>
            </a:r>
            <a:endParaRPr b="1" sz="1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atistical Methods in Public Health - Master of Science in Biostatistics by Slidesgo">
  <a:themeElements>
    <a:clrScheme name="Simple Light">
      <a:dk1>
        <a:srgbClr val="FFFFFF"/>
      </a:dk1>
      <a:lt1>
        <a:srgbClr val="295D82"/>
      </a:lt1>
      <a:dk2>
        <a:srgbClr val="0A244F"/>
      </a:dk2>
      <a:lt2>
        <a:srgbClr val="00DFD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