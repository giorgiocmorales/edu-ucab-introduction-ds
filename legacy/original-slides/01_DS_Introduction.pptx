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Poppins"/>
      <p:regular r:id="rId33"/>
      <p:bold r:id="rId34"/>
      <p:italic r:id="rId35"/>
      <p:boldItalic r:id="rId36"/>
    </p:embeddedFont>
    <p:embeddedFont>
      <p:font typeface="Anaheim"/>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gl82LmVucn173rUY7fp4ngjy7wn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3E51912-F442-4EC8-B7C5-83F64502CF2C}">
  <a:tblStyle styleId="{73E51912-F442-4EC8-B7C5-83F64502CF2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oppins-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oppins-italic.fntdata"/><Relationship Id="rId12" Type="http://schemas.openxmlformats.org/officeDocument/2006/relationships/slide" Target="slides/slide7.xml"/><Relationship Id="rId34" Type="http://schemas.openxmlformats.org/officeDocument/2006/relationships/font" Target="fonts/Poppins-bold.fntdata"/><Relationship Id="rId15" Type="http://schemas.openxmlformats.org/officeDocument/2006/relationships/slide" Target="slides/slide10.xml"/><Relationship Id="rId37" Type="http://schemas.openxmlformats.org/officeDocument/2006/relationships/font" Target="fonts/Anaheim-regular.fntdata"/><Relationship Id="rId14" Type="http://schemas.openxmlformats.org/officeDocument/2006/relationships/slide" Target="slides/slide9.xml"/><Relationship Id="rId36" Type="http://schemas.openxmlformats.org/officeDocument/2006/relationships/font" Target="fonts/Poppins-boldItalic.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Anaheim-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0" name="Google Shape;6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9" name="Google Shape;6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Hay una clara tendencia. No aprender nada de este mundo de datos, programación, es quedarse atrás, quedarse en el aparato, es hacerse totalmente prescindible (no es que nadie sea imprescindible, pero se entiende).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9" name="Google Shape;70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5" name="Google Shape;715;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Digamos que es hacer que todas las grandes cantidades de información que se generan actualmente sean útiles para ti.</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2" name="Google Shape;72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Digamos que es hacer que todas las grandes cantidades de información que se generan actualmente sean útiles para ti.</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2" name="Google Shape;74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Digamos que es hacer que todas las grandes cantidades de información que se generan actualmente sean útiles para ti.</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1" name="Google Shape;76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Digamos que es hacer que todas las grandes cantidades de información que se generan actualmente sean útiles para ti.</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0" name="Google Shape;78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Digamos que es hacer que todas las grandes cantidades de información que se generan actualmente sean útiles para ti.</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8" name="Google Shape;79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Digamos que es hacer que todas las grandes cantidades de información que se generan actualmente sean útiles para ti.</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6" name="Google Shape;8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Digamos que es hacer que todas las grandes cantidades de información que se generan actualmente sean útiles para ti.</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3" name="Google Shape;83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Digamos que es hacer que todas las grandes cantidades de información que se generan actualmente sean útiles para ti.</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Describir el presente: procesos, ventas, clientes, poblaciones, problemas. En general ver que esta pasando actualmente, poner diferentes lentes, evaluar según diferentes criterios, características, filtrar los análisis, explorar relaciones intuitivas, etc. Esto ayuda a aliviar el tiempo que necesitas para hacer reportes rutinarios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Buscar patrones y detectar anomalías: bueno por supuesto si podemos establecer como se comporta algo, podemos detectar cuando ese comportamiento esta fuera de la norma. Buscar sesgos, etc.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Diagnosticar eventos, comportamientos, estudiando correlaciones mas complejas. </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rPr lang="en" sz="1200">
                <a:solidFill>
                  <a:schemeClr val="dk1"/>
                </a:solidFill>
                <a:latin typeface="Calibri"/>
                <a:ea typeface="Calibri"/>
                <a:cs typeface="Calibri"/>
                <a:sym typeface="Calibri"/>
              </a:rPr>
              <a:t>Hacer predicciones, estimaciones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0" name="Google Shape;85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Campo que esta muy de moda, porque todo lo que hacemos con dispositivos digitales genera datos y hay alguien que esta usando esos datos. Detrás de todo eso hay algún data scientist que esta utilizando toda la información que nosotros generamos en nuestro día a día para diferentes propósitos. Como toda herramienta es un arma de doble filo, casos como el de Cambridge analítica, etc., por un lado. Pero por otro lado están estudios de socioeconómicos, políticas publicas dirigidas y eficientes, ONGs con mayores capacidades, facilitar tramites, interacciones, etc.</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8" name="Google Shape;85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1" name="Google Shape;89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5" name="Google Shape;92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3" name="Google Shape;93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Supongase que yo tengo una estrategia de compra definida: yo compro la acción X cuando baja de su promedio móvil de 200, y la vendo cuando pasa por X% su promedio móvil de tantos días. Se hace el back testing que es probar usando los datos históricos que tal le hubiese ido a esa estrategia en los últimos 5 o 10 anos.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5" name="Google Shape;96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rPr lang="en" sz="1200">
                <a:solidFill>
                  <a:schemeClr val="dk1"/>
                </a:solidFill>
                <a:latin typeface="Calibri"/>
                <a:ea typeface="Calibri"/>
                <a:cs typeface="Calibri"/>
                <a:sym typeface="Calibri"/>
              </a:rPr>
              <a:t>Supongase que yo tengo una estrategia de compra definida: yo compro la acción X cuando baja de su promedio móvil de 200, y la vendo cuando pasa por X% su promedio móvil de tantos días. Se hace el back testing que es probar usando los datos históricos que tal le hubiese ido a esa estrategia en los últimos 5 o 10 anos.</a:t>
            </a:r>
            <a:endParaRPr sz="1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6" name="Google Shape;99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2" name="Google Shape;100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7" name="Google Shape;101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4" name="Google Shape;102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4" name="Google Shape;104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i="1" sz="1200">
              <a:solidFill>
                <a:srgbClr val="595959"/>
              </a:solidFill>
              <a:latin typeface="Anaheim"/>
              <a:ea typeface="Anaheim"/>
              <a:cs typeface="Anaheim"/>
              <a:sym typeface="Anaheim"/>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1" name="Google Shape;105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7" name="Google Shape;105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8" name="Google Shape;1068;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7" name="Google Shape;107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3" name="Google Shape;108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0" name="Google Shape;10;p29"/>
          <p:cNvSpPr txBox="1"/>
          <p:nvPr>
            <p:ph type="ctrTitle"/>
          </p:nvPr>
        </p:nvSpPr>
        <p:spPr>
          <a:xfrm>
            <a:off x="846900" y="1098283"/>
            <a:ext cx="7584000" cy="2247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sz="70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1" name="Google Shape;11;p29"/>
          <p:cNvSpPr txBox="1"/>
          <p:nvPr>
            <p:ph idx="1" type="subTitle"/>
          </p:nvPr>
        </p:nvSpPr>
        <p:spPr>
          <a:xfrm>
            <a:off x="846900" y="3728338"/>
            <a:ext cx="4528800" cy="4758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9"/>
          <p:cNvGrpSpPr/>
          <p:nvPr/>
        </p:nvGrpSpPr>
        <p:grpSpPr>
          <a:xfrm>
            <a:off x="-747801" y="-707126"/>
            <a:ext cx="10297750" cy="6227885"/>
            <a:chOff x="-747801" y="-707126"/>
            <a:chExt cx="10297750" cy="6227885"/>
          </a:xfrm>
        </p:grpSpPr>
        <p:grpSp>
          <p:nvGrpSpPr>
            <p:cNvPr id="13" name="Google Shape;13;p29"/>
            <p:cNvGrpSpPr/>
            <p:nvPr/>
          </p:nvGrpSpPr>
          <p:grpSpPr>
            <a:xfrm>
              <a:off x="-747801" y="-707126"/>
              <a:ext cx="2577275" cy="1833510"/>
              <a:chOff x="781874" y="1294774"/>
              <a:chExt cx="2577275" cy="1833510"/>
            </a:xfrm>
          </p:grpSpPr>
          <p:sp>
            <p:nvSpPr>
              <p:cNvPr id="14" name="Google Shape;14;p29"/>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9"/>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9"/>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9"/>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9"/>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9"/>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9"/>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9"/>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9"/>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9"/>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 name="Google Shape;24;p29"/>
            <p:cNvGrpSpPr/>
            <p:nvPr/>
          </p:nvGrpSpPr>
          <p:grpSpPr>
            <a:xfrm>
              <a:off x="6972674" y="3687249"/>
              <a:ext cx="2577275" cy="1833510"/>
              <a:chOff x="781874" y="1294774"/>
              <a:chExt cx="2577275" cy="1833510"/>
            </a:xfrm>
          </p:grpSpPr>
          <p:sp>
            <p:nvSpPr>
              <p:cNvPr id="25" name="Google Shape;25;p29"/>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9"/>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9"/>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9"/>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9"/>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9"/>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9"/>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9"/>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9"/>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9"/>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3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37" name="Google Shape;37;p30"/>
          <p:cNvGrpSpPr/>
          <p:nvPr/>
        </p:nvGrpSpPr>
        <p:grpSpPr>
          <a:xfrm>
            <a:off x="7481624" y="4031499"/>
            <a:ext cx="1345775" cy="914755"/>
            <a:chOff x="2264799" y="3654374"/>
            <a:chExt cx="1345775" cy="914755"/>
          </a:xfrm>
        </p:grpSpPr>
        <p:sp>
          <p:nvSpPr>
            <p:cNvPr id="38" name="Google Shape;38;p30"/>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30"/>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30"/>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0"/>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2" name="Shape 42"/>
        <p:cNvGrpSpPr/>
        <p:nvPr/>
      </p:nvGrpSpPr>
      <p:grpSpPr>
        <a:xfrm>
          <a:off x="0" y="0"/>
          <a:ext cx="0" cy="0"/>
          <a:chOff x="0" y="0"/>
          <a:chExt cx="0" cy="0"/>
        </a:xfrm>
      </p:grpSpPr>
      <p:pic>
        <p:nvPicPr>
          <p:cNvPr id="43" name="Google Shape;43;p3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4" name="Google Shape;44;p31"/>
          <p:cNvSpPr txBox="1"/>
          <p:nvPr>
            <p:ph type="title"/>
          </p:nvPr>
        </p:nvSpPr>
        <p:spPr>
          <a:xfrm>
            <a:off x="713225" y="2344050"/>
            <a:ext cx="5067600" cy="9201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600"/>
              <a:buNone/>
              <a:defRPr sz="50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5" name="Google Shape;45;p31"/>
          <p:cNvSpPr txBox="1"/>
          <p:nvPr>
            <p:ph idx="2" type="title"/>
          </p:nvPr>
        </p:nvSpPr>
        <p:spPr>
          <a:xfrm>
            <a:off x="713225" y="1353475"/>
            <a:ext cx="1652100" cy="915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6000"/>
              <a:buNone/>
              <a:defRPr sz="60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46" name="Google Shape;46;p31"/>
          <p:cNvSpPr txBox="1"/>
          <p:nvPr>
            <p:ph idx="1" type="subTitle"/>
          </p:nvPr>
        </p:nvSpPr>
        <p:spPr>
          <a:xfrm>
            <a:off x="713225" y="3415025"/>
            <a:ext cx="5067600" cy="3750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7" name="Google Shape;47;p31"/>
          <p:cNvGrpSpPr/>
          <p:nvPr/>
        </p:nvGrpSpPr>
        <p:grpSpPr>
          <a:xfrm>
            <a:off x="6172199" y="136174"/>
            <a:ext cx="2791650" cy="4892530"/>
            <a:chOff x="6172199" y="136174"/>
            <a:chExt cx="2791650" cy="4892530"/>
          </a:xfrm>
        </p:grpSpPr>
        <p:grpSp>
          <p:nvGrpSpPr>
            <p:cNvPr id="48" name="Google Shape;48;p31"/>
            <p:cNvGrpSpPr/>
            <p:nvPr/>
          </p:nvGrpSpPr>
          <p:grpSpPr>
            <a:xfrm>
              <a:off x="6292024" y="136174"/>
              <a:ext cx="2577275" cy="1833510"/>
              <a:chOff x="781874" y="1294774"/>
              <a:chExt cx="2577275" cy="1833510"/>
            </a:xfrm>
          </p:grpSpPr>
          <p:sp>
            <p:nvSpPr>
              <p:cNvPr id="49" name="Google Shape;49;p31"/>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1"/>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1"/>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31"/>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1"/>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1"/>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1"/>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31"/>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31"/>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31"/>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9" name="Google Shape;59;p31"/>
            <p:cNvGrpSpPr/>
            <p:nvPr/>
          </p:nvGrpSpPr>
          <p:grpSpPr>
            <a:xfrm>
              <a:off x="8027339" y="2095605"/>
              <a:ext cx="936510" cy="688006"/>
              <a:chOff x="3235964" y="2587955"/>
              <a:chExt cx="936510" cy="688006"/>
            </a:xfrm>
          </p:grpSpPr>
          <p:sp>
            <p:nvSpPr>
              <p:cNvPr id="60" name="Google Shape;60;p31"/>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1"/>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 name="Google Shape;62;p31"/>
            <p:cNvGrpSpPr/>
            <p:nvPr/>
          </p:nvGrpSpPr>
          <p:grpSpPr>
            <a:xfrm>
              <a:off x="8027628" y="3199534"/>
              <a:ext cx="935946" cy="1829159"/>
              <a:chOff x="4738303" y="2514672"/>
              <a:chExt cx="935946" cy="1829159"/>
            </a:xfrm>
          </p:grpSpPr>
          <p:sp>
            <p:nvSpPr>
              <p:cNvPr id="63" name="Google Shape;63;p31"/>
              <p:cNvSpPr/>
              <p:nvPr/>
            </p:nvSpPr>
            <p:spPr>
              <a:xfrm rot="10800000">
                <a:off x="5149249" y="27403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1"/>
              <p:cNvSpPr/>
              <p:nvPr/>
            </p:nvSpPr>
            <p:spPr>
              <a:xfrm rot="10800000">
                <a:off x="4739611" y="297132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1"/>
              <p:cNvSpPr/>
              <p:nvPr/>
            </p:nvSpPr>
            <p:spPr>
              <a:xfrm rot="10800000">
                <a:off x="4738303" y="2514672"/>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1"/>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1"/>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1"/>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9" name="Google Shape;69;p31"/>
            <p:cNvGrpSpPr/>
            <p:nvPr/>
          </p:nvGrpSpPr>
          <p:grpSpPr>
            <a:xfrm>
              <a:off x="6172199" y="4113949"/>
              <a:ext cx="1345775" cy="914755"/>
              <a:chOff x="2264799" y="3654374"/>
              <a:chExt cx="1345775" cy="914755"/>
            </a:xfrm>
          </p:grpSpPr>
          <p:sp>
            <p:nvSpPr>
              <p:cNvPr id="70" name="Google Shape;70;p31"/>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1"/>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1"/>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1"/>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74" name="Shape 74"/>
        <p:cNvGrpSpPr/>
        <p:nvPr/>
      </p:nvGrpSpPr>
      <p:grpSpPr>
        <a:xfrm>
          <a:off x="0" y="0"/>
          <a:ext cx="0" cy="0"/>
          <a:chOff x="0" y="0"/>
          <a:chExt cx="0" cy="0"/>
        </a:xfrm>
      </p:grpSpPr>
      <p:sp>
        <p:nvSpPr>
          <p:cNvPr id="75" name="Google Shape;75;p32"/>
          <p:cNvSpPr txBox="1"/>
          <p:nvPr>
            <p:ph idx="1" type="subTitle"/>
          </p:nvPr>
        </p:nvSpPr>
        <p:spPr>
          <a:xfrm>
            <a:off x="4832078" y="1667625"/>
            <a:ext cx="3254100" cy="220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32"/>
          <p:cNvSpPr txBox="1"/>
          <p:nvPr>
            <p:ph idx="2" type="subTitle"/>
          </p:nvPr>
        </p:nvSpPr>
        <p:spPr>
          <a:xfrm>
            <a:off x="1057900" y="1667625"/>
            <a:ext cx="3254100" cy="2207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7" name="Google Shape;77;p3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78" name="Google Shape;78;p32"/>
          <p:cNvGrpSpPr/>
          <p:nvPr/>
        </p:nvGrpSpPr>
        <p:grpSpPr>
          <a:xfrm>
            <a:off x="965824" y="3077647"/>
            <a:ext cx="7932925" cy="1846319"/>
            <a:chOff x="965824" y="3077647"/>
            <a:chExt cx="7932925" cy="1846319"/>
          </a:xfrm>
        </p:grpSpPr>
        <p:grpSp>
          <p:nvGrpSpPr>
            <p:cNvPr id="79" name="Google Shape;79;p32"/>
            <p:cNvGrpSpPr/>
            <p:nvPr/>
          </p:nvGrpSpPr>
          <p:grpSpPr>
            <a:xfrm>
              <a:off x="7962803" y="3077647"/>
              <a:ext cx="935946" cy="1829159"/>
              <a:chOff x="4738303" y="2514672"/>
              <a:chExt cx="935946" cy="1829159"/>
            </a:xfrm>
          </p:grpSpPr>
          <p:sp>
            <p:nvSpPr>
              <p:cNvPr id="80" name="Google Shape;80;p32"/>
              <p:cNvSpPr/>
              <p:nvPr/>
            </p:nvSpPr>
            <p:spPr>
              <a:xfrm rot="10800000">
                <a:off x="5149249" y="27403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2"/>
              <p:cNvSpPr/>
              <p:nvPr/>
            </p:nvSpPr>
            <p:spPr>
              <a:xfrm rot="10800000">
                <a:off x="4739611" y="297132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2"/>
              <p:cNvSpPr/>
              <p:nvPr/>
            </p:nvSpPr>
            <p:spPr>
              <a:xfrm rot="10800000">
                <a:off x="4738303" y="2514672"/>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2"/>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2"/>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2"/>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6" name="Google Shape;86;p32"/>
            <p:cNvGrpSpPr/>
            <p:nvPr/>
          </p:nvGrpSpPr>
          <p:grpSpPr>
            <a:xfrm>
              <a:off x="965824" y="4009211"/>
              <a:ext cx="1345775" cy="914755"/>
              <a:chOff x="2264799" y="3654374"/>
              <a:chExt cx="1345775" cy="914755"/>
            </a:xfrm>
          </p:grpSpPr>
          <p:sp>
            <p:nvSpPr>
              <p:cNvPr id="87" name="Google Shape;87;p32"/>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2"/>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32"/>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2"/>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1" name="Shape 91"/>
        <p:cNvGrpSpPr/>
        <p:nvPr/>
      </p:nvGrpSpPr>
      <p:grpSpPr>
        <a:xfrm>
          <a:off x="0" y="0"/>
          <a:ext cx="0" cy="0"/>
          <a:chOff x="0" y="0"/>
          <a:chExt cx="0" cy="0"/>
        </a:xfrm>
      </p:grpSpPr>
      <p:sp>
        <p:nvSpPr>
          <p:cNvPr id="92" name="Google Shape;92;p33"/>
          <p:cNvSpPr txBox="1"/>
          <p:nvPr>
            <p:ph idx="1" type="subTitle"/>
          </p:nvPr>
        </p:nvSpPr>
        <p:spPr>
          <a:xfrm>
            <a:off x="713225" y="2992402"/>
            <a:ext cx="2356200" cy="1015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3" name="Google Shape;93;p33"/>
          <p:cNvSpPr txBox="1"/>
          <p:nvPr>
            <p:ph idx="2" type="subTitle"/>
          </p:nvPr>
        </p:nvSpPr>
        <p:spPr>
          <a:xfrm>
            <a:off x="3393900" y="2992402"/>
            <a:ext cx="2356200" cy="1015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4" name="Google Shape;94;p33"/>
          <p:cNvSpPr txBox="1"/>
          <p:nvPr>
            <p:ph idx="3" type="subTitle"/>
          </p:nvPr>
        </p:nvSpPr>
        <p:spPr>
          <a:xfrm>
            <a:off x="6074574" y="2992402"/>
            <a:ext cx="2356200" cy="10155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5" name="Google Shape;95;p33"/>
          <p:cNvSpPr txBox="1"/>
          <p:nvPr>
            <p:ph idx="4" type="subTitle"/>
          </p:nvPr>
        </p:nvSpPr>
        <p:spPr>
          <a:xfrm>
            <a:off x="713225" y="2332400"/>
            <a:ext cx="2356200" cy="6600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96" name="Google Shape;96;p33"/>
          <p:cNvSpPr txBox="1"/>
          <p:nvPr>
            <p:ph idx="5" type="subTitle"/>
          </p:nvPr>
        </p:nvSpPr>
        <p:spPr>
          <a:xfrm>
            <a:off x="3393900" y="2332400"/>
            <a:ext cx="2356200" cy="6600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97" name="Google Shape;97;p33"/>
          <p:cNvSpPr txBox="1"/>
          <p:nvPr>
            <p:ph idx="6" type="subTitle"/>
          </p:nvPr>
        </p:nvSpPr>
        <p:spPr>
          <a:xfrm>
            <a:off x="6074575" y="2332400"/>
            <a:ext cx="2356200" cy="6600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98" name="Google Shape;98;p3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99" name="Google Shape;99;p33"/>
          <p:cNvGrpSpPr/>
          <p:nvPr/>
        </p:nvGrpSpPr>
        <p:grpSpPr>
          <a:xfrm>
            <a:off x="-391401" y="1603297"/>
            <a:ext cx="9868275" cy="4284737"/>
            <a:chOff x="-391401" y="1603297"/>
            <a:chExt cx="9868275" cy="4284737"/>
          </a:xfrm>
        </p:grpSpPr>
        <p:grpSp>
          <p:nvGrpSpPr>
            <p:cNvPr id="100" name="Google Shape;100;p33"/>
            <p:cNvGrpSpPr/>
            <p:nvPr/>
          </p:nvGrpSpPr>
          <p:grpSpPr>
            <a:xfrm>
              <a:off x="-391401" y="4054524"/>
              <a:ext cx="2577275" cy="1833510"/>
              <a:chOff x="781874" y="1294774"/>
              <a:chExt cx="2577275" cy="1833510"/>
            </a:xfrm>
          </p:grpSpPr>
          <p:sp>
            <p:nvSpPr>
              <p:cNvPr id="101" name="Google Shape;101;p33"/>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3"/>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33"/>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3"/>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3"/>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33"/>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3"/>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33"/>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3"/>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3"/>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1" name="Google Shape;111;p33"/>
            <p:cNvGrpSpPr/>
            <p:nvPr/>
          </p:nvGrpSpPr>
          <p:grpSpPr>
            <a:xfrm>
              <a:off x="7394764" y="4054530"/>
              <a:ext cx="936510" cy="688006"/>
              <a:chOff x="3235964" y="2587955"/>
              <a:chExt cx="936510" cy="688006"/>
            </a:xfrm>
          </p:grpSpPr>
          <p:sp>
            <p:nvSpPr>
              <p:cNvPr id="112" name="Google Shape;112;p33"/>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3"/>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4" name="Google Shape;114;p33"/>
            <p:cNvGrpSpPr/>
            <p:nvPr/>
          </p:nvGrpSpPr>
          <p:grpSpPr>
            <a:xfrm>
              <a:off x="8540928" y="1603297"/>
              <a:ext cx="935946" cy="1829159"/>
              <a:chOff x="4738303" y="2514672"/>
              <a:chExt cx="935946" cy="1829159"/>
            </a:xfrm>
          </p:grpSpPr>
          <p:sp>
            <p:nvSpPr>
              <p:cNvPr id="115" name="Google Shape;115;p33"/>
              <p:cNvSpPr/>
              <p:nvPr/>
            </p:nvSpPr>
            <p:spPr>
              <a:xfrm rot="10800000">
                <a:off x="5149249" y="27403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3"/>
              <p:cNvSpPr/>
              <p:nvPr/>
            </p:nvSpPr>
            <p:spPr>
              <a:xfrm rot="10800000">
                <a:off x="4739611" y="297132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3"/>
              <p:cNvSpPr/>
              <p:nvPr/>
            </p:nvSpPr>
            <p:spPr>
              <a:xfrm rot="10800000">
                <a:off x="4738303" y="2514672"/>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3"/>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3"/>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3"/>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1" name="Google Shape;121;p33"/>
            <p:cNvGrpSpPr/>
            <p:nvPr/>
          </p:nvGrpSpPr>
          <p:grpSpPr>
            <a:xfrm>
              <a:off x="4915099" y="4146624"/>
              <a:ext cx="1345775" cy="914755"/>
              <a:chOff x="2264799" y="3654374"/>
              <a:chExt cx="1345775" cy="914755"/>
            </a:xfrm>
          </p:grpSpPr>
          <p:sp>
            <p:nvSpPr>
              <p:cNvPr id="122" name="Google Shape;122;p33"/>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3"/>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3"/>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3"/>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6" name="Shape 126"/>
        <p:cNvGrpSpPr/>
        <p:nvPr/>
      </p:nvGrpSpPr>
      <p:grpSpPr>
        <a:xfrm>
          <a:off x="0" y="0"/>
          <a:ext cx="0" cy="0"/>
          <a:chOff x="0" y="0"/>
          <a:chExt cx="0" cy="0"/>
        </a:xfrm>
      </p:grpSpPr>
      <p:sp>
        <p:nvSpPr>
          <p:cNvPr id="127" name="Google Shape;127;p34"/>
          <p:cNvSpPr txBox="1"/>
          <p:nvPr>
            <p:ph type="title"/>
          </p:nvPr>
        </p:nvSpPr>
        <p:spPr>
          <a:xfrm>
            <a:off x="720000" y="445025"/>
            <a:ext cx="4294800" cy="1524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128" name="Google Shape;128;p34"/>
          <p:cNvSpPr txBox="1"/>
          <p:nvPr>
            <p:ph idx="1" type="subTitle"/>
          </p:nvPr>
        </p:nvSpPr>
        <p:spPr>
          <a:xfrm>
            <a:off x="720000" y="2000900"/>
            <a:ext cx="4294800" cy="2298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Clr>
                <a:schemeClr val="lt2"/>
              </a:buClr>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pic>
        <p:nvPicPr>
          <p:cNvPr id="130" name="Google Shape;130;p3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31" name="Google Shape;131;p35"/>
          <p:cNvSpPr txBox="1"/>
          <p:nvPr>
            <p:ph type="title"/>
          </p:nvPr>
        </p:nvSpPr>
        <p:spPr>
          <a:xfrm>
            <a:off x="2135550" y="1541188"/>
            <a:ext cx="4872900" cy="1161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65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
        <p:nvSpPr>
          <p:cNvPr id="132" name="Google Shape;132;p35"/>
          <p:cNvSpPr txBox="1"/>
          <p:nvPr>
            <p:ph idx="1" type="subTitle"/>
          </p:nvPr>
        </p:nvSpPr>
        <p:spPr>
          <a:xfrm>
            <a:off x="2135550" y="2931213"/>
            <a:ext cx="4872900" cy="671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133" name="Google Shape;133;p35"/>
          <p:cNvGrpSpPr/>
          <p:nvPr/>
        </p:nvGrpSpPr>
        <p:grpSpPr>
          <a:xfrm>
            <a:off x="-244726" y="136174"/>
            <a:ext cx="9143475" cy="4810080"/>
            <a:chOff x="-244726" y="136174"/>
            <a:chExt cx="9143475" cy="4810080"/>
          </a:xfrm>
        </p:grpSpPr>
        <p:grpSp>
          <p:nvGrpSpPr>
            <p:cNvPr id="134" name="Google Shape;134;p35"/>
            <p:cNvGrpSpPr/>
            <p:nvPr/>
          </p:nvGrpSpPr>
          <p:grpSpPr>
            <a:xfrm>
              <a:off x="7962803" y="2451822"/>
              <a:ext cx="935946" cy="1829159"/>
              <a:chOff x="4738303" y="2514672"/>
              <a:chExt cx="935946" cy="1829159"/>
            </a:xfrm>
          </p:grpSpPr>
          <p:sp>
            <p:nvSpPr>
              <p:cNvPr id="135" name="Google Shape;135;p35"/>
              <p:cNvSpPr/>
              <p:nvPr/>
            </p:nvSpPr>
            <p:spPr>
              <a:xfrm rot="10800000">
                <a:off x="5149249" y="27403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5"/>
              <p:cNvSpPr/>
              <p:nvPr/>
            </p:nvSpPr>
            <p:spPr>
              <a:xfrm rot="10800000">
                <a:off x="4739611" y="297132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35"/>
              <p:cNvSpPr/>
              <p:nvPr/>
            </p:nvSpPr>
            <p:spPr>
              <a:xfrm rot="10800000">
                <a:off x="4738303" y="2514672"/>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35"/>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5"/>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5"/>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1" name="Google Shape;141;p35"/>
            <p:cNvGrpSpPr/>
            <p:nvPr/>
          </p:nvGrpSpPr>
          <p:grpSpPr>
            <a:xfrm>
              <a:off x="2135549" y="4031499"/>
              <a:ext cx="1345775" cy="914755"/>
              <a:chOff x="2264799" y="3654374"/>
              <a:chExt cx="1345775" cy="914755"/>
            </a:xfrm>
          </p:grpSpPr>
          <p:sp>
            <p:nvSpPr>
              <p:cNvPr id="142" name="Google Shape;142;p35"/>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5"/>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5"/>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5"/>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46" name="Google Shape;146;p35"/>
            <p:cNvGrpSpPr/>
            <p:nvPr/>
          </p:nvGrpSpPr>
          <p:grpSpPr>
            <a:xfrm>
              <a:off x="-244726" y="136174"/>
              <a:ext cx="2577275" cy="1833510"/>
              <a:chOff x="781874" y="1294774"/>
              <a:chExt cx="2577275" cy="1833510"/>
            </a:xfrm>
          </p:grpSpPr>
          <p:sp>
            <p:nvSpPr>
              <p:cNvPr id="147" name="Google Shape;147;p35"/>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5"/>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5"/>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5"/>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5"/>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5"/>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5"/>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35"/>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5"/>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5"/>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57" name="Shape 157"/>
        <p:cNvGrpSpPr/>
        <p:nvPr/>
      </p:nvGrpSpPr>
      <p:grpSpPr>
        <a:xfrm>
          <a:off x="0" y="0"/>
          <a:ext cx="0" cy="0"/>
          <a:chOff x="0" y="0"/>
          <a:chExt cx="0" cy="0"/>
        </a:xfrm>
      </p:grpSpPr>
      <p:sp>
        <p:nvSpPr>
          <p:cNvPr id="158" name="Google Shape;158;p36"/>
          <p:cNvSpPr txBox="1"/>
          <p:nvPr>
            <p:ph idx="1" type="subTitle"/>
          </p:nvPr>
        </p:nvSpPr>
        <p:spPr>
          <a:xfrm>
            <a:off x="720000" y="2285397"/>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9" name="Google Shape;159;p36"/>
          <p:cNvSpPr txBox="1"/>
          <p:nvPr>
            <p:ph idx="2" type="subTitle"/>
          </p:nvPr>
        </p:nvSpPr>
        <p:spPr>
          <a:xfrm>
            <a:off x="3346572" y="2285397"/>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0" name="Google Shape;160;p36"/>
          <p:cNvSpPr txBox="1"/>
          <p:nvPr>
            <p:ph idx="3" type="subTitle"/>
          </p:nvPr>
        </p:nvSpPr>
        <p:spPr>
          <a:xfrm>
            <a:off x="720000" y="4018575"/>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1" name="Google Shape;161;p36"/>
          <p:cNvSpPr txBox="1"/>
          <p:nvPr>
            <p:ph idx="4" type="subTitle"/>
          </p:nvPr>
        </p:nvSpPr>
        <p:spPr>
          <a:xfrm>
            <a:off x="3346572" y="4018575"/>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2" name="Google Shape;162;p36"/>
          <p:cNvSpPr txBox="1"/>
          <p:nvPr>
            <p:ph idx="5" type="subTitle"/>
          </p:nvPr>
        </p:nvSpPr>
        <p:spPr>
          <a:xfrm>
            <a:off x="5973152" y="2285397"/>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3" name="Google Shape;163;p36"/>
          <p:cNvSpPr txBox="1"/>
          <p:nvPr>
            <p:ph idx="6" type="subTitle"/>
          </p:nvPr>
        </p:nvSpPr>
        <p:spPr>
          <a:xfrm>
            <a:off x="5973152" y="4018575"/>
            <a:ext cx="2450700" cy="572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4" name="Google Shape;164;p36"/>
          <p:cNvSpPr txBox="1"/>
          <p:nvPr>
            <p:ph type="title"/>
          </p:nvPr>
        </p:nvSpPr>
        <p:spPr>
          <a:xfrm>
            <a:off x="720000" y="1332025"/>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5" name="Google Shape;165;p36"/>
          <p:cNvSpPr txBox="1"/>
          <p:nvPr>
            <p:ph idx="7" type="title"/>
          </p:nvPr>
        </p:nvSpPr>
        <p:spPr>
          <a:xfrm>
            <a:off x="720000" y="3064618"/>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6" name="Google Shape;166;p36"/>
          <p:cNvSpPr txBox="1"/>
          <p:nvPr>
            <p:ph idx="8" type="title"/>
          </p:nvPr>
        </p:nvSpPr>
        <p:spPr>
          <a:xfrm>
            <a:off x="3346572" y="1332025"/>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7" name="Google Shape;167;p36"/>
          <p:cNvSpPr txBox="1"/>
          <p:nvPr>
            <p:ph idx="9" type="title"/>
          </p:nvPr>
        </p:nvSpPr>
        <p:spPr>
          <a:xfrm>
            <a:off x="3346572" y="3064618"/>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8" name="Google Shape;168;p36"/>
          <p:cNvSpPr txBox="1"/>
          <p:nvPr>
            <p:ph idx="13" type="title"/>
          </p:nvPr>
        </p:nvSpPr>
        <p:spPr>
          <a:xfrm>
            <a:off x="5973152" y="1332025"/>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69" name="Google Shape;169;p36"/>
          <p:cNvSpPr txBox="1"/>
          <p:nvPr>
            <p:ph idx="14" type="title"/>
          </p:nvPr>
        </p:nvSpPr>
        <p:spPr>
          <a:xfrm>
            <a:off x="5973152" y="3064618"/>
            <a:ext cx="7809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solidFill>
                  <a:schemeClr val="lt2"/>
                </a:solidFill>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0" name="Google Shape;170;p36"/>
          <p:cNvSpPr txBox="1"/>
          <p:nvPr>
            <p:ph idx="15" type="subTitle"/>
          </p:nvPr>
        </p:nvSpPr>
        <p:spPr>
          <a:xfrm>
            <a:off x="720000" y="187731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171" name="Google Shape;171;p36"/>
          <p:cNvSpPr txBox="1"/>
          <p:nvPr>
            <p:ph idx="16" type="subTitle"/>
          </p:nvPr>
        </p:nvSpPr>
        <p:spPr>
          <a:xfrm>
            <a:off x="3346572" y="187731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172" name="Google Shape;172;p36"/>
          <p:cNvSpPr txBox="1"/>
          <p:nvPr>
            <p:ph idx="17" type="subTitle"/>
          </p:nvPr>
        </p:nvSpPr>
        <p:spPr>
          <a:xfrm>
            <a:off x="5973152" y="187731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173" name="Google Shape;173;p36"/>
          <p:cNvSpPr txBox="1"/>
          <p:nvPr>
            <p:ph idx="18" type="subTitle"/>
          </p:nvPr>
        </p:nvSpPr>
        <p:spPr>
          <a:xfrm>
            <a:off x="720000" y="360997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174" name="Google Shape;174;p36"/>
          <p:cNvSpPr txBox="1"/>
          <p:nvPr>
            <p:ph idx="19" type="subTitle"/>
          </p:nvPr>
        </p:nvSpPr>
        <p:spPr>
          <a:xfrm>
            <a:off x="3346572" y="360997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175" name="Google Shape;175;p36"/>
          <p:cNvSpPr txBox="1"/>
          <p:nvPr>
            <p:ph idx="20" type="subTitle"/>
          </p:nvPr>
        </p:nvSpPr>
        <p:spPr>
          <a:xfrm>
            <a:off x="5973152" y="3609976"/>
            <a:ext cx="2450700" cy="4848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l">
              <a:lnSpc>
                <a:spcPct val="100000"/>
              </a:lnSpc>
              <a:spcBef>
                <a:spcPts val="0"/>
              </a:spcBef>
              <a:spcAft>
                <a:spcPts val="0"/>
              </a:spcAft>
              <a:buSzPts val="2400"/>
              <a:buNone/>
              <a:defRPr b="1" sz="2400"/>
            </a:lvl2pPr>
            <a:lvl3pPr lvl="2" algn="l">
              <a:lnSpc>
                <a:spcPct val="100000"/>
              </a:lnSpc>
              <a:spcBef>
                <a:spcPts val="0"/>
              </a:spcBef>
              <a:spcAft>
                <a:spcPts val="0"/>
              </a:spcAft>
              <a:buSzPts val="2400"/>
              <a:buNone/>
              <a:defRPr b="1" sz="2400"/>
            </a:lvl3pPr>
            <a:lvl4pPr lvl="3" algn="l">
              <a:lnSpc>
                <a:spcPct val="100000"/>
              </a:lnSpc>
              <a:spcBef>
                <a:spcPts val="0"/>
              </a:spcBef>
              <a:spcAft>
                <a:spcPts val="0"/>
              </a:spcAft>
              <a:buSzPts val="2400"/>
              <a:buNone/>
              <a:defRPr b="1" sz="2400"/>
            </a:lvl4pPr>
            <a:lvl5pPr lvl="4" algn="l">
              <a:lnSpc>
                <a:spcPct val="100000"/>
              </a:lnSpc>
              <a:spcBef>
                <a:spcPts val="0"/>
              </a:spcBef>
              <a:spcAft>
                <a:spcPts val="0"/>
              </a:spcAft>
              <a:buSzPts val="2400"/>
              <a:buNone/>
              <a:defRPr b="1" sz="2400"/>
            </a:lvl5pPr>
            <a:lvl6pPr lvl="5" algn="l">
              <a:lnSpc>
                <a:spcPct val="100000"/>
              </a:lnSpc>
              <a:spcBef>
                <a:spcPts val="0"/>
              </a:spcBef>
              <a:spcAft>
                <a:spcPts val="0"/>
              </a:spcAft>
              <a:buSzPts val="2400"/>
              <a:buNone/>
              <a:defRPr b="1" sz="2400"/>
            </a:lvl6pPr>
            <a:lvl7pPr lvl="6" algn="l">
              <a:lnSpc>
                <a:spcPct val="100000"/>
              </a:lnSpc>
              <a:spcBef>
                <a:spcPts val="0"/>
              </a:spcBef>
              <a:spcAft>
                <a:spcPts val="0"/>
              </a:spcAft>
              <a:buSzPts val="2400"/>
              <a:buNone/>
              <a:defRPr b="1" sz="2400"/>
            </a:lvl7pPr>
            <a:lvl8pPr lvl="7" algn="l">
              <a:lnSpc>
                <a:spcPct val="100000"/>
              </a:lnSpc>
              <a:spcBef>
                <a:spcPts val="0"/>
              </a:spcBef>
              <a:spcAft>
                <a:spcPts val="0"/>
              </a:spcAft>
              <a:buSzPts val="2400"/>
              <a:buNone/>
              <a:defRPr b="1" sz="2400"/>
            </a:lvl8pPr>
            <a:lvl9pPr lvl="8" algn="l">
              <a:lnSpc>
                <a:spcPct val="100000"/>
              </a:lnSpc>
              <a:spcBef>
                <a:spcPts val="0"/>
              </a:spcBef>
              <a:spcAft>
                <a:spcPts val="0"/>
              </a:spcAft>
              <a:buSzPts val="2400"/>
              <a:buNone/>
              <a:defRPr b="1" sz="2400"/>
            </a:lvl9pPr>
          </a:lstStyle>
          <a:p/>
        </p:txBody>
      </p:sp>
      <p:sp>
        <p:nvSpPr>
          <p:cNvPr id="176" name="Google Shape;176;p36"/>
          <p:cNvSpPr txBox="1"/>
          <p:nvPr>
            <p:ph idx="21"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77" name="Google Shape;177;p36"/>
          <p:cNvGrpSpPr/>
          <p:nvPr/>
        </p:nvGrpSpPr>
        <p:grpSpPr>
          <a:xfrm>
            <a:off x="-257850" y="1718480"/>
            <a:ext cx="9618199" cy="3180026"/>
            <a:chOff x="-257850" y="1718480"/>
            <a:chExt cx="9618199" cy="3180026"/>
          </a:xfrm>
        </p:grpSpPr>
        <p:grpSp>
          <p:nvGrpSpPr>
            <p:cNvPr id="178" name="Google Shape;178;p36"/>
            <p:cNvGrpSpPr/>
            <p:nvPr/>
          </p:nvGrpSpPr>
          <p:grpSpPr>
            <a:xfrm>
              <a:off x="8423839" y="1718480"/>
              <a:ext cx="936510" cy="688006"/>
              <a:chOff x="3235964" y="2587955"/>
              <a:chExt cx="936510" cy="688006"/>
            </a:xfrm>
          </p:grpSpPr>
          <p:sp>
            <p:nvSpPr>
              <p:cNvPr id="179" name="Google Shape;179;p36"/>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36"/>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1" name="Google Shape;181;p36"/>
            <p:cNvGrpSpPr/>
            <p:nvPr/>
          </p:nvGrpSpPr>
          <p:grpSpPr>
            <a:xfrm>
              <a:off x="-257850" y="3064624"/>
              <a:ext cx="935946" cy="1833882"/>
              <a:chOff x="4738303" y="2509949"/>
              <a:chExt cx="935946" cy="1833882"/>
            </a:xfrm>
          </p:grpSpPr>
          <p:sp>
            <p:nvSpPr>
              <p:cNvPr id="182" name="Google Shape;182;p36"/>
              <p:cNvSpPr/>
              <p:nvPr/>
            </p:nvSpPr>
            <p:spPr>
              <a:xfrm rot="10800000">
                <a:off x="5149249" y="273563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36"/>
              <p:cNvSpPr/>
              <p:nvPr/>
            </p:nvSpPr>
            <p:spPr>
              <a:xfrm rot="10800000">
                <a:off x="4739611" y="296660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36"/>
              <p:cNvSpPr/>
              <p:nvPr/>
            </p:nvSpPr>
            <p:spPr>
              <a:xfrm rot="10800000">
                <a:off x="4738303" y="250994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36"/>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36"/>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36"/>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88" name="Shape 188"/>
        <p:cNvGrpSpPr/>
        <p:nvPr/>
      </p:nvGrpSpPr>
      <p:grpSpPr>
        <a:xfrm>
          <a:off x="0" y="0"/>
          <a:ext cx="0" cy="0"/>
          <a:chOff x="0" y="0"/>
          <a:chExt cx="0" cy="0"/>
        </a:xfrm>
      </p:grpSpPr>
      <p:sp>
        <p:nvSpPr>
          <p:cNvPr id="189" name="Google Shape;189;p37"/>
          <p:cNvSpPr txBox="1"/>
          <p:nvPr>
            <p:ph idx="1" type="subTitle"/>
          </p:nvPr>
        </p:nvSpPr>
        <p:spPr>
          <a:xfrm>
            <a:off x="4973485" y="2787779"/>
            <a:ext cx="3020100" cy="1251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0" name="Google Shape;190;p37"/>
          <p:cNvSpPr txBox="1"/>
          <p:nvPr>
            <p:ph idx="2" type="subTitle"/>
          </p:nvPr>
        </p:nvSpPr>
        <p:spPr>
          <a:xfrm>
            <a:off x="1150407" y="2787779"/>
            <a:ext cx="3020100" cy="12519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1" name="Google Shape;191;p37"/>
          <p:cNvSpPr txBox="1"/>
          <p:nvPr>
            <p:ph idx="3" type="subTitle"/>
          </p:nvPr>
        </p:nvSpPr>
        <p:spPr>
          <a:xfrm>
            <a:off x="1150408" y="2228879"/>
            <a:ext cx="3020100" cy="5589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192" name="Google Shape;192;p37"/>
          <p:cNvSpPr txBox="1"/>
          <p:nvPr>
            <p:ph idx="4" type="subTitle"/>
          </p:nvPr>
        </p:nvSpPr>
        <p:spPr>
          <a:xfrm>
            <a:off x="4973493" y="2228879"/>
            <a:ext cx="3020100" cy="5589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193" name="Google Shape;193;p3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194" name="Google Shape;194;p37"/>
          <p:cNvGrpSpPr/>
          <p:nvPr/>
        </p:nvGrpSpPr>
        <p:grpSpPr>
          <a:xfrm>
            <a:off x="-625776" y="3465724"/>
            <a:ext cx="9463650" cy="2543547"/>
            <a:chOff x="-625776" y="3465724"/>
            <a:chExt cx="9463650" cy="2543547"/>
          </a:xfrm>
        </p:grpSpPr>
        <p:grpSp>
          <p:nvGrpSpPr>
            <p:cNvPr id="195" name="Google Shape;195;p37"/>
            <p:cNvGrpSpPr/>
            <p:nvPr/>
          </p:nvGrpSpPr>
          <p:grpSpPr>
            <a:xfrm>
              <a:off x="1927011" y="4175761"/>
              <a:ext cx="2577275" cy="1833510"/>
              <a:chOff x="781874" y="1294774"/>
              <a:chExt cx="2577275" cy="1833510"/>
            </a:xfrm>
          </p:grpSpPr>
          <p:sp>
            <p:nvSpPr>
              <p:cNvPr id="196" name="Google Shape;196;p37"/>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37"/>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37"/>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37"/>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7"/>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37"/>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7"/>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7"/>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37"/>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7"/>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6" name="Google Shape;206;p37"/>
            <p:cNvGrpSpPr/>
            <p:nvPr/>
          </p:nvGrpSpPr>
          <p:grpSpPr>
            <a:xfrm>
              <a:off x="7901928" y="3813647"/>
              <a:ext cx="935946" cy="1829159"/>
              <a:chOff x="4738303" y="2514672"/>
              <a:chExt cx="935946" cy="1829159"/>
            </a:xfrm>
          </p:grpSpPr>
          <p:sp>
            <p:nvSpPr>
              <p:cNvPr id="207" name="Google Shape;207;p37"/>
              <p:cNvSpPr/>
              <p:nvPr/>
            </p:nvSpPr>
            <p:spPr>
              <a:xfrm rot="10800000">
                <a:off x="5149249" y="27403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37"/>
              <p:cNvSpPr/>
              <p:nvPr/>
            </p:nvSpPr>
            <p:spPr>
              <a:xfrm rot="10800000">
                <a:off x="4739611" y="297132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37"/>
              <p:cNvSpPr/>
              <p:nvPr/>
            </p:nvSpPr>
            <p:spPr>
              <a:xfrm rot="10800000">
                <a:off x="4738303" y="2514672"/>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7"/>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37"/>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37"/>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3" name="Google Shape;213;p37"/>
            <p:cNvGrpSpPr/>
            <p:nvPr/>
          </p:nvGrpSpPr>
          <p:grpSpPr>
            <a:xfrm>
              <a:off x="-625776" y="3465724"/>
              <a:ext cx="1345775" cy="914755"/>
              <a:chOff x="2264799" y="3654374"/>
              <a:chExt cx="1345775" cy="914755"/>
            </a:xfrm>
          </p:grpSpPr>
          <p:sp>
            <p:nvSpPr>
              <p:cNvPr id="214" name="Google Shape;214;p37"/>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37"/>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37"/>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7"/>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18" name="Shape 218"/>
        <p:cNvGrpSpPr/>
        <p:nvPr/>
      </p:nvGrpSpPr>
      <p:grpSpPr>
        <a:xfrm>
          <a:off x="0" y="0"/>
          <a:ext cx="0" cy="0"/>
          <a:chOff x="0" y="0"/>
          <a:chExt cx="0" cy="0"/>
        </a:xfrm>
      </p:grpSpPr>
      <p:sp>
        <p:nvSpPr>
          <p:cNvPr id="219" name="Google Shape;219;p38"/>
          <p:cNvSpPr txBox="1"/>
          <p:nvPr>
            <p:ph idx="1" type="subTitle"/>
          </p:nvPr>
        </p:nvSpPr>
        <p:spPr>
          <a:xfrm>
            <a:off x="2319753" y="1942803"/>
            <a:ext cx="21141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0" name="Google Shape;220;p38"/>
          <p:cNvSpPr txBox="1"/>
          <p:nvPr>
            <p:ph idx="2" type="subTitle"/>
          </p:nvPr>
        </p:nvSpPr>
        <p:spPr>
          <a:xfrm>
            <a:off x="5467047" y="1942803"/>
            <a:ext cx="21141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1" name="Google Shape;221;p38"/>
          <p:cNvSpPr txBox="1"/>
          <p:nvPr>
            <p:ph idx="3" type="subTitle"/>
          </p:nvPr>
        </p:nvSpPr>
        <p:spPr>
          <a:xfrm>
            <a:off x="2319753" y="3357078"/>
            <a:ext cx="21141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2" name="Google Shape;222;p38"/>
          <p:cNvSpPr txBox="1"/>
          <p:nvPr>
            <p:ph idx="4" type="subTitle"/>
          </p:nvPr>
        </p:nvSpPr>
        <p:spPr>
          <a:xfrm>
            <a:off x="5467047" y="3357078"/>
            <a:ext cx="2114100" cy="665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3" name="Google Shape;223;p38"/>
          <p:cNvSpPr txBox="1"/>
          <p:nvPr>
            <p:ph idx="5" type="subTitle"/>
          </p:nvPr>
        </p:nvSpPr>
        <p:spPr>
          <a:xfrm>
            <a:off x="2319753" y="1537106"/>
            <a:ext cx="21141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224" name="Google Shape;224;p38"/>
          <p:cNvSpPr txBox="1"/>
          <p:nvPr>
            <p:ph idx="6" type="subTitle"/>
          </p:nvPr>
        </p:nvSpPr>
        <p:spPr>
          <a:xfrm>
            <a:off x="2319753" y="2951481"/>
            <a:ext cx="21141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225" name="Google Shape;225;p38"/>
          <p:cNvSpPr txBox="1"/>
          <p:nvPr>
            <p:ph idx="7" type="subTitle"/>
          </p:nvPr>
        </p:nvSpPr>
        <p:spPr>
          <a:xfrm>
            <a:off x="5467043" y="1537106"/>
            <a:ext cx="21141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226" name="Google Shape;226;p38"/>
          <p:cNvSpPr txBox="1"/>
          <p:nvPr>
            <p:ph idx="8" type="subTitle"/>
          </p:nvPr>
        </p:nvSpPr>
        <p:spPr>
          <a:xfrm>
            <a:off x="5467043" y="2951481"/>
            <a:ext cx="2114100" cy="505500"/>
          </a:xfrm>
          <a:prstGeom prst="rect">
            <a:avLst/>
          </a:prstGeom>
          <a:noFill/>
          <a:ln>
            <a:noFill/>
          </a:ln>
        </p:spPr>
        <p:txBody>
          <a:bodyPr anchorCtr="0" anchor="b" bIns="91425" lIns="91425" spcFirstLastPara="1" rIns="91425" wrap="square" tIns="91425">
            <a:noAutofit/>
          </a:bodyPr>
          <a:lstStyle>
            <a:lvl1pPr lvl="0" algn="l">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227" name="Google Shape;227;p3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28" name="Google Shape;228;p38"/>
          <p:cNvGrpSpPr/>
          <p:nvPr/>
        </p:nvGrpSpPr>
        <p:grpSpPr>
          <a:xfrm>
            <a:off x="171639" y="3687249"/>
            <a:ext cx="9207610" cy="1833510"/>
            <a:chOff x="171639" y="3687249"/>
            <a:chExt cx="9207610" cy="1833510"/>
          </a:xfrm>
        </p:grpSpPr>
        <p:grpSp>
          <p:nvGrpSpPr>
            <p:cNvPr id="229" name="Google Shape;229;p38"/>
            <p:cNvGrpSpPr/>
            <p:nvPr/>
          </p:nvGrpSpPr>
          <p:grpSpPr>
            <a:xfrm>
              <a:off x="6801974" y="3687249"/>
              <a:ext cx="2577275" cy="1833510"/>
              <a:chOff x="781874" y="1294774"/>
              <a:chExt cx="2577275" cy="1833510"/>
            </a:xfrm>
          </p:grpSpPr>
          <p:sp>
            <p:nvSpPr>
              <p:cNvPr id="230" name="Google Shape;230;p38"/>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8"/>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38"/>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38"/>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38"/>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8"/>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38"/>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38"/>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38"/>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38"/>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0" name="Google Shape;240;p38"/>
            <p:cNvGrpSpPr/>
            <p:nvPr/>
          </p:nvGrpSpPr>
          <p:grpSpPr>
            <a:xfrm>
              <a:off x="171639" y="3767755"/>
              <a:ext cx="936510" cy="688006"/>
              <a:chOff x="3235964" y="2587955"/>
              <a:chExt cx="936510" cy="688006"/>
            </a:xfrm>
          </p:grpSpPr>
          <p:sp>
            <p:nvSpPr>
              <p:cNvPr id="241" name="Google Shape;241;p38"/>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38"/>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3" name="Google Shape;243;p38"/>
            <p:cNvGrpSpPr/>
            <p:nvPr/>
          </p:nvGrpSpPr>
          <p:grpSpPr>
            <a:xfrm>
              <a:off x="1108149" y="4146624"/>
              <a:ext cx="1345775" cy="914755"/>
              <a:chOff x="2264799" y="3654374"/>
              <a:chExt cx="1345775" cy="914755"/>
            </a:xfrm>
          </p:grpSpPr>
          <p:sp>
            <p:nvSpPr>
              <p:cNvPr id="244" name="Google Shape;244;p38"/>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38"/>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38"/>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38"/>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8" name="Shape 248"/>
        <p:cNvGrpSpPr/>
        <p:nvPr/>
      </p:nvGrpSpPr>
      <p:grpSpPr>
        <a:xfrm>
          <a:off x="0" y="0"/>
          <a:ext cx="0" cy="0"/>
          <a:chOff x="0" y="0"/>
          <a:chExt cx="0" cy="0"/>
        </a:xfrm>
      </p:grpSpPr>
      <p:sp>
        <p:nvSpPr>
          <p:cNvPr id="249" name="Google Shape;249;p39"/>
          <p:cNvSpPr txBox="1"/>
          <p:nvPr>
            <p:ph idx="1" type="body"/>
          </p:nvPr>
        </p:nvSpPr>
        <p:spPr>
          <a:xfrm>
            <a:off x="720000" y="1215752"/>
            <a:ext cx="77040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chemeClr val="lt2"/>
              </a:buClr>
              <a:buSzPts val="1400"/>
              <a:buFont typeface="Poppins Light"/>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sp>
        <p:nvSpPr>
          <p:cNvPr id="250" name="Google Shape;250;p3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51" name="Google Shape;251;p39"/>
          <p:cNvGrpSpPr/>
          <p:nvPr/>
        </p:nvGrpSpPr>
        <p:grpSpPr>
          <a:xfrm>
            <a:off x="6899599" y="2745080"/>
            <a:ext cx="2577275" cy="2677354"/>
            <a:chOff x="6899599" y="2745080"/>
            <a:chExt cx="2577275" cy="2677354"/>
          </a:xfrm>
        </p:grpSpPr>
        <p:grpSp>
          <p:nvGrpSpPr>
            <p:cNvPr id="252" name="Google Shape;252;p39"/>
            <p:cNvGrpSpPr/>
            <p:nvPr/>
          </p:nvGrpSpPr>
          <p:grpSpPr>
            <a:xfrm>
              <a:off x="6899599" y="3588924"/>
              <a:ext cx="2577275" cy="1833510"/>
              <a:chOff x="781874" y="1294774"/>
              <a:chExt cx="2577275" cy="1833510"/>
            </a:xfrm>
          </p:grpSpPr>
          <p:sp>
            <p:nvSpPr>
              <p:cNvPr id="253" name="Google Shape;253;p39"/>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39"/>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39"/>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9"/>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39"/>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39"/>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39"/>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39"/>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39"/>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39"/>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3" name="Google Shape;263;p39"/>
            <p:cNvGrpSpPr/>
            <p:nvPr/>
          </p:nvGrpSpPr>
          <p:grpSpPr>
            <a:xfrm>
              <a:off x="7887114" y="2745080"/>
              <a:ext cx="936510" cy="688006"/>
              <a:chOff x="3235964" y="2587955"/>
              <a:chExt cx="936510" cy="688006"/>
            </a:xfrm>
          </p:grpSpPr>
          <p:sp>
            <p:nvSpPr>
              <p:cNvPr id="264" name="Google Shape;264;p39"/>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39"/>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extLst>
    <p:ext uri="{DCECCB84-F9BA-43D5-87BE-67443E8EF086}">
      <p15:sldGuideLst>
        <p15:guide id="1" orient="horz" pos="110">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6" name="Shape 266"/>
        <p:cNvGrpSpPr/>
        <p:nvPr/>
      </p:nvGrpSpPr>
      <p:grpSpPr>
        <a:xfrm>
          <a:off x="0" y="0"/>
          <a:ext cx="0" cy="0"/>
          <a:chOff x="0" y="0"/>
          <a:chExt cx="0" cy="0"/>
        </a:xfrm>
      </p:grpSpPr>
      <p:sp>
        <p:nvSpPr>
          <p:cNvPr id="267" name="Google Shape;267;p40"/>
          <p:cNvSpPr txBox="1"/>
          <p:nvPr>
            <p:ph idx="1" type="subTitle"/>
          </p:nvPr>
        </p:nvSpPr>
        <p:spPr>
          <a:xfrm>
            <a:off x="5055284" y="3695224"/>
            <a:ext cx="25056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68" name="Google Shape;268;p40"/>
          <p:cNvSpPr txBox="1"/>
          <p:nvPr>
            <p:ph idx="2" type="subTitle"/>
          </p:nvPr>
        </p:nvSpPr>
        <p:spPr>
          <a:xfrm>
            <a:off x="1583300" y="3695224"/>
            <a:ext cx="2505600" cy="572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69" name="Google Shape;269;p40"/>
          <p:cNvSpPr txBox="1"/>
          <p:nvPr>
            <p:ph idx="3" type="subTitle"/>
          </p:nvPr>
        </p:nvSpPr>
        <p:spPr>
          <a:xfrm>
            <a:off x="5055275" y="3122525"/>
            <a:ext cx="25056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270" name="Google Shape;270;p40"/>
          <p:cNvSpPr txBox="1"/>
          <p:nvPr>
            <p:ph idx="4" type="subTitle"/>
          </p:nvPr>
        </p:nvSpPr>
        <p:spPr>
          <a:xfrm>
            <a:off x="1583075" y="3122525"/>
            <a:ext cx="2505600" cy="5727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271" name="Google Shape;271;p4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272" name="Google Shape;272;p40"/>
          <p:cNvGrpSpPr/>
          <p:nvPr/>
        </p:nvGrpSpPr>
        <p:grpSpPr>
          <a:xfrm>
            <a:off x="117324" y="1944274"/>
            <a:ext cx="9242625" cy="3033405"/>
            <a:chOff x="117324" y="1944274"/>
            <a:chExt cx="9242625" cy="3033405"/>
          </a:xfrm>
        </p:grpSpPr>
        <p:grpSp>
          <p:nvGrpSpPr>
            <p:cNvPr id="273" name="Google Shape;273;p40"/>
            <p:cNvGrpSpPr/>
            <p:nvPr/>
          </p:nvGrpSpPr>
          <p:grpSpPr>
            <a:xfrm>
              <a:off x="8424003" y="1944274"/>
              <a:ext cx="935946" cy="1833882"/>
              <a:chOff x="4738303" y="2509949"/>
              <a:chExt cx="935946" cy="1833882"/>
            </a:xfrm>
          </p:grpSpPr>
          <p:sp>
            <p:nvSpPr>
              <p:cNvPr id="274" name="Google Shape;274;p40"/>
              <p:cNvSpPr/>
              <p:nvPr/>
            </p:nvSpPr>
            <p:spPr>
              <a:xfrm rot="10800000">
                <a:off x="5149249" y="273563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0"/>
              <p:cNvSpPr/>
              <p:nvPr/>
            </p:nvSpPr>
            <p:spPr>
              <a:xfrm rot="10800000">
                <a:off x="4739611" y="296660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40"/>
              <p:cNvSpPr/>
              <p:nvPr/>
            </p:nvSpPr>
            <p:spPr>
              <a:xfrm rot="10800000">
                <a:off x="4738303" y="250994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0"/>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40"/>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40"/>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0" name="Google Shape;280;p40"/>
            <p:cNvGrpSpPr/>
            <p:nvPr/>
          </p:nvGrpSpPr>
          <p:grpSpPr>
            <a:xfrm>
              <a:off x="117324" y="4062924"/>
              <a:ext cx="1345775" cy="914755"/>
              <a:chOff x="2264799" y="3654374"/>
              <a:chExt cx="1345775" cy="914755"/>
            </a:xfrm>
          </p:grpSpPr>
          <p:sp>
            <p:nvSpPr>
              <p:cNvPr id="281" name="Google Shape;281;p40"/>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40"/>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40"/>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40"/>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85" name="Shape 285"/>
        <p:cNvGrpSpPr/>
        <p:nvPr/>
      </p:nvGrpSpPr>
      <p:grpSpPr>
        <a:xfrm>
          <a:off x="0" y="0"/>
          <a:ext cx="0" cy="0"/>
          <a:chOff x="0" y="0"/>
          <a:chExt cx="0" cy="0"/>
        </a:xfrm>
      </p:grpSpPr>
      <p:pic>
        <p:nvPicPr>
          <p:cNvPr id="286" name="Google Shape;286;p4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87" name="Google Shape;287;p41"/>
          <p:cNvSpPr txBox="1"/>
          <p:nvPr>
            <p:ph type="title"/>
          </p:nvPr>
        </p:nvSpPr>
        <p:spPr>
          <a:xfrm>
            <a:off x="1768550" y="1307100"/>
            <a:ext cx="5607000" cy="2529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4800"/>
              <a:buNone/>
              <a:defRPr sz="60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grpSp>
        <p:nvGrpSpPr>
          <p:cNvPr id="288" name="Google Shape;288;p41"/>
          <p:cNvGrpSpPr/>
          <p:nvPr/>
        </p:nvGrpSpPr>
        <p:grpSpPr>
          <a:xfrm>
            <a:off x="-684701" y="-255601"/>
            <a:ext cx="9583450" cy="5227957"/>
            <a:chOff x="-684701" y="-255601"/>
            <a:chExt cx="9583450" cy="5227957"/>
          </a:xfrm>
        </p:grpSpPr>
        <p:grpSp>
          <p:nvGrpSpPr>
            <p:cNvPr id="289" name="Google Shape;289;p41"/>
            <p:cNvGrpSpPr/>
            <p:nvPr/>
          </p:nvGrpSpPr>
          <p:grpSpPr>
            <a:xfrm>
              <a:off x="-684701" y="-255601"/>
              <a:ext cx="2577275" cy="1833510"/>
              <a:chOff x="781874" y="1294774"/>
              <a:chExt cx="2577275" cy="1833510"/>
            </a:xfrm>
          </p:grpSpPr>
          <p:sp>
            <p:nvSpPr>
              <p:cNvPr id="290" name="Google Shape;290;p41"/>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41"/>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41"/>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41"/>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41"/>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41"/>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41"/>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41"/>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41"/>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41"/>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0" name="Google Shape;300;p41"/>
            <p:cNvGrpSpPr/>
            <p:nvPr/>
          </p:nvGrpSpPr>
          <p:grpSpPr>
            <a:xfrm>
              <a:off x="7962803" y="3143197"/>
              <a:ext cx="935946" cy="1829159"/>
              <a:chOff x="4738303" y="2514672"/>
              <a:chExt cx="935946" cy="1829159"/>
            </a:xfrm>
          </p:grpSpPr>
          <p:sp>
            <p:nvSpPr>
              <p:cNvPr id="301" name="Google Shape;301;p41"/>
              <p:cNvSpPr/>
              <p:nvPr/>
            </p:nvSpPr>
            <p:spPr>
              <a:xfrm rot="10800000">
                <a:off x="5149249" y="27403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41"/>
              <p:cNvSpPr/>
              <p:nvPr/>
            </p:nvSpPr>
            <p:spPr>
              <a:xfrm rot="10800000">
                <a:off x="4739611" y="297132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41"/>
              <p:cNvSpPr/>
              <p:nvPr/>
            </p:nvSpPr>
            <p:spPr>
              <a:xfrm rot="10800000">
                <a:off x="4738303" y="2514672"/>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41"/>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41"/>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41"/>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7" name="Google Shape;307;p41"/>
            <p:cNvGrpSpPr/>
            <p:nvPr/>
          </p:nvGrpSpPr>
          <p:grpSpPr>
            <a:xfrm>
              <a:off x="6360749" y="4057599"/>
              <a:ext cx="1345775" cy="914755"/>
              <a:chOff x="2264799" y="3654374"/>
              <a:chExt cx="1345775" cy="914755"/>
            </a:xfrm>
          </p:grpSpPr>
          <p:sp>
            <p:nvSpPr>
              <p:cNvPr id="308" name="Google Shape;308;p41"/>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41"/>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41"/>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41"/>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2" name="Shape 312"/>
        <p:cNvGrpSpPr/>
        <p:nvPr/>
      </p:nvGrpSpPr>
      <p:grpSpPr>
        <a:xfrm>
          <a:off x="0" y="0"/>
          <a:ext cx="0" cy="0"/>
          <a:chOff x="0" y="0"/>
          <a:chExt cx="0" cy="0"/>
        </a:xfrm>
      </p:grpSpPr>
      <p:sp>
        <p:nvSpPr>
          <p:cNvPr id="313" name="Google Shape;313;p42"/>
          <p:cNvSpPr/>
          <p:nvPr>
            <p:ph idx="2" type="pic"/>
          </p:nvPr>
        </p:nvSpPr>
        <p:spPr>
          <a:xfrm>
            <a:off x="-25" y="-13725"/>
            <a:ext cx="9144000" cy="5157300"/>
          </a:xfrm>
          <a:prstGeom prst="rect">
            <a:avLst/>
          </a:prstGeom>
          <a:noFill/>
          <a:ln>
            <a:noFill/>
          </a:ln>
        </p:spPr>
      </p:sp>
      <p:sp>
        <p:nvSpPr>
          <p:cNvPr id="314" name="Google Shape;314;p42"/>
          <p:cNvSpPr txBox="1"/>
          <p:nvPr>
            <p:ph type="title"/>
          </p:nvPr>
        </p:nvSpPr>
        <p:spPr>
          <a:xfrm>
            <a:off x="720000" y="4014450"/>
            <a:ext cx="7704000" cy="572700"/>
          </a:xfrm>
          <a:prstGeom prst="rect">
            <a:avLst/>
          </a:prstGeom>
          <a:solidFill>
            <a:schemeClr val="dk2"/>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000"/>
              <a:buNone/>
              <a:defRPr sz="3000"/>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15" name="Shape 315"/>
        <p:cNvGrpSpPr/>
        <p:nvPr/>
      </p:nvGrpSpPr>
      <p:grpSpPr>
        <a:xfrm>
          <a:off x="0" y="0"/>
          <a:ext cx="0" cy="0"/>
          <a:chOff x="0" y="0"/>
          <a:chExt cx="0" cy="0"/>
        </a:xfrm>
      </p:grpSpPr>
      <p:pic>
        <p:nvPicPr>
          <p:cNvPr id="316" name="Google Shape;316;p4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17" name="Google Shape;317;p43"/>
          <p:cNvSpPr txBox="1"/>
          <p:nvPr>
            <p:ph hasCustomPrompt="1" type="title"/>
          </p:nvPr>
        </p:nvSpPr>
        <p:spPr>
          <a:xfrm>
            <a:off x="1284000" y="1215175"/>
            <a:ext cx="6576000" cy="1334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9600"/>
              <a:buNone/>
              <a:defRPr sz="6000">
                <a:solidFill>
                  <a:schemeClr val="lt2"/>
                </a:solidFill>
              </a:defRPr>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318" name="Google Shape;318;p43"/>
          <p:cNvSpPr txBox="1"/>
          <p:nvPr>
            <p:ph idx="1" type="subTitle"/>
          </p:nvPr>
        </p:nvSpPr>
        <p:spPr>
          <a:xfrm>
            <a:off x="1284000" y="2850299"/>
            <a:ext cx="6576000" cy="4971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319" name="Google Shape;319;p43"/>
          <p:cNvGrpSpPr/>
          <p:nvPr/>
        </p:nvGrpSpPr>
        <p:grpSpPr>
          <a:xfrm>
            <a:off x="-575414" y="236724"/>
            <a:ext cx="9256138" cy="4578762"/>
            <a:chOff x="-575414" y="236724"/>
            <a:chExt cx="9256138" cy="4578762"/>
          </a:xfrm>
        </p:grpSpPr>
        <p:grpSp>
          <p:nvGrpSpPr>
            <p:cNvPr id="320" name="Google Shape;320;p43"/>
            <p:cNvGrpSpPr/>
            <p:nvPr/>
          </p:nvGrpSpPr>
          <p:grpSpPr>
            <a:xfrm>
              <a:off x="-575414" y="236724"/>
              <a:ext cx="2577275" cy="1833510"/>
              <a:chOff x="781874" y="1294774"/>
              <a:chExt cx="2577275" cy="1833510"/>
            </a:xfrm>
          </p:grpSpPr>
          <p:sp>
            <p:nvSpPr>
              <p:cNvPr id="321" name="Google Shape;321;p43"/>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43"/>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43"/>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43"/>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43"/>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43"/>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43"/>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43"/>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43"/>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43"/>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1" name="Google Shape;331;p43"/>
            <p:cNvGrpSpPr/>
            <p:nvPr/>
          </p:nvGrpSpPr>
          <p:grpSpPr>
            <a:xfrm>
              <a:off x="952289" y="4127480"/>
              <a:ext cx="936510" cy="688006"/>
              <a:chOff x="3235964" y="2587955"/>
              <a:chExt cx="936510" cy="688006"/>
            </a:xfrm>
          </p:grpSpPr>
          <p:sp>
            <p:nvSpPr>
              <p:cNvPr id="332" name="Google Shape;332;p43"/>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43"/>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34" name="Google Shape;334;p43"/>
            <p:cNvGrpSpPr/>
            <p:nvPr/>
          </p:nvGrpSpPr>
          <p:grpSpPr>
            <a:xfrm>
              <a:off x="7744778" y="2850299"/>
              <a:ext cx="935946" cy="1833882"/>
              <a:chOff x="4738303" y="2509949"/>
              <a:chExt cx="935946" cy="1833882"/>
            </a:xfrm>
          </p:grpSpPr>
          <p:sp>
            <p:nvSpPr>
              <p:cNvPr id="335" name="Google Shape;335;p43"/>
              <p:cNvSpPr/>
              <p:nvPr/>
            </p:nvSpPr>
            <p:spPr>
              <a:xfrm rot="10800000">
                <a:off x="5149249" y="273563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43"/>
              <p:cNvSpPr/>
              <p:nvPr/>
            </p:nvSpPr>
            <p:spPr>
              <a:xfrm rot="10800000">
                <a:off x="4739611" y="296660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43"/>
              <p:cNvSpPr/>
              <p:nvPr/>
            </p:nvSpPr>
            <p:spPr>
              <a:xfrm rot="10800000">
                <a:off x="4738303" y="250994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43"/>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43"/>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43"/>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41" name="Google Shape;341;p43"/>
            <p:cNvGrpSpPr/>
            <p:nvPr/>
          </p:nvGrpSpPr>
          <p:grpSpPr>
            <a:xfrm>
              <a:off x="6109324" y="236724"/>
              <a:ext cx="1345775" cy="914755"/>
              <a:chOff x="2264799" y="3654374"/>
              <a:chExt cx="1345775" cy="914755"/>
            </a:xfrm>
          </p:grpSpPr>
          <p:sp>
            <p:nvSpPr>
              <p:cNvPr id="342" name="Google Shape;342;p43"/>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43"/>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43"/>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43"/>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346" name="Shape 346"/>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347" name="Shape 347"/>
        <p:cNvGrpSpPr/>
        <p:nvPr/>
      </p:nvGrpSpPr>
      <p:grpSpPr>
        <a:xfrm>
          <a:off x="0" y="0"/>
          <a:ext cx="0" cy="0"/>
          <a:chOff x="0" y="0"/>
          <a:chExt cx="0" cy="0"/>
        </a:xfrm>
      </p:grpSpPr>
      <p:sp>
        <p:nvSpPr>
          <p:cNvPr id="348" name="Google Shape;348;p4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349" name="Google Shape;349;p45"/>
          <p:cNvGrpSpPr/>
          <p:nvPr/>
        </p:nvGrpSpPr>
        <p:grpSpPr>
          <a:xfrm>
            <a:off x="-289972" y="1493824"/>
            <a:ext cx="9188996" cy="3454187"/>
            <a:chOff x="-289972" y="1493824"/>
            <a:chExt cx="9188996" cy="3454187"/>
          </a:xfrm>
        </p:grpSpPr>
        <p:grpSp>
          <p:nvGrpSpPr>
            <p:cNvPr id="350" name="Google Shape;350;p45"/>
            <p:cNvGrpSpPr/>
            <p:nvPr/>
          </p:nvGrpSpPr>
          <p:grpSpPr>
            <a:xfrm>
              <a:off x="7962514" y="4260005"/>
              <a:ext cx="936510" cy="688006"/>
              <a:chOff x="3235964" y="2587955"/>
              <a:chExt cx="936510" cy="688006"/>
            </a:xfrm>
          </p:grpSpPr>
          <p:sp>
            <p:nvSpPr>
              <p:cNvPr id="351" name="Google Shape;351;p45"/>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45"/>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53" name="Google Shape;353;p45"/>
            <p:cNvGrpSpPr/>
            <p:nvPr/>
          </p:nvGrpSpPr>
          <p:grpSpPr>
            <a:xfrm>
              <a:off x="-289972" y="1493824"/>
              <a:ext cx="935946" cy="1833882"/>
              <a:chOff x="4738303" y="2509949"/>
              <a:chExt cx="935946" cy="1833882"/>
            </a:xfrm>
          </p:grpSpPr>
          <p:sp>
            <p:nvSpPr>
              <p:cNvPr id="354" name="Google Shape;354;p45"/>
              <p:cNvSpPr/>
              <p:nvPr/>
            </p:nvSpPr>
            <p:spPr>
              <a:xfrm rot="10800000">
                <a:off x="5149249" y="273563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45"/>
              <p:cNvSpPr/>
              <p:nvPr/>
            </p:nvSpPr>
            <p:spPr>
              <a:xfrm rot="10800000">
                <a:off x="4739611" y="296660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45"/>
              <p:cNvSpPr/>
              <p:nvPr/>
            </p:nvSpPr>
            <p:spPr>
              <a:xfrm rot="10800000">
                <a:off x="4738303" y="250994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7" name="Google Shape;357;p45"/>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45"/>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45"/>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360" name="Shape 360"/>
        <p:cNvGrpSpPr/>
        <p:nvPr/>
      </p:nvGrpSpPr>
      <p:grpSpPr>
        <a:xfrm>
          <a:off x="0" y="0"/>
          <a:ext cx="0" cy="0"/>
          <a:chOff x="0" y="0"/>
          <a:chExt cx="0" cy="0"/>
        </a:xfrm>
      </p:grpSpPr>
      <p:sp>
        <p:nvSpPr>
          <p:cNvPr id="361" name="Google Shape;361;p4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362" name="Google Shape;362;p46"/>
          <p:cNvGrpSpPr/>
          <p:nvPr/>
        </p:nvGrpSpPr>
        <p:grpSpPr>
          <a:xfrm>
            <a:off x="1081074" y="1933799"/>
            <a:ext cx="9631925" cy="3127580"/>
            <a:chOff x="1081074" y="1933799"/>
            <a:chExt cx="9631925" cy="3127580"/>
          </a:xfrm>
        </p:grpSpPr>
        <p:grpSp>
          <p:nvGrpSpPr>
            <p:cNvPr id="363" name="Google Shape;363;p46"/>
            <p:cNvGrpSpPr/>
            <p:nvPr/>
          </p:nvGrpSpPr>
          <p:grpSpPr>
            <a:xfrm>
              <a:off x="8135724" y="1933799"/>
              <a:ext cx="2577275" cy="1833510"/>
              <a:chOff x="781874" y="1294774"/>
              <a:chExt cx="2577275" cy="1833510"/>
            </a:xfrm>
          </p:grpSpPr>
          <p:sp>
            <p:nvSpPr>
              <p:cNvPr id="364" name="Google Shape;364;p46"/>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46"/>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46"/>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46"/>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p46"/>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46"/>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46"/>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46"/>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46"/>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46"/>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4" name="Google Shape;374;p46"/>
            <p:cNvGrpSpPr/>
            <p:nvPr/>
          </p:nvGrpSpPr>
          <p:grpSpPr>
            <a:xfrm>
              <a:off x="1081074" y="4146624"/>
              <a:ext cx="1345775" cy="914755"/>
              <a:chOff x="2264799" y="3654374"/>
              <a:chExt cx="1345775" cy="914755"/>
            </a:xfrm>
          </p:grpSpPr>
          <p:sp>
            <p:nvSpPr>
              <p:cNvPr id="375" name="Google Shape;375;p46"/>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46"/>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46"/>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46"/>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379" name="Shape 379"/>
        <p:cNvGrpSpPr/>
        <p:nvPr/>
      </p:nvGrpSpPr>
      <p:grpSpPr>
        <a:xfrm>
          <a:off x="0" y="0"/>
          <a:ext cx="0" cy="0"/>
          <a:chOff x="0" y="0"/>
          <a:chExt cx="0" cy="0"/>
        </a:xfrm>
      </p:grpSpPr>
      <p:sp>
        <p:nvSpPr>
          <p:cNvPr id="380" name="Google Shape;380;p4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381" name="Google Shape;381;p47"/>
          <p:cNvGrpSpPr/>
          <p:nvPr/>
        </p:nvGrpSpPr>
        <p:grpSpPr>
          <a:xfrm>
            <a:off x="6263389" y="-492526"/>
            <a:ext cx="2480210" cy="914755"/>
            <a:chOff x="6263389" y="-492526"/>
            <a:chExt cx="2480210" cy="914755"/>
          </a:xfrm>
        </p:grpSpPr>
        <p:grpSp>
          <p:nvGrpSpPr>
            <p:cNvPr id="382" name="Google Shape;382;p47"/>
            <p:cNvGrpSpPr/>
            <p:nvPr/>
          </p:nvGrpSpPr>
          <p:grpSpPr>
            <a:xfrm>
              <a:off x="6263389" y="-379145"/>
              <a:ext cx="936510" cy="688006"/>
              <a:chOff x="3235964" y="2587955"/>
              <a:chExt cx="936510" cy="688006"/>
            </a:xfrm>
          </p:grpSpPr>
          <p:sp>
            <p:nvSpPr>
              <p:cNvPr id="383" name="Google Shape;383;p47"/>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47"/>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85" name="Google Shape;385;p47"/>
            <p:cNvGrpSpPr/>
            <p:nvPr/>
          </p:nvGrpSpPr>
          <p:grpSpPr>
            <a:xfrm>
              <a:off x="7397824" y="-492526"/>
              <a:ext cx="1345775" cy="914755"/>
              <a:chOff x="2264799" y="3654374"/>
              <a:chExt cx="1345775" cy="914755"/>
            </a:xfrm>
          </p:grpSpPr>
          <p:sp>
            <p:nvSpPr>
              <p:cNvPr id="386" name="Google Shape;386;p47"/>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47"/>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47"/>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47"/>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90" name="Shape 390"/>
        <p:cNvGrpSpPr/>
        <p:nvPr/>
      </p:nvGrpSpPr>
      <p:grpSpPr>
        <a:xfrm>
          <a:off x="0" y="0"/>
          <a:ext cx="0" cy="0"/>
          <a:chOff x="0" y="0"/>
          <a:chExt cx="0" cy="0"/>
        </a:xfrm>
      </p:grpSpPr>
      <p:pic>
        <p:nvPicPr>
          <p:cNvPr id="391" name="Google Shape;391;p4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92" name="Google Shape;392;p48"/>
          <p:cNvSpPr txBox="1"/>
          <p:nvPr>
            <p:ph type="title"/>
          </p:nvPr>
        </p:nvSpPr>
        <p:spPr>
          <a:xfrm>
            <a:off x="1226400" y="3128675"/>
            <a:ext cx="6691200" cy="6618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sp>
        <p:nvSpPr>
          <p:cNvPr id="393" name="Google Shape;393;p48"/>
          <p:cNvSpPr txBox="1"/>
          <p:nvPr>
            <p:ph idx="1" type="subTitle"/>
          </p:nvPr>
        </p:nvSpPr>
        <p:spPr>
          <a:xfrm>
            <a:off x="1226400" y="1429225"/>
            <a:ext cx="6691200" cy="151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3000"/>
              <a:buNone/>
              <a:defRPr sz="2400"/>
            </a:lvl1pPr>
            <a:lvl2pPr lvl="1" algn="ctr">
              <a:lnSpc>
                <a:spcPct val="100000"/>
              </a:lnSpc>
              <a:spcBef>
                <a:spcPts val="0"/>
              </a:spcBef>
              <a:spcAft>
                <a:spcPts val="0"/>
              </a:spcAft>
              <a:buSzPts val="3000"/>
              <a:buNone/>
              <a:defRPr sz="3000"/>
            </a:lvl2pPr>
            <a:lvl3pPr lvl="2" algn="ctr">
              <a:lnSpc>
                <a:spcPct val="100000"/>
              </a:lnSpc>
              <a:spcBef>
                <a:spcPts val="0"/>
              </a:spcBef>
              <a:spcAft>
                <a:spcPts val="0"/>
              </a:spcAft>
              <a:buSzPts val="3000"/>
              <a:buNone/>
              <a:defRPr sz="3000"/>
            </a:lvl3pPr>
            <a:lvl4pPr lvl="3" algn="ctr">
              <a:lnSpc>
                <a:spcPct val="100000"/>
              </a:lnSpc>
              <a:spcBef>
                <a:spcPts val="0"/>
              </a:spcBef>
              <a:spcAft>
                <a:spcPts val="0"/>
              </a:spcAft>
              <a:buSzPts val="3000"/>
              <a:buNone/>
              <a:defRPr sz="3000"/>
            </a:lvl4pPr>
            <a:lvl5pPr lvl="4" algn="ctr">
              <a:lnSpc>
                <a:spcPct val="100000"/>
              </a:lnSpc>
              <a:spcBef>
                <a:spcPts val="0"/>
              </a:spcBef>
              <a:spcAft>
                <a:spcPts val="0"/>
              </a:spcAft>
              <a:buSzPts val="3000"/>
              <a:buNone/>
              <a:defRPr sz="3000"/>
            </a:lvl5pPr>
            <a:lvl6pPr lvl="5" algn="ctr">
              <a:lnSpc>
                <a:spcPct val="100000"/>
              </a:lnSpc>
              <a:spcBef>
                <a:spcPts val="0"/>
              </a:spcBef>
              <a:spcAft>
                <a:spcPts val="0"/>
              </a:spcAft>
              <a:buSzPts val="3000"/>
              <a:buNone/>
              <a:defRPr sz="3000"/>
            </a:lvl6pPr>
            <a:lvl7pPr lvl="6" algn="ctr">
              <a:lnSpc>
                <a:spcPct val="100000"/>
              </a:lnSpc>
              <a:spcBef>
                <a:spcPts val="0"/>
              </a:spcBef>
              <a:spcAft>
                <a:spcPts val="0"/>
              </a:spcAft>
              <a:buSzPts val="3000"/>
              <a:buNone/>
              <a:defRPr sz="3000"/>
            </a:lvl7pPr>
            <a:lvl8pPr lvl="7" algn="ctr">
              <a:lnSpc>
                <a:spcPct val="100000"/>
              </a:lnSpc>
              <a:spcBef>
                <a:spcPts val="0"/>
              </a:spcBef>
              <a:spcAft>
                <a:spcPts val="0"/>
              </a:spcAft>
              <a:buSzPts val="3000"/>
              <a:buNone/>
              <a:defRPr sz="3000"/>
            </a:lvl8pPr>
            <a:lvl9pPr lvl="8" algn="ctr">
              <a:lnSpc>
                <a:spcPct val="100000"/>
              </a:lnSpc>
              <a:spcBef>
                <a:spcPts val="0"/>
              </a:spcBef>
              <a:spcAft>
                <a:spcPts val="0"/>
              </a:spcAft>
              <a:buSzPts val="3000"/>
              <a:buNone/>
              <a:defRPr sz="3000"/>
            </a:lvl9pPr>
          </a:lstStyle>
          <a:p/>
        </p:txBody>
      </p:sp>
      <p:grpSp>
        <p:nvGrpSpPr>
          <p:cNvPr id="394" name="Google Shape;394;p48"/>
          <p:cNvGrpSpPr/>
          <p:nvPr/>
        </p:nvGrpSpPr>
        <p:grpSpPr>
          <a:xfrm>
            <a:off x="-312476" y="134499"/>
            <a:ext cx="9211500" cy="5489485"/>
            <a:chOff x="-312476" y="134499"/>
            <a:chExt cx="9211500" cy="5489485"/>
          </a:xfrm>
        </p:grpSpPr>
        <p:grpSp>
          <p:nvGrpSpPr>
            <p:cNvPr id="395" name="Google Shape;395;p48"/>
            <p:cNvGrpSpPr/>
            <p:nvPr/>
          </p:nvGrpSpPr>
          <p:grpSpPr>
            <a:xfrm>
              <a:off x="-312476" y="3790474"/>
              <a:ext cx="2577275" cy="1833510"/>
              <a:chOff x="781874" y="1294774"/>
              <a:chExt cx="2577275" cy="1833510"/>
            </a:xfrm>
          </p:grpSpPr>
          <p:sp>
            <p:nvSpPr>
              <p:cNvPr id="396" name="Google Shape;396;p48"/>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48"/>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48"/>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48"/>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48"/>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48"/>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2" name="Google Shape;402;p48"/>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48"/>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48"/>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48"/>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6" name="Google Shape;406;p48"/>
            <p:cNvGrpSpPr/>
            <p:nvPr/>
          </p:nvGrpSpPr>
          <p:grpSpPr>
            <a:xfrm>
              <a:off x="7962514" y="1163280"/>
              <a:ext cx="936510" cy="688006"/>
              <a:chOff x="3235964" y="2587955"/>
              <a:chExt cx="936510" cy="688006"/>
            </a:xfrm>
          </p:grpSpPr>
          <p:sp>
            <p:nvSpPr>
              <p:cNvPr id="407" name="Google Shape;407;p48"/>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48"/>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9" name="Google Shape;409;p48"/>
            <p:cNvGrpSpPr/>
            <p:nvPr/>
          </p:nvGrpSpPr>
          <p:grpSpPr>
            <a:xfrm>
              <a:off x="6905474" y="134499"/>
              <a:ext cx="1345775" cy="914755"/>
              <a:chOff x="2264799" y="3654374"/>
              <a:chExt cx="1345775" cy="914755"/>
            </a:xfrm>
          </p:grpSpPr>
          <p:sp>
            <p:nvSpPr>
              <p:cNvPr id="410" name="Google Shape;410;p48"/>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48"/>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48"/>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48"/>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414" name="Shape 414"/>
        <p:cNvGrpSpPr/>
        <p:nvPr/>
      </p:nvGrpSpPr>
      <p:grpSpPr>
        <a:xfrm>
          <a:off x="0" y="0"/>
          <a:ext cx="0" cy="0"/>
          <a:chOff x="0" y="0"/>
          <a:chExt cx="0" cy="0"/>
        </a:xfrm>
      </p:grpSpPr>
      <p:grpSp>
        <p:nvGrpSpPr>
          <p:cNvPr id="415" name="Google Shape;415;p49"/>
          <p:cNvGrpSpPr/>
          <p:nvPr/>
        </p:nvGrpSpPr>
        <p:grpSpPr>
          <a:xfrm>
            <a:off x="5605824" y="-266076"/>
            <a:ext cx="3292925" cy="5294769"/>
            <a:chOff x="5605824" y="-266076"/>
            <a:chExt cx="3292925" cy="5294769"/>
          </a:xfrm>
        </p:grpSpPr>
        <p:grpSp>
          <p:nvGrpSpPr>
            <p:cNvPr id="416" name="Google Shape;416;p49"/>
            <p:cNvGrpSpPr/>
            <p:nvPr/>
          </p:nvGrpSpPr>
          <p:grpSpPr>
            <a:xfrm>
              <a:off x="5605824" y="-266076"/>
              <a:ext cx="2577275" cy="1833510"/>
              <a:chOff x="781874" y="1294774"/>
              <a:chExt cx="2577275" cy="1833510"/>
            </a:xfrm>
          </p:grpSpPr>
          <p:sp>
            <p:nvSpPr>
              <p:cNvPr id="417" name="Google Shape;417;p49"/>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9"/>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49"/>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9"/>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9"/>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2" name="Google Shape;422;p49"/>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9"/>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9"/>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49"/>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9"/>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7" name="Google Shape;427;p49"/>
            <p:cNvGrpSpPr/>
            <p:nvPr/>
          </p:nvGrpSpPr>
          <p:grpSpPr>
            <a:xfrm>
              <a:off x="7962803" y="3199534"/>
              <a:ext cx="935946" cy="1829159"/>
              <a:chOff x="4738303" y="2514672"/>
              <a:chExt cx="935946" cy="1829159"/>
            </a:xfrm>
          </p:grpSpPr>
          <p:sp>
            <p:nvSpPr>
              <p:cNvPr id="428" name="Google Shape;428;p49"/>
              <p:cNvSpPr/>
              <p:nvPr/>
            </p:nvSpPr>
            <p:spPr>
              <a:xfrm rot="10800000">
                <a:off x="5149249" y="27403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49"/>
              <p:cNvSpPr/>
              <p:nvPr/>
            </p:nvSpPr>
            <p:spPr>
              <a:xfrm rot="10800000">
                <a:off x="4739611" y="297132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49"/>
              <p:cNvSpPr/>
              <p:nvPr/>
            </p:nvSpPr>
            <p:spPr>
              <a:xfrm rot="10800000">
                <a:off x="4738303" y="2514672"/>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49"/>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9"/>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3" name="Google Shape;433;p49"/>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
        <p:nvSpPr>
          <p:cNvPr id="434" name="Google Shape;434;p49"/>
          <p:cNvSpPr/>
          <p:nvPr>
            <p:ph idx="2" type="pic"/>
          </p:nvPr>
        </p:nvSpPr>
        <p:spPr>
          <a:xfrm>
            <a:off x="5273100" y="533863"/>
            <a:ext cx="2910000" cy="4075800"/>
          </a:xfrm>
          <a:prstGeom prst="rect">
            <a:avLst/>
          </a:prstGeom>
          <a:noFill/>
          <a:ln>
            <a:noFill/>
          </a:ln>
        </p:spPr>
      </p:sp>
      <p:sp>
        <p:nvSpPr>
          <p:cNvPr id="435" name="Google Shape;435;p49"/>
          <p:cNvSpPr txBox="1"/>
          <p:nvPr>
            <p:ph type="title"/>
          </p:nvPr>
        </p:nvSpPr>
        <p:spPr>
          <a:xfrm>
            <a:off x="720000" y="836175"/>
            <a:ext cx="3519600" cy="229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36" name="Google Shape;436;p49"/>
          <p:cNvSpPr txBox="1"/>
          <p:nvPr>
            <p:ph idx="1" type="subTitle"/>
          </p:nvPr>
        </p:nvSpPr>
        <p:spPr>
          <a:xfrm>
            <a:off x="720000" y="3132225"/>
            <a:ext cx="3519600" cy="1116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437" name="Shape 437"/>
        <p:cNvGrpSpPr/>
        <p:nvPr/>
      </p:nvGrpSpPr>
      <p:grpSpPr>
        <a:xfrm>
          <a:off x="0" y="0"/>
          <a:ext cx="0" cy="0"/>
          <a:chOff x="0" y="0"/>
          <a:chExt cx="0" cy="0"/>
        </a:xfrm>
      </p:grpSpPr>
      <p:sp>
        <p:nvSpPr>
          <p:cNvPr id="438" name="Google Shape;438;p50"/>
          <p:cNvSpPr txBox="1"/>
          <p:nvPr>
            <p:ph type="title"/>
          </p:nvPr>
        </p:nvSpPr>
        <p:spPr>
          <a:xfrm>
            <a:off x="720000" y="1435213"/>
            <a:ext cx="3103500" cy="1108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39" name="Google Shape;439;p50"/>
          <p:cNvSpPr txBox="1"/>
          <p:nvPr>
            <p:ph idx="1" type="subTitle"/>
          </p:nvPr>
        </p:nvSpPr>
        <p:spPr>
          <a:xfrm>
            <a:off x="720000" y="2543688"/>
            <a:ext cx="3103500" cy="11646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40" name="Google Shape;440;p50"/>
          <p:cNvGrpSpPr/>
          <p:nvPr/>
        </p:nvGrpSpPr>
        <p:grpSpPr>
          <a:xfrm>
            <a:off x="876149" y="-589501"/>
            <a:ext cx="6689450" cy="6267410"/>
            <a:chOff x="876149" y="-589501"/>
            <a:chExt cx="6689450" cy="6267410"/>
          </a:xfrm>
        </p:grpSpPr>
        <p:grpSp>
          <p:nvGrpSpPr>
            <p:cNvPr id="441" name="Google Shape;441;p50"/>
            <p:cNvGrpSpPr/>
            <p:nvPr/>
          </p:nvGrpSpPr>
          <p:grpSpPr>
            <a:xfrm>
              <a:off x="876149" y="3844399"/>
              <a:ext cx="2577275" cy="1833510"/>
              <a:chOff x="781874" y="1294774"/>
              <a:chExt cx="2577275" cy="1833510"/>
            </a:xfrm>
          </p:grpSpPr>
          <p:sp>
            <p:nvSpPr>
              <p:cNvPr id="442" name="Google Shape;442;p50"/>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p50"/>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50"/>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50"/>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50"/>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7" name="Google Shape;447;p50"/>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50"/>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9" name="Google Shape;449;p50"/>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50"/>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50"/>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2" name="Google Shape;452;p50"/>
            <p:cNvGrpSpPr/>
            <p:nvPr/>
          </p:nvGrpSpPr>
          <p:grpSpPr>
            <a:xfrm>
              <a:off x="6629653" y="-589501"/>
              <a:ext cx="935946" cy="1829159"/>
              <a:chOff x="4738303" y="2509949"/>
              <a:chExt cx="935946" cy="1829159"/>
            </a:xfrm>
          </p:grpSpPr>
          <p:sp>
            <p:nvSpPr>
              <p:cNvPr id="453" name="Google Shape;453;p50"/>
              <p:cNvSpPr/>
              <p:nvPr/>
            </p:nvSpPr>
            <p:spPr>
              <a:xfrm rot="10800000">
                <a:off x="5149249" y="273563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50"/>
              <p:cNvSpPr/>
              <p:nvPr/>
            </p:nvSpPr>
            <p:spPr>
              <a:xfrm rot="10800000">
                <a:off x="4739611" y="296660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5" name="Google Shape;455;p50"/>
              <p:cNvSpPr/>
              <p:nvPr/>
            </p:nvSpPr>
            <p:spPr>
              <a:xfrm rot="10800000">
                <a:off x="4738303" y="250994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p50"/>
              <p:cNvSpPr/>
              <p:nvPr/>
            </p:nvSpPr>
            <p:spPr>
              <a:xfrm rot="10800000">
                <a:off x="5149225" y="3655392"/>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7" name="Google Shape;457;p50"/>
              <p:cNvSpPr/>
              <p:nvPr/>
            </p:nvSpPr>
            <p:spPr>
              <a:xfrm rot="10800000">
                <a:off x="4739588" y="3881008"/>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50"/>
              <p:cNvSpPr/>
              <p:nvPr/>
            </p:nvSpPr>
            <p:spPr>
              <a:xfrm rot="10800000">
                <a:off x="4739588" y="342304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459" name="Shape 459"/>
        <p:cNvGrpSpPr/>
        <p:nvPr/>
      </p:nvGrpSpPr>
      <p:grpSpPr>
        <a:xfrm>
          <a:off x="0" y="0"/>
          <a:ext cx="0" cy="0"/>
          <a:chOff x="0" y="0"/>
          <a:chExt cx="0" cy="0"/>
        </a:xfrm>
      </p:grpSpPr>
      <p:sp>
        <p:nvSpPr>
          <p:cNvPr id="460" name="Google Shape;460;p51"/>
          <p:cNvSpPr txBox="1"/>
          <p:nvPr>
            <p:ph type="title"/>
          </p:nvPr>
        </p:nvSpPr>
        <p:spPr>
          <a:xfrm>
            <a:off x="4038175" y="1712763"/>
            <a:ext cx="3968100" cy="6870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61" name="Google Shape;461;p51"/>
          <p:cNvSpPr txBox="1"/>
          <p:nvPr>
            <p:ph idx="1" type="subTitle"/>
          </p:nvPr>
        </p:nvSpPr>
        <p:spPr>
          <a:xfrm>
            <a:off x="4038375" y="2399638"/>
            <a:ext cx="3968100" cy="10311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62" name="Google Shape;462;p51"/>
          <p:cNvGrpSpPr/>
          <p:nvPr/>
        </p:nvGrpSpPr>
        <p:grpSpPr>
          <a:xfrm>
            <a:off x="-627601" y="-377251"/>
            <a:ext cx="7883675" cy="5333955"/>
            <a:chOff x="-627601" y="-377251"/>
            <a:chExt cx="7883675" cy="5333955"/>
          </a:xfrm>
        </p:grpSpPr>
        <p:grpSp>
          <p:nvGrpSpPr>
            <p:cNvPr id="463" name="Google Shape;463;p51"/>
            <p:cNvGrpSpPr/>
            <p:nvPr/>
          </p:nvGrpSpPr>
          <p:grpSpPr>
            <a:xfrm>
              <a:off x="-627601" y="-377251"/>
              <a:ext cx="2577275" cy="1833510"/>
              <a:chOff x="781874" y="1294774"/>
              <a:chExt cx="2577275" cy="1833510"/>
            </a:xfrm>
          </p:grpSpPr>
          <p:sp>
            <p:nvSpPr>
              <p:cNvPr id="464" name="Google Shape;464;p51"/>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51"/>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51"/>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51"/>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8" name="Google Shape;468;p51"/>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51"/>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51"/>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51"/>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51"/>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51"/>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74" name="Google Shape;474;p51"/>
            <p:cNvGrpSpPr/>
            <p:nvPr/>
          </p:nvGrpSpPr>
          <p:grpSpPr>
            <a:xfrm>
              <a:off x="5910299" y="4041949"/>
              <a:ext cx="1345775" cy="914755"/>
              <a:chOff x="2264799" y="3654374"/>
              <a:chExt cx="1345775" cy="914755"/>
            </a:xfrm>
          </p:grpSpPr>
          <p:sp>
            <p:nvSpPr>
              <p:cNvPr id="475" name="Google Shape;475;p51"/>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6" name="Google Shape;476;p51"/>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7" name="Google Shape;477;p51"/>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51"/>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1">
    <p:spTree>
      <p:nvGrpSpPr>
        <p:cNvPr id="479" name="Shape 479"/>
        <p:cNvGrpSpPr/>
        <p:nvPr/>
      </p:nvGrpSpPr>
      <p:grpSpPr>
        <a:xfrm>
          <a:off x="0" y="0"/>
          <a:ext cx="0" cy="0"/>
          <a:chOff x="0" y="0"/>
          <a:chExt cx="0" cy="0"/>
        </a:xfrm>
      </p:grpSpPr>
      <p:sp>
        <p:nvSpPr>
          <p:cNvPr id="480" name="Google Shape;480;p52"/>
          <p:cNvSpPr txBox="1"/>
          <p:nvPr>
            <p:ph type="title"/>
          </p:nvPr>
        </p:nvSpPr>
        <p:spPr>
          <a:xfrm>
            <a:off x="1222825" y="1801800"/>
            <a:ext cx="4193100" cy="741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81" name="Google Shape;481;p52"/>
          <p:cNvSpPr txBox="1"/>
          <p:nvPr>
            <p:ph idx="1" type="subTitle"/>
          </p:nvPr>
        </p:nvSpPr>
        <p:spPr>
          <a:xfrm>
            <a:off x="1222825" y="2543700"/>
            <a:ext cx="4193100" cy="9342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482" name="Google Shape;482;p52"/>
          <p:cNvGrpSpPr/>
          <p:nvPr/>
        </p:nvGrpSpPr>
        <p:grpSpPr>
          <a:xfrm>
            <a:off x="150003" y="-316120"/>
            <a:ext cx="9703996" cy="3951429"/>
            <a:chOff x="150003" y="-316120"/>
            <a:chExt cx="9703996" cy="3951429"/>
          </a:xfrm>
        </p:grpSpPr>
        <p:grpSp>
          <p:nvGrpSpPr>
            <p:cNvPr id="483" name="Google Shape;483;p52"/>
            <p:cNvGrpSpPr/>
            <p:nvPr/>
          </p:nvGrpSpPr>
          <p:grpSpPr>
            <a:xfrm>
              <a:off x="7276724" y="1801799"/>
              <a:ext cx="2577275" cy="1833510"/>
              <a:chOff x="781874" y="1294774"/>
              <a:chExt cx="2577275" cy="1833510"/>
            </a:xfrm>
          </p:grpSpPr>
          <p:sp>
            <p:nvSpPr>
              <p:cNvPr id="484" name="Google Shape;484;p52"/>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52"/>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52"/>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52"/>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52"/>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52"/>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52"/>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52"/>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52"/>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3" name="Google Shape;493;p52"/>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4" name="Google Shape;494;p52"/>
            <p:cNvGrpSpPr/>
            <p:nvPr/>
          </p:nvGrpSpPr>
          <p:grpSpPr>
            <a:xfrm>
              <a:off x="1328289" y="-316120"/>
              <a:ext cx="936510" cy="688006"/>
              <a:chOff x="3235964" y="2587955"/>
              <a:chExt cx="936510" cy="688006"/>
            </a:xfrm>
          </p:grpSpPr>
          <p:sp>
            <p:nvSpPr>
              <p:cNvPr id="495" name="Google Shape;495;p52"/>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52"/>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7" name="Google Shape;497;p52"/>
            <p:cNvGrpSpPr/>
            <p:nvPr/>
          </p:nvGrpSpPr>
          <p:grpSpPr>
            <a:xfrm>
              <a:off x="150003" y="142474"/>
              <a:ext cx="935946" cy="1829159"/>
              <a:chOff x="4738303" y="2509949"/>
              <a:chExt cx="935946" cy="1829159"/>
            </a:xfrm>
          </p:grpSpPr>
          <p:sp>
            <p:nvSpPr>
              <p:cNvPr id="498" name="Google Shape;498;p52"/>
              <p:cNvSpPr/>
              <p:nvPr/>
            </p:nvSpPr>
            <p:spPr>
              <a:xfrm rot="10800000">
                <a:off x="5149249" y="273563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p52"/>
              <p:cNvSpPr/>
              <p:nvPr/>
            </p:nvSpPr>
            <p:spPr>
              <a:xfrm rot="10800000">
                <a:off x="4739611" y="296660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52"/>
              <p:cNvSpPr/>
              <p:nvPr/>
            </p:nvSpPr>
            <p:spPr>
              <a:xfrm rot="10800000">
                <a:off x="4738303" y="250994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52"/>
              <p:cNvSpPr/>
              <p:nvPr/>
            </p:nvSpPr>
            <p:spPr>
              <a:xfrm rot="10800000">
                <a:off x="5149225" y="3655392"/>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52"/>
              <p:cNvSpPr/>
              <p:nvPr/>
            </p:nvSpPr>
            <p:spPr>
              <a:xfrm rot="10800000">
                <a:off x="4739588" y="3881008"/>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52"/>
              <p:cNvSpPr/>
              <p:nvPr/>
            </p:nvSpPr>
            <p:spPr>
              <a:xfrm rot="10800000">
                <a:off x="4739588" y="342304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12">
    <p:spTree>
      <p:nvGrpSpPr>
        <p:cNvPr id="504" name="Shape 504"/>
        <p:cNvGrpSpPr/>
        <p:nvPr/>
      </p:nvGrpSpPr>
      <p:grpSpPr>
        <a:xfrm>
          <a:off x="0" y="0"/>
          <a:ext cx="0" cy="0"/>
          <a:chOff x="0" y="0"/>
          <a:chExt cx="0" cy="0"/>
        </a:xfrm>
      </p:grpSpPr>
      <p:sp>
        <p:nvSpPr>
          <p:cNvPr id="505" name="Google Shape;505;p53"/>
          <p:cNvSpPr txBox="1"/>
          <p:nvPr>
            <p:ph idx="1" type="body"/>
          </p:nvPr>
        </p:nvSpPr>
        <p:spPr>
          <a:xfrm>
            <a:off x="720000" y="1215750"/>
            <a:ext cx="5052000" cy="5727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lt2"/>
              </a:buClr>
              <a:buSzPts val="1400"/>
              <a:buFont typeface="Poppins Light"/>
              <a:buChar char="●"/>
              <a:defRPr/>
            </a:lvl1pPr>
            <a:lvl2pPr indent="-317500" lvl="1" marL="914400" algn="l">
              <a:lnSpc>
                <a:spcPct val="100000"/>
              </a:lnSpc>
              <a:spcBef>
                <a:spcPts val="0"/>
              </a:spcBef>
              <a:spcAft>
                <a:spcPts val="0"/>
              </a:spcAft>
              <a:buSzPts val="1400"/>
              <a:buFont typeface="Nunito Light"/>
              <a:buChar char="○"/>
              <a:defRPr/>
            </a:lvl2pPr>
            <a:lvl3pPr indent="-317500" lvl="2" marL="1371600" algn="l">
              <a:lnSpc>
                <a:spcPct val="100000"/>
              </a:lnSpc>
              <a:spcBef>
                <a:spcPts val="0"/>
              </a:spcBef>
              <a:spcAft>
                <a:spcPts val="0"/>
              </a:spcAft>
              <a:buSzPts val="1400"/>
              <a:buFont typeface="Nunito Light"/>
              <a:buChar char="■"/>
              <a:defRPr/>
            </a:lvl3pPr>
            <a:lvl4pPr indent="-317500" lvl="3" marL="1828800" algn="l">
              <a:lnSpc>
                <a:spcPct val="100000"/>
              </a:lnSpc>
              <a:spcBef>
                <a:spcPts val="0"/>
              </a:spcBef>
              <a:spcAft>
                <a:spcPts val="0"/>
              </a:spcAft>
              <a:buSzPts val="1400"/>
              <a:buFont typeface="Nunito Light"/>
              <a:buChar char="●"/>
              <a:defRPr/>
            </a:lvl4pPr>
            <a:lvl5pPr indent="-317500" lvl="4" marL="2286000" algn="l">
              <a:lnSpc>
                <a:spcPct val="100000"/>
              </a:lnSpc>
              <a:spcBef>
                <a:spcPts val="0"/>
              </a:spcBef>
              <a:spcAft>
                <a:spcPts val="0"/>
              </a:spcAft>
              <a:buSzPts val="1400"/>
              <a:buFont typeface="Nunito Light"/>
              <a:buChar char="○"/>
              <a:defRPr/>
            </a:lvl5pPr>
            <a:lvl6pPr indent="-317500" lvl="5" marL="2743200" algn="l">
              <a:lnSpc>
                <a:spcPct val="100000"/>
              </a:lnSpc>
              <a:spcBef>
                <a:spcPts val="0"/>
              </a:spcBef>
              <a:spcAft>
                <a:spcPts val="0"/>
              </a:spcAft>
              <a:buSzPts val="1400"/>
              <a:buFont typeface="Nunito Light"/>
              <a:buChar char="■"/>
              <a:defRPr/>
            </a:lvl6pPr>
            <a:lvl7pPr indent="-317500" lvl="6" marL="3200400" algn="l">
              <a:lnSpc>
                <a:spcPct val="100000"/>
              </a:lnSpc>
              <a:spcBef>
                <a:spcPts val="0"/>
              </a:spcBef>
              <a:spcAft>
                <a:spcPts val="0"/>
              </a:spcAft>
              <a:buSzPts val="1400"/>
              <a:buFont typeface="Nunito Light"/>
              <a:buChar char="●"/>
              <a:defRPr/>
            </a:lvl7pPr>
            <a:lvl8pPr indent="-317500" lvl="7" marL="3657600" algn="l">
              <a:lnSpc>
                <a:spcPct val="100000"/>
              </a:lnSpc>
              <a:spcBef>
                <a:spcPts val="0"/>
              </a:spcBef>
              <a:spcAft>
                <a:spcPts val="0"/>
              </a:spcAft>
              <a:buSzPts val="1400"/>
              <a:buFont typeface="Nunito Light"/>
              <a:buChar char="○"/>
              <a:defRPr/>
            </a:lvl8pPr>
            <a:lvl9pPr indent="-317500" lvl="8" marL="4114800" algn="l">
              <a:lnSpc>
                <a:spcPct val="100000"/>
              </a:lnSpc>
              <a:spcBef>
                <a:spcPts val="0"/>
              </a:spcBef>
              <a:spcAft>
                <a:spcPts val="0"/>
              </a:spcAft>
              <a:buSzPts val="1400"/>
              <a:buFont typeface="Nunito Light"/>
              <a:buChar char="■"/>
              <a:defRPr/>
            </a:lvl9pPr>
          </a:lstStyle>
          <a:p/>
        </p:txBody>
      </p:sp>
      <p:sp>
        <p:nvSpPr>
          <p:cNvPr id="506" name="Google Shape;506;p5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507" name="Google Shape;507;p53"/>
          <p:cNvGrpSpPr/>
          <p:nvPr/>
        </p:nvGrpSpPr>
        <p:grpSpPr>
          <a:xfrm>
            <a:off x="6492739" y="2722049"/>
            <a:ext cx="3057485" cy="2798710"/>
            <a:chOff x="6492739" y="2722049"/>
            <a:chExt cx="3057485" cy="2798710"/>
          </a:xfrm>
        </p:grpSpPr>
        <p:grpSp>
          <p:nvGrpSpPr>
            <p:cNvPr id="508" name="Google Shape;508;p53"/>
            <p:cNvGrpSpPr/>
            <p:nvPr/>
          </p:nvGrpSpPr>
          <p:grpSpPr>
            <a:xfrm>
              <a:off x="6972949" y="3687249"/>
              <a:ext cx="2577275" cy="1833510"/>
              <a:chOff x="781874" y="1294774"/>
              <a:chExt cx="2577275" cy="1833510"/>
            </a:xfrm>
          </p:grpSpPr>
          <p:sp>
            <p:nvSpPr>
              <p:cNvPr id="509" name="Google Shape;509;p53"/>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53"/>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53"/>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53"/>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53"/>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53"/>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53"/>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53"/>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7" name="Google Shape;517;p53"/>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53"/>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9" name="Google Shape;519;p53"/>
            <p:cNvGrpSpPr/>
            <p:nvPr/>
          </p:nvGrpSpPr>
          <p:grpSpPr>
            <a:xfrm>
              <a:off x="6492739" y="4117380"/>
              <a:ext cx="936510" cy="688006"/>
              <a:chOff x="3235964" y="2587955"/>
              <a:chExt cx="936510" cy="688006"/>
            </a:xfrm>
          </p:grpSpPr>
          <p:sp>
            <p:nvSpPr>
              <p:cNvPr id="520" name="Google Shape;520;p53"/>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22" name="Google Shape;522;p53"/>
            <p:cNvGrpSpPr/>
            <p:nvPr/>
          </p:nvGrpSpPr>
          <p:grpSpPr>
            <a:xfrm>
              <a:off x="7429249" y="2722049"/>
              <a:ext cx="1345775" cy="914755"/>
              <a:chOff x="2264799" y="3654374"/>
              <a:chExt cx="1345775" cy="914755"/>
            </a:xfrm>
          </p:grpSpPr>
          <p:sp>
            <p:nvSpPr>
              <p:cNvPr id="523" name="Google Shape;523;p53"/>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53"/>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53"/>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53"/>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527" name="Shape 527"/>
        <p:cNvGrpSpPr/>
        <p:nvPr/>
      </p:nvGrpSpPr>
      <p:grpSpPr>
        <a:xfrm>
          <a:off x="0" y="0"/>
          <a:ext cx="0" cy="0"/>
          <a:chOff x="0" y="0"/>
          <a:chExt cx="0" cy="0"/>
        </a:xfrm>
      </p:grpSpPr>
      <p:sp>
        <p:nvSpPr>
          <p:cNvPr id="528" name="Google Shape;528;p54"/>
          <p:cNvSpPr txBox="1"/>
          <p:nvPr>
            <p:ph idx="1" type="subTitle"/>
          </p:nvPr>
        </p:nvSpPr>
        <p:spPr>
          <a:xfrm>
            <a:off x="726651" y="2073001"/>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29" name="Google Shape;529;p54"/>
          <p:cNvSpPr txBox="1"/>
          <p:nvPr>
            <p:ph idx="2" type="subTitle"/>
          </p:nvPr>
        </p:nvSpPr>
        <p:spPr>
          <a:xfrm>
            <a:off x="3474109" y="2073001"/>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0" name="Google Shape;530;p54"/>
          <p:cNvSpPr txBox="1"/>
          <p:nvPr>
            <p:ph idx="3" type="subTitle"/>
          </p:nvPr>
        </p:nvSpPr>
        <p:spPr>
          <a:xfrm>
            <a:off x="726651" y="3503225"/>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1" name="Google Shape;531;p54"/>
          <p:cNvSpPr txBox="1"/>
          <p:nvPr>
            <p:ph idx="4" type="subTitle"/>
          </p:nvPr>
        </p:nvSpPr>
        <p:spPr>
          <a:xfrm>
            <a:off x="3474109" y="3503225"/>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2" name="Google Shape;532;p54"/>
          <p:cNvSpPr txBox="1"/>
          <p:nvPr>
            <p:ph idx="5" type="subTitle"/>
          </p:nvPr>
        </p:nvSpPr>
        <p:spPr>
          <a:xfrm>
            <a:off x="6221568" y="2073001"/>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3" name="Google Shape;533;p54"/>
          <p:cNvSpPr txBox="1"/>
          <p:nvPr>
            <p:ph idx="6" type="subTitle"/>
          </p:nvPr>
        </p:nvSpPr>
        <p:spPr>
          <a:xfrm>
            <a:off x="6221568" y="3503225"/>
            <a:ext cx="2209200" cy="6354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34" name="Google Shape;534;p54"/>
          <p:cNvSpPr txBox="1"/>
          <p:nvPr>
            <p:ph idx="7" type="subTitle"/>
          </p:nvPr>
        </p:nvSpPr>
        <p:spPr>
          <a:xfrm>
            <a:off x="730989" y="16566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35" name="Google Shape;535;p54"/>
          <p:cNvSpPr txBox="1"/>
          <p:nvPr>
            <p:ph idx="8" type="subTitle"/>
          </p:nvPr>
        </p:nvSpPr>
        <p:spPr>
          <a:xfrm>
            <a:off x="3478447" y="16566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36" name="Google Shape;536;p54"/>
          <p:cNvSpPr txBox="1"/>
          <p:nvPr>
            <p:ph idx="9" type="subTitle"/>
          </p:nvPr>
        </p:nvSpPr>
        <p:spPr>
          <a:xfrm>
            <a:off x="6225906" y="16566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37" name="Google Shape;537;p54"/>
          <p:cNvSpPr txBox="1"/>
          <p:nvPr>
            <p:ph idx="13" type="subTitle"/>
          </p:nvPr>
        </p:nvSpPr>
        <p:spPr>
          <a:xfrm>
            <a:off x="730989" y="30868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38" name="Google Shape;538;p54"/>
          <p:cNvSpPr txBox="1"/>
          <p:nvPr>
            <p:ph idx="14" type="subTitle"/>
          </p:nvPr>
        </p:nvSpPr>
        <p:spPr>
          <a:xfrm>
            <a:off x="3478447" y="30868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39" name="Google Shape;539;p54"/>
          <p:cNvSpPr txBox="1"/>
          <p:nvPr>
            <p:ph idx="15" type="subTitle"/>
          </p:nvPr>
        </p:nvSpPr>
        <p:spPr>
          <a:xfrm>
            <a:off x="6225906" y="3086800"/>
            <a:ext cx="2200500" cy="4926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SzPts val="2400"/>
              <a:buNone/>
              <a:defRPr b="1" sz="2400">
                <a:solidFill>
                  <a:schemeClr val="dk1"/>
                </a:solidFill>
              </a:defRPr>
            </a:lvl1pPr>
            <a:lvl2pPr lvl="1" algn="ctr">
              <a:lnSpc>
                <a:spcPct val="100000"/>
              </a:lnSpc>
              <a:spcBef>
                <a:spcPts val="0"/>
              </a:spcBef>
              <a:spcAft>
                <a:spcPts val="0"/>
              </a:spcAft>
              <a:buSzPts val="2400"/>
              <a:buNone/>
              <a:defRPr b="1" sz="2400"/>
            </a:lvl2pPr>
            <a:lvl3pPr lvl="2" algn="ctr">
              <a:lnSpc>
                <a:spcPct val="100000"/>
              </a:lnSpc>
              <a:spcBef>
                <a:spcPts val="0"/>
              </a:spcBef>
              <a:spcAft>
                <a:spcPts val="0"/>
              </a:spcAft>
              <a:buSzPts val="2400"/>
              <a:buNone/>
              <a:defRPr b="1" sz="2400"/>
            </a:lvl3pPr>
            <a:lvl4pPr lvl="3" algn="ctr">
              <a:lnSpc>
                <a:spcPct val="100000"/>
              </a:lnSpc>
              <a:spcBef>
                <a:spcPts val="0"/>
              </a:spcBef>
              <a:spcAft>
                <a:spcPts val="0"/>
              </a:spcAft>
              <a:buSzPts val="2400"/>
              <a:buNone/>
              <a:defRPr b="1" sz="2400"/>
            </a:lvl4pPr>
            <a:lvl5pPr lvl="4" algn="ctr">
              <a:lnSpc>
                <a:spcPct val="100000"/>
              </a:lnSpc>
              <a:spcBef>
                <a:spcPts val="0"/>
              </a:spcBef>
              <a:spcAft>
                <a:spcPts val="0"/>
              </a:spcAft>
              <a:buSzPts val="2400"/>
              <a:buNone/>
              <a:defRPr b="1" sz="2400"/>
            </a:lvl5pPr>
            <a:lvl6pPr lvl="5" algn="ctr">
              <a:lnSpc>
                <a:spcPct val="100000"/>
              </a:lnSpc>
              <a:spcBef>
                <a:spcPts val="0"/>
              </a:spcBef>
              <a:spcAft>
                <a:spcPts val="0"/>
              </a:spcAft>
              <a:buSzPts val="2400"/>
              <a:buNone/>
              <a:defRPr b="1" sz="2400"/>
            </a:lvl6pPr>
            <a:lvl7pPr lvl="6" algn="ctr">
              <a:lnSpc>
                <a:spcPct val="100000"/>
              </a:lnSpc>
              <a:spcBef>
                <a:spcPts val="0"/>
              </a:spcBef>
              <a:spcAft>
                <a:spcPts val="0"/>
              </a:spcAft>
              <a:buSzPts val="2400"/>
              <a:buNone/>
              <a:defRPr b="1" sz="2400"/>
            </a:lvl7pPr>
            <a:lvl8pPr lvl="7" algn="ctr">
              <a:lnSpc>
                <a:spcPct val="100000"/>
              </a:lnSpc>
              <a:spcBef>
                <a:spcPts val="0"/>
              </a:spcBef>
              <a:spcAft>
                <a:spcPts val="0"/>
              </a:spcAft>
              <a:buSzPts val="2400"/>
              <a:buNone/>
              <a:defRPr b="1" sz="2400"/>
            </a:lvl8pPr>
            <a:lvl9pPr lvl="8" algn="ctr">
              <a:lnSpc>
                <a:spcPct val="100000"/>
              </a:lnSpc>
              <a:spcBef>
                <a:spcPts val="0"/>
              </a:spcBef>
              <a:spcAft>
                <a:spcPts val="0"/>
              </a:spcAft>
              <a:buSzPts val="2400"/>
              <a:buNone/>
              <a:defRPr b="1" sz="2400"/>
            </a:lvl9pPr>
          </a:lstStyle>
          <a:p/>
        </p:txBody>
      </p:sp>
      <p:sp>
        <p:nvSpPr>
          <p:cNvPr id="540" name="Google Shape;540;p5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541" name="Google Shape;541;p54"/>
          <p:cNvGrpSpPr/>
          <p:nvPr/>
        </p:nvGrpSpPr>
        <p:grpSpPr>
          <a:xfrm>
            <a:off x="324089" y="4387674"/>
            <a:ext cx="8509210" cy="926987"/>
            <a:chOff x="313264" y="4021024"/>
            <a:chExt cx="8509210" cy="926987"/>
          </a:xfrm>
        </p:grpSpPr>
        <p:grpSp>
          <p:nvGrpSpPr>
            <p:cNvPr id="542" name="Google Shape;542;p54"/>
            <p:cNvGrpSpPr/>
            <p:nvPr/>
          </p:nvGrpSpPr>
          <p:grpSpPr>
            <a:xfrm>
              <a:off x="313264" y="4260005"/>
              <a:ext cx="936510" cy="688006"/>
              <a:chOff x="3235964" y="2587955"/>
              <a:chExt cx="936510" cy="688006"/>
            </a:xfrm>
          </p:grpSpPr>
          <p:sp>
            <p:nvSpPr>
              <p:cNvPr id="543" name="Google Shape;543;p54"/>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54"/>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5" name="Google Shape;545;p54"/>
            <p:cNvGrpSpPr/>
            <p:nvPr/>
          </p:nvGrpSpPr>
          <p:grpSpPr>
            <a:xfrm>
              <a:off x="7476699" y="4021024"/>
              <a:ext cx="1345775" cy="914755"/>
              <a:chOff x="2264799" y="3654374"/>
              <a:chExt cx="1345775" cy="914755"/>
            </a:xfrm>
          </p:grpSpPr>
          <p:sp>
            <p:nvSpPr>
              <p:cNvPr id="546" name="Google Shape;546;p54"/>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54"/>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54"/>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54"/>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550" name="Shape 550"/>
        <p:cNvGrpSpPr/>
        <p:nvPr/>
      </p:nvGrpSpPr>
      <p:grpSpPr>
        <a:xfrm>
          <a:off x="0" y="0"/>
          <a:ext cx="0" cy="0"/>
          <a:chOff x="0" y="0"/>
          <a:chExt cx="0" cy="0"/>
        </a:xfrm>
      </p:grpSpPr>
      <p:pic>
        <p:nvPicPr>
          <p:cNvPr id="551" name="Google Shape;551;p5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52" name="Google Shape;552;p55"/>
          <p:cNvSpPr txBox="1"/>
          <p:nvPr>
            <p:ph type="title"/>
          </p:nvPr>
        </p:nvSpPr>
        <p:spPr>
          <a:xfrm>
            <a:off x="2223600" y="638357"/>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53" name="Google Shape;553;p55"/>
          <p:cNvSpPr txBox="1"/>
          <p:nvPr>
            <p:ph idx="1" type="subTitle"/>
          </p:nvPr>
        </p:nvSpPr>
        <p:spPr>
          <a:xfrm>
            <a:off x="2223600" y="1327275"/>
            <a:ext cx="4696800" cy="40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554" name="Google Shape;554;p55"/>
          <p:cNvSpPr txBox="1"/>
          <p:nvPr>
            <p:ph idx="2" type="title"/>
          </p:nvPr>
        </p:nvSpPr>
        <p:spPr>
          <a:xfrm>
            <a:off x="2223600" y="1990612"/>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55" name="Google Shape;555;p55"/>
          <p:cNvSpPr txBox="1"/>
          <p:nvPr>
            <p:ph idx="3" type="subTitle"/>
          </p:nvPr>
        </p:nvSpPr>
        <p:spPr>
          <a:xfrm>
            <a:off x="2223600" y="2679527"/>
            <a:ext cx="4696800" cy="40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556" name="Google Shape;556;p55"/>
          <p:cNvSpPr txBox="1"/>
          <p:nvPr>
            <p:ph idx="4" type="title"/>
          </p:nvPr>
        </p:nvSpPr>
        <p:spPr>
          <a:xfrm>
            <a:off x="2223600" y="3342868"/>
            <a:ext cx="4696800" cy="7689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45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57" name="Google Shape;557;p55"/>
          <p:cNvSpPr txBox="1"/>
          <p:nvPr>
            <p:ph idx="5" type="subTitle"/>
          </p:nvPr>
        </p:nvSpPr>
        <p:spPr>
          <a:xfrm>
            <a:off x="2223600" y="4031797"/>
            <a:ext cx="4696800" cy="4026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Clr>
                <a:schemeClr val="dk1"/>
              </a:buClr>
              <a:buSzPts val="2400"/>
              <a:buNone/>
              <a:defRPr sz="16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grpSp>
        <p:nvGrpSpPr>
          <p:cNvPr id="558" name="Google Shape;558;p55"/>
          <p:cNvGrpSpPr/>
          <p:nvPr/>
        </p:nvGrpSpPr>
        <p:grpSpPr>
          <a:xfrm>
            <a:off x="202374" y="239324"/>
            <a:ext cx="9683050" cy="4722185"/>
            <a:chOff x="202374" y="239324"/>
            <a:chExt cx="9683050" cy="4722185"/>
          </a:xfrm>
        </p:grpSpPr>
        <p:grpSp>
          <p:nvGrpSpPr>
            <p:cNvPr id="559" name="Google Shape;559;p55"/>
            <p:cNvGrpSpPr/>
            <p:nvPr/>
          </p:nvGrpSpPr>
          <p:grpSpPr>
            <a:xfrm>
              <a:off x="7308149" y="3127999"/>
              <a:ext cx="2577275" cy="1833510"/>
              <a:chOff x="781874" y="1294774"/>
              <a:chExt cx="2577275" cy="1833510"/>
            </a:xfrm>
          </p:grpSpPr>
          <p:sp>
            <p:nvSpPr>
              <p:cNvPr id="560" name="Google Shape;560;p55"/>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55"/>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55"/>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55"/>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55"/>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55"/>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55"/>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55"/>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55"/>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55"/>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0" name="Google Shape;570;p55"/>
            <p:cNvGrpSpPr/>
            <p:nvPr/>
          </p:nvGrpSpPr>
          <p:grpSpPr>
            <a:xfrm>
              <a:off x="7918539" y="1927980"/>
              <a:ext cx="936510" cy="688006"/>
              <a:chOff x="3235964" y="2587955"/>
              <a:chExt cx="936510" cy="688006"/>
            </a:xfrm>
          </p:grpSpPr>
          <p:sp>
            <p:nvSpPr>
              <p:cNvPr id="571" name="Google Shape;571;p55"/>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55"/>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3" name="Google Shape;573;p55"/>
            <p:cNvGrpSpPr/>
            <p:nvPr/>
          </p:nvGrpSpPr>
          <p:grpSpPr>
            <a:xfrm>
              <a:off x="202378" y="3017522"/>
              <a:ext cx="935946" cy="1829159"/>
              <a:chOff x="4738303" y="2514672"/>
              <a:chExt cx="935946" cy="1829159"/>
            </a:xfrm>
          </p:grpSpPr>
          <p:sp>
            <p:nvSpPr>
              <p:cNvPr id="574" name="Google Shape;574;p55"/>
              <p:cNvSpPr/>
              <p:nvPr/>
            </p:nvSpPr>
            <p:spPr>
              <a:xfrm rot="10800000">
                <a:off x="5149249" y="27403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55"/>
              <p:cNvSpPr/>
              <p:nvPr/>
            </p:nvSpPr>
            <p:spPr>
              <a:xfrm rot="10800000">
                <a:off x="4739611" y="297132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55"/>
              <p:cNvSpPr/>
              <p:nvPr/>
            </p:nvSpPr>
            <p:spPr>
              <a:xfrm rot="10800000">
                <a:off x="4738303" y="2514672"/>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p55"/>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55"/>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55"/>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0" name="Google Shape;580;p55"/>
            <p:cNvGrpSpPr/>
            <p:nvPr/>
          </p:nvGrpSpPr>
          <p:grpSpPr>
            <a:xfrm>
              <a:off x="202374" y="239324"/>
              <a:ext cx="1345775" cy="914755"/>
              <a:chOff x="2264799" y="3654374"/>
              <a:chExt cx="1345775" cy="914755"/>
            </a:xfrm>
          </p:grpSpPr>
          <p:sp>
            <p:nvSpPr>
              <p:cNvPr id="581" name="Google Shape;581;p55"/>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55"/>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55"/>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55"/>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585" name="Shape 585"/>
        <p:cNvGrpSpPr/>
        <p:nvPr/>
      </p:nvGrpSpPr>
      <p:grpSpPr>
        <a:xfrm>
          <a:off x="0" y="0"/>
          <a:ext cx="0" cy="0"/>
          <a:chOff x="0" y="0"/>
          <a:chExt cx="0" cy="0"/>
        </a:xfrm>
      </p:grpSpPr>
      <p:sp>
        <p:nvSpPr>
          <p:cNvPr id="586" name="Google Shape;586;p56"/>
          <p:cNvSpPr txBox="1"/>
          <p:nvPr>
            <p:ph type="title"/>
          </p:nvPr>
        </p:nvSpPr>
        <p:spPr>
          <a:xfrm>
            <a:off x="1147374" y="1581150"/>
            <a:ext cx="1544100" cy="406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87" name="Google Shape;587;p56"/>
          <p:cNvSpPr txBox="1"/>
          <p:nvPr>
            <p:ph idx="1" type="subTitle"/>
          </p:nvPr>
        </p:nvSpPr>
        <p:spPr>
          <a:xfrm>
            <a:off x="720043" y="3248175"/>
            <a:ext cx="2398800" cy="881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88" name="Google Shape;588;p56"/>
          <p:cNvSpPr txBox="1"/>
          <p:nvPr>
            <p:ph idx="2" type="subTitle"/>
          </p:nvPr>
        </p:nvSpPr>
        <p:spPr>
          <a:xfrm>
            <a:off x="720043" y="2751150"/>
            <a:ext cx="2398800" cy="5055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Clr>
                <a:schemeClr val="dk1"/>
              </a:buClr>
              <a:buSzPts val="2400"/>
              <a:buNone/>
              <a:defRPr b="1" sz="2400">
                <a:solidFill>
                  <a:schemeClr val="dk1"/>
                </a:solidFill>
              </a:defRPr>
            </a:lvl1pPr>
            <a:lvl2pPr lvl="1" algn="ctr">
              <a:lnSpc>
                <a:spcPct val="100000"/>
              </a:lnSpc>
              <a:spcBef>
                <a:spcPts val="0"/>
              </a:spcBef>
              <a:spcAft>
                <a:spcPts val="0"/>
              </a:spcAft>
              <a:buClr>
                <a:schemeClr val="dk1"/>
              </a:buClr>
              <a:buSzPts val="2400"/>
              <a:buNone/>
              <a:defRPr b="1" sz="2400">
                <a:solidFill>
                  <a:schemeClr val="dk1"/>
                </a:solidFill>
              </a:defRPr>
            </a:lvl2pPr>
            <a:lvl3pPr lvl="2" algn="ctr">
              <a:lnSpc>
                <a:spcPct val="100000"/>
              </a:lnSpc>
              <a:spcBef>
                <a:spcPts val="0"/>
              </a:spcBef>
              <a:spcAft>
                <a:spcPts val="0"/>
              </a:spcAft>
              <a:buClr>
                <a:schemeClr val="dk1"/>
              </a:buClr>
              <a:buSzPts val="2400"/>
              <a:buNone/>
              <a:defRPr b="1" sz="2400">
                <a:solidFill>
                  <a:schemeClr val="dk1"/>
                </a:solidFill>
              </a:defRPr>
            </a:lvl3pPr>
            <a:lvl4pPr lvl="3" algn="ctr">
              <a:lnSpc>
                <a:spcPct val="100000"/>
              </a:lnSpc>
              <a:spcBef>
                <a:spcPts val="0"/>
              </a:spcBef>
              <a:spcAft>
                <a:spcPts val="0"/>
              </a:spcAft>
              <a:buClr>
                <a:schemeClr val="dk1"/>
              </a:buClr>
              <a:buSzPts val="2400"/>
              <a:buNone/>
              <a:defRPr b="1" sz="2400">
                <a:solidFill>
                  <a:schemeClr val="dk1"/>
                </a:solidFill>
              </a:defRPr>
            </a:lvl4pPr>
            <a:lvl5pPr lvl="4" algn="ctr">
              <a:lnSpc>
                <a:spcPct val="100000"/>
              </a:lnSpc>
              <a:spcBef>
                <a:spcPts val="0"/>
              </a:spcBef>
              <a:spcAft>
                <a:spcPts val="0"/>
              </a:spcAft>
              <a:buClr>
                <a:schemeClr val="dk1"/>
              </a:buClr>
              <a:buSzPts val="2400"/>
              <a:buNone/>
              <a:defRPr b="1" sz="2400">
                <a:solidFill>
                  <a:schemeClr val="dk1"/>
                </a:solidFill>
              </a:defRPr>
            </a:lvl5pPr>
            <a:lvl6pPr lvl="5" algn="ctr">
              <a:lnSpc>
                <a:spcPct val="100000"/>
              </a:lnSpc>
              <a:spcBef>
                <a:spcPts val="0"/>
              </a:spcBef>
              <a:spcAft>
                <a:spcPts val="0"/>
              </a:spcAft>
              <a:buClr>
                <a:schemeClr val="dk1"/>
              </a:buClr>
              <a:buSzPts val="2400"/>
              <a:buNone/>
              <a:defRPr b="1" sz="2400">
                <a:solidFill>
                  <a:schemeClr val="dk1"/>
                </a:solidFill>
              </a:defRPr>
            </a:lvl6pPr>
            <a:lvl7pPr lvl="6" algn="ctr">
              <a:lnSpc>
                <a:spcPct val="100000"/>
              </a:lnSpc>
              <a:spcBef>
                <a:spcPts val="0"/>
              </a:spcBef>
              <a:spcAft>
                <a:spcPts val="0"/>
              </a:spcAft>
              <a:buClr>
                <a:schemeClr val="dk1"/>
              </a:buClr>
              <a:buSzPts val="2400"/>
              <a:buNone/>
              <a:defRPr b="1" sz="2400">
                <a:solidFill>
                  <a:schemeClr val="dk1"/>
                </a:solidFill>
              </a:defRPr>
            </a:lvl7pPr>
            <a:lvl8pPr lvl="7" algn="ctr">
              <a:lnSpc>
                <a:spcPct val="100000"/>
              </a:lnSpc>
              <a:spcBef>
                <a:spcPts val="0"/>
              </a:spcBef>
              <a:spcAft>
                <a:spcPts val="0"/>
              </a:spcAft>
              <a:buClr>
                <a:schemeClr val="dk1"/>
              </a:buClr>
              <a:buSzPts val="2400"/>
              <a:buNone/>
              <a:defRPr b="1" sz="2400">
                <a:solidFill>
                  <a:schemeClr val="dk1"/>
                </a:solidFill>
              </a:defRPr>
            </a:lvl8pPr>
            <a:lvl9pPr lvl="8" algn="ctr">
              <a:lnSpc>
                <a:spcPct val="100000"/>
              </a:lnSpc>
              <a:spcBef>
                <a:spcPts val="0"/>
              </a:spcBef>
              <a:spcAft>
                <a:spcPts val="0"/>
              </a:spcAft>
              <a:buClr>
                <a:schemeClr val="dk1"/>
              </a:buClr>
              <a:buSzPts val="2400"/>
              <a:buNone/>
              <a:defRPr b="1" sz="2400">
                <a:solidFill>
                  <a:schemeClr val="dk1"/>
                </a:solidFill>
              </a:defRPr>
            </a:lvl9pPr>
          </a:lstStyle>
          <a:p/>
        </p:txBody>
      </p:sp>
      <p:sp>
        <p:nvSpPr>
          <p:cNvPr id="589" name="Google Shape;589;p56"/>
          <p:cNvSpPr txBox="1"/>
          <p:nvPr>
            <p:ph idx="3" type="title"/>
          </p:nvPr>
        </p:nvSpPr>
        <p:spPr>
          <a:xfrm>
            <a:off x="3800538" y="1581150"/>
            <a:ext cx="1542600" cy="406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90" name="Google Shape;590;p56"/>
          <p:cNvSpPr txBox="1"/>
          <p:nvPr>
            <p:ph idx="4" type="subTitle"/>
          </p:nvPr>
        </p:nvSpPr>
        <p:spPr>
          <a:xfrm>
            <a:off x="3372600" y="3248175"/>
            <a:ext cx="2398800" cy="881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91" name="Google Shape;591;p56"/>
          <p:cNvSpPr txBox="1"/>
          <p:nvPr>
            <p:ph idx="5" type="subTitle"/>
          </p:nvPr>
        </p:nvSpPr>
        <p:spPr>
          <a:xfrm>
            <a:off x="3372600" y="2751150"/>
            <a:ext cx="2398800" cy="5055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Clr>
                <a:schemeClr val="dk1"/>
              </a:buClr>
              <a:buSzPts val="2400"/>
              <a:buNone/>
              <a:defRPr b="1" sz="2400">
                <a:solidFill>
                  <a:schemeClr val="dk1"/>
                </a:solidFill>
              </a:defRPr>
            </a:lvl1pPr>
            <a:lvl2pPr lvl="1" algn="ctr">
              <a:lnSpc>
                <a:spcPct val="100000"/>
              </a:lnSpc>
              <a:spcBef>
                <a:spcPts val="0"/>
              </a:spcBef>
              <a:spcAft>
                <a:spcPts val="0"/>
              </a:spcAft>
              <a:buClr>
                <a:schemeClr val="dk1"/>
              </a:buClr>
              <a:buSzPts val="2400"/>
              <a:buNone/>
              <a:defRPr b="1" sz="2400">
                <a:solidFill>
                  <a:schemeClr val="dk1"/>
                </a:solidFill>
              </a:defRPr>
            </a:lvl2pPr>
            <a:lvl3pPr lvl="2" algn="ctr">
              <a:lnSpc>
                <a:spcPct val="100000"/>
              </a:lnSpc>
              <a:spcBef>
                <a:spcPts val="0"/>
              </a:spcBef>
              <a:spcAft>
                <a:spcPts val="0"/>
              </a:spcAft>
              <a:buClr>
                <a:schemeClr val="dk1"/>
              </a:buClr>
              <a:buSzPts val="2400"/>
              <a:buNone/>
              <a:defRPr b="1" sz="2400">
                <a:solidFill>
                  <a:schemeClr val="dk1"/>
                </a:solidFill>
              </a:defRPr>
            </a:lvl3pPr>
            <a:lvl4pPr lvl="3" algn="ctr">
              <a:lnSpc>
                <a:spcPct val="100000"/>
              </a:lnSpc>
              <a:spcBef>
                <a:spcPts val="0"/>
              </a:spcBef>
              <a:spcAft>
                <a:spcPts val="0"/>
              </a:spcAft>
              <a:buClr>
                <a:schemeClr val="dk1"/>
              </a:buClr>
              <a:buSzPts val="2400"/>
              <a:buNone/>
              <a:defRPr b="1" sz="2400">
                <a:solidFill>
                  <a:schemeClr val="dk1"/>
                </a:solidFill>
              </a:defRPr>
            </a:lvl4pPr>
            <a:lvl5pPr lvl="4" algn="ctr">
              <a:lnSpc>
                <a:spcPct val="100000"/>
              </a:lnSpc>
              <a:spcBef>
                <a:spcPts val="0"/>
              </a:spcBef>
              <a:spcAft>
                <a:spcPts val="0"/>
              </a:spcAft>
              <a:buClr>
                <a:schemeClr val="dk1"/>
              </a:buClr>
              <a:buSzPts val="2400"/>
              <a:buNone/>
              <a:defRPr b="1" sz="2400">
                <a:solidFill>
                  <a:schemeClr val="dk1"/>
                </a:solidFill>
              </a:defRPr>
            </a:lvl5pPr>
            <a:lvl6pPr lvl="5" algn="ctr">
              <a:lnSpc>
                <a:spcPct val="100000"/>
              </a:lnSpc>
              <a:spcBef>
                <a:spcPts val="0"/>
              </a:spcBef>
              <a:spcAft>
                <a:spcPts val="0"/>
              </a:spcAft>
              <a:buClr>
                <a:schemeClr val="dk1"/>
              </a:buClr>
              <a:buSzPts val="2400"/>
              <a:buNone/>
              <a:defRPr b="1" sz="2400">
                <a:solidFill>
                  <a:schemeClr val="dk1"/>
                </a:solidFill>
              </a:defRPr>
            </a:lvl6pPr>
            <a:lvl7pPr lvl="6" algn="ctr">
              <a:lnSpc>
                <a:spcPct val="100000"/>
              </a:lnSpc>
              <a:spcBef>
                <a:spcPts val="0"/>
              </a:spcBef>
              <a:spcAft>
                <a:spcPts val="0"/>
              </a:spcAft>
              <a:buClr>
                <a:schemeClr val="dk1"/>
              </a:buClr>
              <a:buSzPts val="2400"/>
              <a:buNone/>
              <a:defRPr b="1" sz="2400">
                <a:solidFill>
                  <a:schemeClr val="dk1"/>
                </a:solidFill>
              </a:defRPr>
            </a:lvl7pPr>
            <a:lvl8pPr lvl="7" algn="ctr">
              <a:lnSpc>
                <a:spcPct val="100000"/>
              </a:lnSpc>
              <a:spcBef>
                <a:spcPts val="0"/>
              </a:spcBef>
              <a:spcAft>
                <a:spcPts val="0"/>
              </a:spcAft>
              <a:buClr>
                <a:schemeClr val="dk1"/>
              </a:buClr>
              <a:buSzPts val="2400"/>
              <a:buNone/>
              <a:defRPr b="1" sz="2400">
                <a:solidFill>
                  <a:schemeClr val="dk1"/>
                </a:solidFill>
              </a:defRPr>
            </a:lvl8pPr>
            <a:lvl9pPr lvl="8" algn="ctr">
              <a:lnSpc>
                <a:spcPct val="100000"/>
              </a:lnSpc>
              <a:spcBef>
                <a:spcPts val="0"/>
              </a:spcBef>
              <a:spcAft>
                <a:spcPts val="0"/>
              </a:spcAft>
              <a:buClr>
                <a:schemeClr val="dk1"/>
              </a:buClr>
              <a:buSzPts val="2400"/>
              <a:buNone/>
              <a:defRPr b="1" sz="2400">
                <a:solidFill>
                  <a:schemeClr val="dk1"/>
                </a:solidFill>
              </a:defRPr>
            </a:lvl9pPr>
          </a:lstStyle>
          <a:p/>
        </p:txBody>
      </p:sp>
      <p:sp>
        <p:nvSpPr>
          <p:cNvPr id="592" name="Google Shape;592;p56"/>
          <p:cNvSpPr txBox="1"/>
          <p:nvPr>
            <p:ph idx="6" type="title"/>
          </p:nvPr>
        </p:nvSpPr>
        <p:spPr>
          <a:xfrm>
            <a:off x="6450528" y="1581150"/>
            <a:ext cx="1542600" cy="406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6000"/>
              <a:buNone/>
              <a:defRPr sz="2400">
                <a:solidFill>
                  <a:schemeClr val="lt2"/>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593" name="Google Shape;593;p56"/>
          <p:cNvSpPr txBox="1"/>
          <p:nvPr>
            <p:ph idx="7" type="subTitle"/>
          </p:nvPr>
        </p:nvSpPr>
        <p:spPr>
          <a:xfrm>
            <a:off x="6025157" y="3248175"/>
            <a:ext cx="2398800" cy="881700"/>
          </a:xfrm>
          <a:prstGeom prst="rect">
            <a:avLst/>
          </a:prstGeom>
          <a:noFill/>
          <a:ln>
            <a:noFill/>
          </a:ln>
        </p:spPr>
        <p:txBody>
          <a:bodyPr anchorCtr="0" anchor="t" bIns="91425" lIns="91425" spcFirstLastPara="1" rIns="91425" wrap="square" tIns="91425">
            <a:noAutofit/>
          </a:bodyPr>
          <a:lstStyle>
            <a:lvl1pPr lvl="0" algn="ctr">
              <a:lnSpc>
                <a:spcPct val="115000"/>
              </a:lnSpc>
              <a:spcBef>
                <a:spcPts val="0"/>
              </a:spcBef>
              <a:spcAft>
                <a:spcPts val="0"/>
              </a:spcAft>
              <a:buSzPts val="2400"/>
              <a:buNone/>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94" name="Google Shape;594;p56"/>
          <p:cNvSpPr txBox="1"/>
          <p:nvPr>
            <p:ph idx="8" type="subTitle"/>
          </p:nvPr>
        </p:nvSpPr>
        <p:spPr>
          <a:xfrm>
            <a:off x="6025157" y="2751150"/>
            <a:ext cx="2398800" cy="505500"/>
          </a:xfrm>
          <a:prstGeom prst="rect">
            <a:avLst/>
          </a:prstGeom>
          <a:noFill/>
          <a:ln>
            <a:noFill/>
          </a:ln>
        </p:spPr>
        <p:txBody>
          <a:bodyPr anchorCtr="0" anchor="b" bIns="91425" lIns="91425" spcFirstLastPara="1" rIns="91425" wrap="square" tIns="91425">
            <a:noAutofit/>
          </a:bodyPr>
          <a:lstStyle>
            <a:lvl1pPr lvl="0" algn="ctr">
              <a:lnSpc>
                <a:spcPct val="115000"/>
              </a:lnSpc>
              <a:spcBef>
                <a:spcPts val="0"/>
              </a:spcBef>
              <a:spcAft>
                <a:spcPts val="0"/>
              </a:spcAft>
              <a:buClr>
                <a:schemeClr val="dk1"/>
              </a:buClr>
              <a:buSzPts val="2400"/>
              <a:buNone/>
              <a:defRPr b="1" sz="2400">
                <a:solidFill>
                  <a:schemeClr val="dk1"/>
                </a:solidFill>
              </a:defRPr>
            </a:lvl1pPr>
            <a:lvl2pPr lvl="1" algn="ctr">
              <a:lnSpc>
                <a:spcPct val="100000"/>
              </a:lnSpc>
              <a:spcBef>
                <a:spcPts val="0"/>
              </a:spcBef>
              <a:spcAft>
                <a:spcPts val="0"/>
              </a:spcAft>
              <a:buClr>
                <a:schemeClr val="dk1"/>
              </a:buClr>
              <a:buSzPts val="2400"/>
              <a:buNone/>
              <a:defRPr b="1" sz="2400">
                <a:solidFill>
                  <a:schemeClr val="dk1"/>
                </a:solidFill>
              </a:defRPr>
            </a:lvl2pPr>
            <a:lvl3pPr lvl="2" algn="ctr">
              <a:lnSpc>
                <a:spcPct val="100000"/>
              </a:lnSpc>
              <a:spcBef>
                <a:spcPts val="0"/>
              </a:spcBef>
              <a:spcAft>
                <a:spcPts val="0"/>
              </a:spcAft>
              <a:buClr>
                <a:schemeClr val="dk1"/>
              </a:buClr>
              <a:buSzPts val="2400"/>
              <a:buNone/>
              <a:defRPr b="1" sz="2400">
                <a:solidFill>
                  <a:schemeClr val="dk1"/>
                </a:solidFill>
              </a:defRPr>
            </a:lvl3pPr>
            <a:lvl4pPr lvl="3" algn="ctr">
              <a:lnSpc>
                <a:spcPct val="100000"/>
              </a:lnSpc>
              <a:spcBef>
                <a:spcPts val="0"/>
              </a:spcBef>
              <a:spcAft>
                <a:spcPts val="0"/>
              </a:spcAft>
              <a:buClr>
                <a:schemeClr val="dk1"/>
              </a:buClr>
              <a:buSzPts val="2400"/>
              <a:buNone/>
              <a:defRPr b="1" sz="2400">
                <a:solidFill>
                  <a:schemeClr val="dk1"/>
                </a:solidFill>
              </a:defRPr>
            </a:lvl4pPr>
            <a:lvl5pPr lvl="4" algn="ctr">
              <a:lnSpc>
                <a:spcPct val="100000"/>
              </a:lnSpc>
              <a:spcBef>
                <a:spcPts val="0"/>
              </a:spcBef>
              <a:spcAft>
                <a:spcPts val="0"/>
              </a:spcAft>
              <a:buClr>
                <a:schemeClr val="dk1"/>
              </a:buClr>
              <a:buSzPts val="2400"/>
              <a:buNone/>
              <a:defRPr b="1" sz="2400">
                <a:solidFill>
                  <a:schemeClr val="dk1"/>
                </a:solidFill>
              </a:defRPr>
            </a:lvl5pPr>
            <a:lvl6pPr lvl="5" algn="ctr">
              <a:lnSpc>
                <a:spcPct val="100000"/>
              </a:lnSpc>
              <a:spcBef>
                <a:spcPts val="0"/>
              </a:spcBef>
              <a:spcAft>
                <a:spcPts val="0"/>
              </a:spcAft>
              <a:buClr>
                <a:schemeClr val="dk1"/>
              </a:buClr>
              <a:buSzPts val="2400"/>
              <a:buNone/>
              <a:defRPr b="1" sz="2400">
                <a:solidFill>
                  <a:schemeClr val="dk1"/>
                </a:solidFill>
              </a:defRPr>
            </a:lvl6pPr>
            <a:lvl7pPr lvl="6" algn="ctr">
              <a:lnSpc>
                <a:spcPct val="100000"/>
              </a:lnSpc>
              <a:spcBef>
                <a:spcPts val="0"/>
              </a:spcBef>
              <a:spcAft>
                <a:spcPts val="0"/>
              </a:spcAft>
              <a:buClr>
                <a:schemeClr val="dk1"/>
              </a:buClr>
              <a:buSzPts val="2400"/>
              <a:buNone/>
              <a:defRPr b="1" sz="2400">
                <a:solidFill>
                  <a:schemeClr val="dk1"/>
                </a:solidFill>
              </a:defRPr>
            </a:lvl7pPr>
            <a:lvl8pPr lvl="7" algn="ctr">
              <a:lnSpc>
                <a:spcPct val="100000"/>
              </a:lnSpc>
              <a:spcBef>
                <a:spcPts val="0"/>
              </a:spcBef>
              <a:spcAft>
                <a:spcPts val="0"/>
              </a:spcAft>
              <a:buClr>
                <a:schemeClr val="dk1"/>
              </a:buClr>
              <a:buSzPts val="2400"/>
              <a:buNone/>
              <a:defRPr b="1" sz="2400">
                <a:solidFill>
                  <a:schemeClr val="dk1"/>
                </a:solidFill>
              </a:defRPr>
            </a:lvl8pPr>
            <a:lvl9pPr lvl="8" algn="ctr">
              <a:lnSpc>
                <a:spcPct val="100000"/>
              </a:lnSpc>
              <a:spcBef>
                <a:spcPts val="0"/>
              </a:spcBef>
              <a:spcAft>
                <a:spcPts val="0"/>
              </a:spcAft>
              <a:buClr>
                <a:schemeClr val="dk1"/>
              </a:buClr>
              <a:buSzPts val="2400"/>
              <a:buNone/>
              <a:defRPr b="1" sz="2400">
                <a:solidFill>
                  <a:schemeClr val="dk1"/>
                </a:solidFill>
              </a:defRPr>
            </a:lvl9pPr>
          </a:lstStyle>
          <a:p/>
        </p:txBody>
      </p:sp>
      <p:sp>
        <p:nvSpPr>
          <p:cNvPr id="595" name="Google Shape;595;p56"/>
          <p:cNvSpPr txBox="1"/>
          <p:nvPr>
            <p:ph idx="9"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grpSp>
        <p:nvGrpSpPr>
          <p:cNvPr id="596" name="Google Shape;596;p56"/>
          <p:cNvGrpSpPr/>
          <p:nvPr/>
        </p:nvGrpSpPr>
        <p:grpSpPr>
          <a:xfrm>
            <a:off x="-184236" y="1886080"/>
            <a:ext cx="9122035" cy="4187626"/>
            <a:chOff x="-223286" y="1666105"/>
            <a:chExt cx="9122035" cy="4187626"/>
          </a:xfrm>
        </p:grpSpPr>
        <p:grpSp>
          <p:nvGrpSpPr>
            <p:cNvPr id="597" name="Google Shape;597;p56"/>
            <p:cNvGrpSpPr/>
            <p:nvPr/>
          </p:nvGrpSpPr>
          <p:grpSpPr>
            <a:xfrm>
              <a:off x="-223286" y="1666105"/>
              <a:ext cx="936510" cy="688006"/>
              <a:chOff x="3235964" y="2587955"/>
              <a:chExt cx="936510" cy="688006"/>
            </a:xfrm>
          </p:grpSpPr>
          <p:sp>
            <p:nvSpPr>
              <p:cNvPr id="598" name="Google Shape;598;p56"/>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56"/>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00" name="Google Shape;600;p56"/>
            <p:cNvGrpSpPr/>
            <p:nvPr/>
          </p:nvGrpSpPr>
          <p:grpSpPr>
            <a:xfrm>
              <a:off x="7962803" y="4019849"/>
              <a:ext cx="935946" cy="1833882"/>
              <a:chOff x="4738303" y="2509949"/>
              <a:chExt cx="935946" cy="1833882"/>
            </a:xfrm>
          </p:grpSpPr>
          <p:sp>
            <p:nvSpPr>
              <p:cNvPr id="601" name="Google Shape;601;p56"/>
              <p:cNvSpPr/>
              <p:nvPr/>
            </p:nvSpPr>
            <p:spPr>
              <a:xfrm rot="10800000">
                <a:off x="5149249" y="273563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56"/>
              <p:cNvSpPr/>
              <p:nvPr/>
            </p:nvSpPr>
            <p:spPr>
              <a:xfrm rot="10800000">
                <a:off x="4739611" y="296660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56"/>
              <p:cNvSpPr/>
              <p:nvPr/>
            </p:nvSpPr>
            <p:spPr>
              <a:xfrm rot="10800000">
                <a:off x="4738303" y="250994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4" name="Google Shape;604;p56"/>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56"/>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56"/>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607" name="Shape 607"/>
        <p:cNvGrpSpPr/>
        <p:nvPr/>
      </p:nvGrpSpPr>
      <p:grpSpPr>
        <a:xfrm>
          <a:off x="0" y="0"/>
          <a:ext cx="0" cy="0"/>
          <a:chOff x="0" y="0"/>
          <a:chExt cx="0" cy="0"/>
        </a:xfrm>
      </p:grpSpPr>
      <p:pic>
        <p:nvPicPr>
          <p:cNvPr id="608" name="Google Shape;608;p5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609" name="Google Shape;609;p57"/>
          <p:cNvSpPr txBox="1"/>
          <p:nvPr>
            <p:ph type="title"/>
          </p:nvPr>
        </p:nvSpPr>
        <p:spPr>
          <a:xfrm>
            <a:off x="2347938" y="538472"/>
            <a:ext cx="4448100" cy="1058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3000"/>
              <a:buNone/>
              <a:defRPr sz="60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610" name="Google Shape;610;p57"/>
          <p:cNvSpPr txBox="1"/>
          <p:nvPr>
            <p:ph idx="1" type="subTitle"/>
          </p:nvPr>
        </p:nvSpPr>
        <p:spPr>
          <a:xfrm>
            <a:off x="2347900" y="1841450"/>
            <a:ext cx="4448100" cy="1058700"/>
          </a:xfrm>
          <a:prstGeom prst="rect">
            <a:avLst/>
          </a:prstGeom>
          <a:noFill/>
          <a:ln>
            <a:noFill/>
          </a:ln>
        </p:spPr>
        <p:txBody>
          <a:bodyPr anchorCtr="0" anchor="ctr" bIns="91425" lIns="91425" spcFirstLastPara="1" rIns="91425" wrap="square" tIns="91425">
            <a:noAutofit/>
          </a:bodyPr>
          <a:lstStyle>
            <a:lvl1pPr lvl="0" algn="ctr">
              <a:lnSpc>
                <a:spcPct val="115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1" name="Google Shape;611;p57"/>
          <p:cNvSpPr txBox="1"/>
          <p:nvPr/>
        </p:nvSpPr>
        <p:spPr>
          <a:xfrm>
            <a:off x="1897650" y="3611950"/>
            <a:ext cx="5348700" cy="556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300"/>
              </a:spcBef>
              <a:spcAft>
                <a:spcPts val="0"/>
              </a:spcAft>
              <a:buClr>
                <a:srgbClr val="000000"/>
              </a:buClr>
              <a:buSzPts val="1200"/>
              <a:buFont typeface="Arial"/>
              <a:buNone/>
            </a:pPr>
            <a:r>
              <a:rPr b="1" i="0" lang="en" sz="1200" u="none" cap="none" strike="noStrike">
                <a:solidFill>
                  <a:schemeClr val="dk1"/>
                </a:solidFill>
                <a:latin typeface="Poppins"/>
                <a:ea typeface="Poppins"/>
                <a:cs typeface="Poppins"/>
                <a:sym typeface="Poppins"/>
              </a:rPr>
              <a:t>CREDITS:</a:t>
            </a:r>
            <a:r>
              <a:rPr b="0" i="0" lang="en" sz="1200" u="none" cap="none" strike="noStrike">
                <a:solidFill>
                  <a:schemeClr val="dk1"/>
                </a:solidFill>
                <a:latin typeface="Poppins"/>
                <a:ea typeface="Poppins"/>
                <a:cs typeface="Poppins"/>
                <a:sym typeface="Poppins"/>
              </a:rPr>
              <a:t> This presentation template was created by </a:t>
            </a:r>
            <a:r>
              <a:rPr b="1" i="0" lang="en" sz="1200" u="sng" cap="none" strike="noStrike">
                <a:solidFill>
                  <a:schemeClr val="hlink"/>
                </a:solidFill>
                <a:latin typeface="Poppins"/>
                <a:ea typeface="Poppins"/>
                <a:cs typeface="Poppins"/>
                <a:sym typeface="Poppins"/>
                <a:hlinkClick r:id="rId3"/>
              </a:rPr>
              <a:t>Slidesgo</a:t>
            </a:r>
            <a:r>
              <a:rPr b="0" i="0" lang="en" sz="1200" u="none" cap="none" strike="noStrike">
                <a:solidFill>
                  <a:schemeClr val="dk1"/>
                </a:solidFill>
                <a:latin typeface="Poppins"/>
                <a:ea typeface="Poppins"/>
                <a:cs typeface="Poppins"/>
                <a:sym typeface="Poppins"/>
              </a:rPr>
              <a:t>, and includes icons by </a:t>
            </a:r>
            <a:r>
              <a:rPr b="1" i="0" lang="en" sz="1200" u="sng" cap="none" strike="noStrike">
                <a:solidFill>
                  <a:schemeClr val="hlink"/>
                </a:solidFill>
                <a:latin typeface="Poppins"/>
                <a:ea typeface="Poppins"/>
                <a:cs typeface="Poppins"/>
                <a:sym typeface="Poppins"/>
                <a:hlinkClick r:id="rId4"/>
              </a:rPr>
              <a:t>Flaticon</a:t>
            </a:r>
            <a:r>
              <a:rPr b="0" i="0" lang="en" sz="1200" u="none" cap="none" strike="noStrike">
                <a:solidFill>
                  <a:schemeClr val="dk1"/>
                </a:solidFill>
                <a:latin typeface="Poppins"/>
                <a:ea typeface="Poppins"/>
                <a:cs typeface="Poppins"/>
                <a:sym typeface="Poppins"/>
              </a:rPr>
              <a:t>, and infographics &amp; images by </a:t>
            </a:r>
            <a:r>
              <a:rPr b="1" i="0" lang="en" sz="1200" u="sng" cap="none" strike="noStrike">
                <a:solidFill>
                  <a:schemeClr val="hlink"/>
                </a:solidFill>
                <a:latin typeface="Poppins"/>
                <a:ea typeface="Poppins"/>
                <a:cs typeface="Poppins"/>
                <a:sym typeface="Poppins"/>
                <a:hlinkClick r:id="rId5"/>
              </a:rPr>
              <a:t>Freepik</a:t>
            </a:r>
            <a:r>
              <a:rPr b="0" i="0" lang="en" sz="1200" u="sng" cap="none" strike="noStrike">
                <a:solidFill>
                  <a:schemeClr val="dk1"/>
                </a:solidFill>
                <a:latin typeface="Poppins"/>
                <a:ea typeface="Poppins"/>
                <a:cs typeface="Poppins"/>
                <a:sym typeface="Poppins"/>
              </a:rPr>
              <a:t> </a:t>
            </a:r>
            <a:endParaRPr b="1" i="0" sz="1200" u="sng" cap="none" strike="noStrike">
              <a:solidFill>
                <a:schemeClr val="dk1"/>
              </a:solidFill>
              <a:latin typeface="Poppins"/>
              <a:ea typeface="Poppins"/>
              <a:cs typeface="Poppins"/>
              <a:sym typeface="Poppins"/>
            </a:endParaRPr>
          </a:p>
        </p:txBody>
      </p:sp>
      <p:grpSp>
        <p:nvGrpSpPr>
          <p:cNvPr id="612" name="Google Shape;612;p57"/>
          <p:cNvGrpSpPr/>
          <p:nvPr/>
        </p:nvGrpSpPr>
        <p:grpSpPr>
          <a:xfrm>
            <a:off x="202378" y="1912824"/>
            <a:ext cx="9621246" cy="3038210"/>
            <a:chOff x="202378" y="1912824"/>
            <a:chExt cx="9621246" cy="3038210"/>
          </a:xfrm>
        </p:grpSpPr>
        <p:grpSp>
          <p:nvGrpSpPr>
            <p:cNvPr id="613" name="Google Shape;613;p57"/>
            <p:cNvGrpSpPr/>
            <p:nvPr/>
          </p:nvGrpSpPr>
          <p:grpSpPr>
            <a:xfrm>
              <a:off x="7246349" y="3117524"/>
              <a:ext cx="2577275" cy="1833510"/>
              <a:chOff x="781874" y="1294774"/>
              <a:chExt cx="2577275" cy="1833510"/>
            </a:xfrm>
          </p:grpSpPr>
          <p:sp>
            <p:nvSpPr>
              <p:cNvPr id="614" name="Google Shape;614;p57"/>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5" name="Google Shape;615;p57"/>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57"/>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7"/>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8" name="Google Shape;618;p57"/>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57"/>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0" name="Google Shape;620;p57"/>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7"/>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57"/>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57"/>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24" name="Google Shape;624;p57"/>
            <p:cNvGrpSpPr/>
            <p:nvPr/>
          </p:nvGrpSpPr>
          <p:grpSpPr>
            <a:xfrm>
              <a:off x="202378" y="1912824"/>
              <a:ext cx="935946" cy="1833882"/>
              <a:chOff x="4738303" y="2509949"/>
              <a:chExt cx="935946" cy="1833882"/>
            </a:xfrm>
          </p:grpSpPr>
          <p:sp>
            <p:nvSpPr>
              <p:cNvPr id="625" name="Google Shape;625;p57"/>
              <p:cNvSpPr/>
              <p:nvPr/>
            </p:nvSpPr>
            <p:spPr>
              <a:xfrm rot="10800000">
                <a:off x="5149249" y="273563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57"/>
              <p:cNvSpPr/>
              <p:nvPr/>
            </p:nvSpPr>
            <p:spPr>
              <a:xfrm rot="10800000">
                <a:off x="4739611" y="296660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57"/>
              <p:cNvSpPr/>
              <p:nvPr/>
            </p:nvSpPr>
            <p:spPr>
              <a:xfrm rot="10800000">
                <a:off x="4738303" y="250994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8" name="Google Shape;628;p57"/>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7"/>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0" name="Google Shape;630;p57"/>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31" name="Shape 631"/>
        <p:cNvGrpSpPr/>
        <p:nvPr/>
      </p:nvGrpSpPr>
      <p:grpSpPr>
        <a:xfrm>
          <a:off x="0" y="0"/>
          <a:ext cx="0" cy="0"/>
          <a:chOff x="0" y="0"/>
          <a:chExt cx="0" cy="0"/>
        </a:xfrm>
      </p:grpSpPr>
      <p:pic>
        <p:nvPicPr>
          <p:cNvPr id="632" name="Google Shape;632;p58"/>
          <p:cNvPicPr preferRelativeResize="0"/>
          <p:nvPr/>
        </p:nvPicPr>
        <p:blipFill rotWithShape="1">
          <a:blip r:embed="rId2">
            <a:alphaModFix/>
          </a:blip>
          <a:srcRect b="0" l="0" r="0" t="0"/>
          <a:stretch/>
        </p:blipFill>
        <p:spPr>
          <a:xfrm>
            <a:off x="0" y="0"/>
            <a:ext cx="9144000" cy="5143500"/>
          </a:xfrm>
          <a:prstGeom prst="rect">
            <a:avLst/>
          </a:prstGeom>
          <a:noFill/>
          <a:ln>
            <a:noFill/>
          </a:ln>
        </p:spPr>
      </p:pic>
      <p:grpSp>
        <p:nvGrpSpPr>
          <p:cNvPr id="633" name="Google Shape;633;p58"/>
          <p:cNvGrpSpPr/>
          <p:nvPr/>
        </p:nvGrpSpPr>
        <p:grpSpPr>
          <a:xfrm>
            <a:off x="-234251" y="-297501"/>
            <a:ext cx="9082600" cy="5165107"/>
            <a:chOff x="-234251" y="-297501"/>
            <a:chExt cx="9082600" cy="5165107"/>
          </a:xfrm>
        </p:grpSpPr>
        <p:grpSp>
          <p:nvGrpSpPr>
            <p:cNvPr id="634" name="Google Shape;634;p58"/>
            <p:cNvGrpSpPr/>
            <p:nvPr/>
          </p:nvGrpSpPr>
          <p:grpSpPr>
            <a:xfrm>
              <a:off x="-234251" y="-297501"/>
              <a:ext cx="2577275" cy="1833510"/>
              <a:chOff x="781874" y="1294774"/>
              <a:chExt cx="2577275" cy="1833510"/>
            </a:xfrm>
          </p:grpSpPr>
          <p:sp>
            <p:nvSpPr>
              <p:cNvPr id="635" name="Google Shape;635;p58"/>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8"/>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58"/>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58"/>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58"/>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58"/>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58"/>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58"/>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58"/>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4" name="Google Shape;644;p58"/>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5" name="Google Shape;645;p58"/>
            <p:cNvGrpSpPr/>
            <p:nvPr/>
          </p:nvGrpSpPr>
          <p:grpSpPr>
            <a:xfrm>
              <a:off x="7866164" y="275255"/>
              <a:ext cx="936510" cy="688006"/>
              <a:chOff x="3235964" y="2587955"/>
              <a:chExt cx="936510" cy="688006"/>
            </a:xfrm>
          </p:grpSpPr>
          <p:sp>
            <p:nvSpPr>
              <p:cNvPr id="646" name="Google Shape;646;p58"/>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58"/>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48" name="Google Shape;648;p58"/>
            <p:cNvGrpSpPr/>
            <p:nvPr/>
          </p:nvGrpSpPr>
          <p:grpSpPr>
            <a:xfrm>
              <a:off x="7912403" y="3038447"/>
              <a:ext cx="935946" cy="1829159"/>
              <a:chOff x="4738303" y="2514672"/>
              <a:chExt cx="935946" cy="1829159"/>
            </a:xfrm>
          </p:grpSpPr>
          <p:sp>
            <p:nvSpPr>
              <p:cNvPr id="649" name="Google Shape;649;p58"/>
              <p:cNvSpPr/>
              <p:nvPr/>
            </p:nvSpPr>
            <p:spPr>
              <a:xfrm rot="10800000">
                <a:off x="5149249" y="27403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58"/>
              <p:cNvSpPr/>
              <p:nvPr/>
            </p:nvSpPr>
            <p:spPr>
              <a:xfrm rot="10800000">
                <a:off x="4739611" y="297132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58"/>
              <p:cNvSpPr/>
              <p:nvPr/>
            </p:nvSpPr>
            <p:spPr>
              <a:xfrm rot="10800000">
                <a:off x="4738303" y="2514672"/>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p58"/>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58"/>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4" name="Google Shape;654;p58"/>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55" name="Google Shape;655;p58"/>
            <p:cNvGrpSpPr/>
            <p:nvPr/>
          </p:nvGrpSpPr>
          <p:grpSpPr>
            <a:xfrm>
              <a:off x="381499" y="3884824"/>
              <a:ext cx="1345775" cy="914755"/>
              <a:chOff x="2264799" y="3654374"/>
              <a:chExt cx="1345775" cy="914755"/>
            </a:xfrm>
          </p:grpSpPr>
          <p:sp>
            <p:nvSpPr>
              <p:cNvPr id="656" name="Google Shape;656;p58"/>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58"/>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58"/>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58"/>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660" name="Shape 660"/>
        <p:cNvGrpSpPr/>
        <p:nvPr/>
      </p:nvGrpSpPr>
      <p:grpSpPr>
        <a:xfrm>
          <a:off x="0" y="0"/>
          <a:ext cx="0" cy="0"/>
          <a:chOff x="0" y="0"/>
          <a:chExt cx="0" cy="0"/>
        </a:xfrm>
      </p:grpSpPr>
      <p:grpSp>
        <p:nvGrpSpPr>
          <p:cNvPr id="661" name="Google Shape;661;p59"/>
          <p:cNvGrpSpPr/>
          <p:nvPr/>
        </p:nvGrpSpPr>
        <p:grpSpPr>
          <a:xfrm>
            <a:off x="159224" y="251905"/>
            <a:ext cx="8751975" cy="4709604"/>
            <a:chOff x="159224" y="251905"/>
            <a:chExt cx="8751975" cy="4709604"/>
          </a:xfrm>
        </p:grpSpPr>
        <p:grpSp>
          <p:nvGrpSpPr>
            <p:cNvPr id="662" name="Google Shape;662;p59"/>
            <p:cNvGrpSpPr/>
            <p:nvPr/>
          </p:nvGrpSpPr>
          <p:grpSpPr>
            <a:xfrm>
              <a:off x="6333924" y="3127999"/>
              <a:ext cx="2577275" cy="1833510"/>
              <a:chOff x="781874" y="1294774"/>
              <a:chExt cx="2577275" cy="1833510"/>
            </a:xfrm>
          </p:grpSpPr>
          <p:sp>
            <p:nvSpPr>
              <p:cNvPr id="663" name="Google Shape;663;p59"/>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59"/>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59"/>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59"/>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59"/>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59"/>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59"/>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59"/>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59"/>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9"/>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3" name="Google Shape;673;p59"/>
            <p:cNvGrpSpPr/>
            <p:nvPr/>
          </p:nvGrpSpPr>
          <p:grpSpPr>
            <a:xfrm>
              <a:off x="1580814" y="251905"/>
              <a:ext cx="936510" cy="688006"/>
              <a:chOff x="3235964" y="2587955"/>
              <a:chExt cx="936510" cy="688006"/>
            </a:xfrm>
          </p:grpSpPr>
          <p:sp>
            <p:nvSpPr>
              <p:cNvPr id="674" name="Google Shape;674;p59"/>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59"/>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6" name="Google Shape;676;p59"/>
            <p:cNvGrpSpPr/>
            <p:nvPr/>
          </p:nvGrpSpPr>
          <p:grpSpPr>
            <a:xfrm>
              <a:off x="307128" y="346247"/>
              <a:ext cx="935946" cy="1829159"/>
              <a:chOff x="4738303" y="2514672"/>
              <a:chExt cx="935946" cy="1829159"/>
            </a:xfrm>
          </p:grpSpPr>
          <p:sp>
            <p:nvSpPr>
              <p:cNvPr id="677" name="Google Shape;677;p59"/>
              <p:cNvSpPr/>
              <p:nvPr/>
            </p:nvSpPr>
            <p:spPr>
              <a:xfrm rot="10800000">
                <a:off x="5149249" y="27403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9"/>
              <p:cNvSpPr/>
              <p:nvPr/>
            </p:nvSpPr>
            <p:spPr>
              <a:xfrm rot="10800000">
                <a:off x="4739611" y="2971327"/>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9"/>
              <p:cNvSpPr/>
              <p:nvPr/>
            </p:nvSpPr>
            <p:spPr>
              <a:xfrm rot="10800000">
                <a:off x="4738303" y="2514672"/>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59"/>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59"/>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59"/>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3" name="Google Shape;683;p59"/>
            <p:cNvGrpSpPr/>
            <p:nvPr/>
          </p:nvGrpSpPr>
          <p:grpSpPr>
            <a:xfrm>
              <a:off x="159224" y="2418249"/>
              <a:ext cx="1345775" cy="914755"/>
              <a:chOff x="2264799" y="3654374"/>
              <a:chExt cx="1345775" cy="914755"/>
            </a:xfrm>
          </p:grpSpPr>
          <p:sp>
            <p:nvSpPr>
              <p:cNvPr id="684" name="Google Shape;684;p59"/>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5" name="Google Shape;685;p59"/>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59"/>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59"/>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Poppins"/>
              <a:buNone/>
              <a:defRPr b="1" i="0" sz="30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chemeClr val="dk1"/>
              </a:buClr>
              <a:buSzPts val="3500"/>
              <a:buFont typeface="Poppins"/>
              <a:buNone/>
              <a:defRPr b="1" i="0" sz="3500" u="none" cap="none" strike="noStrike">
                <a:solidFill>
                  <a:schemeClr val="dk1"/>
                </a:solidFill>
                <a:latin typeface="Poppins"/>
                <a:ea typeface="Poppins"/>
                <a:cs typeface="Poppins"/>
                <a:sym typeface="Poppins"/>
              </a:defRPr>
            </a:lvl9pPr>
          </a:lstStyle>
          <a:p/>
        </p:txBody>
      </p:sp>
      <p:sp>
        <p:nvSpPr>
          <p:cNvPr id="7" name="Google Shape;7;p28"/>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1pPr>
            <a:lvl2pPr indent="-317500" lvl="1" marL="914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2pPr>
            <a:lvl3pPr indent="-317500" lvl="2" marL="1371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3pPr>
            <a:lvl4pPr indent="-317500" lvl="3" marL="1828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4pPr>
            <a:lvl5pPr indent="-317500" lvl="4" marL="22860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5pPr>
            <a:lvl6pPr indent="-317500" lvl="5" marL="27432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6pPr>
            <a:lvl7pPr indent="-317500" lvl="6" marL="32004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7pPr>
            <a:lvl8pPr indent="-317500" lvl="7" marL="36576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8pPr>
            <a:lvl9pPr indent="-317500" lvl="8" marL="4114800" marR="0" rtl="0" algn="l">
              <a:lnSpc>
                <a:spcPct val="115000"/>
              </a:lnSpc>
              <a:spcBef>
                <a:spcPts val="0"/>
              </a:spcBef>
              <a:spcAft>
                <a:spcPts val="0"/>
              </a:spcAft>
              <a:buClr>
                <a:schemeClr val="dk1"/>
              </a:buClr>
              <a:buSzPts val="1400"/>
              <a:buFont typeface="Poppins"/>
              <a:buChar char="■"/>
              <a:defRPr b="0" i="0" sz="1400" u="none" cap="none" strike="noStrike">
                <a:solidFill>
                  <a:schemeClr val="dk1"/>
                </a:solidFill>
                <a:latin typeface="Poppins"/>
                <a:ea typeface="Poppins"/>
                <a:cs typeface="Poppins"/>
                <a:sym typeface="Poppi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8.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hyperlink" Target="https://conceptosclaros.com/instalar-r-primeros-paso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1"/>
          <p:cNvSpPr txBox="1"/>
          <p:nvPr>
            <p:ph type="ctrTitle"/>
          </p:nvPr>
        </p:nvSpPr>
        <p:spPr>
          <a:xfrm>
            <a:off x="846900" y="1098283"/>
            <a:ext cx="7584000" cy="22473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lang="en" sz="5700"/>
              <a:t>Introduction to Data Science</a:t>
            </a:r>
            <a:endParaRPr sz="5700"/>
          </a:p>
          <a:p>
            <a:pPr indent="0" lvl="0" marL="0" rtl="0" algn="l">
              <a:lnSpc>
                <a:spcPct val="100000"/>
              </a:lnSpc>
              <a:spcBef>
                <a:spcPts val="0"/>
              </a:spcBef>
              <a:spcAft>
                <a:spcPts val="0"/>
              </a:spcAft>
              <a:buSzPts val="5200"/>
              <a:buNone/>
            </a:pPr>
            <a:r>
              <a:rPr b="0" lang="en" sz="2000"/>
              <a:t>Lesson 1</a:t>
            </a:r>
            <a:endParaRPr b="0" sz="2000"/>
          </a:p>
        </p:txBody>
      </p:sp>
      <p:sp>
        <p:nvSpPr>
          <p:cNvPr id="693" name="Google Shape;693;p1"/>
          <p:cNvSpPr txBox="1"/>
          <p:nvPr>
            <p:ph idx="1" type="subTitle"/>
          </p:nvPr>
        </p:nvSpPr>
        <p:spPr>
          <a:xfrm>
            <a:off x="846900" y="3880738"/>
            <a:ext cx="4528800" cy="475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400"/>
              <a:buNone/>
            </a:pPr>
            <a:r>
              <a:rPr lang="en" sz="1300"/>
              <a:t>Prof. Hugo Hernandez</a:t>
            </a:r>
            <a:endParaRPr sz="1300"/>
          </a:p>
          <a:p>
            <a:pPr indent="0" lvl="0" marL="0" rtl="0" algn="just">
              <a:lnSpc>
                <a:spcPct val="115000"/>
              </a:lnSpc>
              <a:spcBef>
                <a:spcPts val="0"/>
              </a:spcBef>
              <a:spcAft>
                <a:spcPts val="0"/>
              </a:spcAft>
              <a:buSzPts val="1400"/>
              <a:buNone/>
            </a:pPr>
            <a:r>
              <a:rPr lang="en" sz="1300"/>
              <a:t>Prof. Giorgio Cunto</a:t>
            </a:r>
            <a:endParaRPr sz="1300"/>
          </a:p>
        </p:txBody>
      </p:sp>
      <p:cxnSp>
        <p:nvCxnSpPr>
          <p:cNvPr id="694" name="Google Shape;694;p1"/>
          <p:cNvCxnSpPr/>
          <p:nvPr/>
        </p:nvCxnSpPr>
        <p:spPr>
          <a:xfrm>
            <a:off x="953922" y="3527687"/>
            <a:ext cx="931200" cy="0"/>
          </a:xfrm>
          <a:prstGeom prst="straightConnector1">
            <a:avLst/>
          </a:prstGeom>
          <a:noFill/>
          <a:ln cap="flat" cmpd="sng" w="76200">
            <a:solidFill>
              <a:schemeClr val="lt2"/>
            </a:solidFill>
            <a:prstDash val="solid"/>
            <a:round/>
            <a:headEnd len="sm" w="sm" type="none"/>
            <a:tailEnd len="sm" w="sm" type="none"/>
          </a:ln>
        </p:spPr>
      </p:cxnSp>
      <p:sp>
        <p:nvSpPr>
          <p:cNvPr id="695" name="Google Shape;695;p1"/>
          <p:cNvSpPr/>
          <p:nvPr/>
        </p:nvSpPr>
        <p:spPr>
          <a:xfrm>
            <a:off x="5684700" y="159575"/>
            <a:ext cx="3307200" cy="648300"/>
          </a:xfrm>
          <a:prstGeom prst="rect">
            <a:avLst/>
          </a:prstGeom>
          <a:solidFill>
            <a:srgbClr val="F8FAF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96" name="Google Shape;696;p1"/>
          <p:cNvPicPr preferRelativeResize="0"/>
          <p:nvPr/>
        </p:nvPicPr>
        <p:blipFill rotWithShape="1">
          <a:blip r:embed="rId3">
            <a:alphaModFix/>
          </a:blip>
          <a:srcRect b="0" l="0" r="0" t="0"/>
          <a:stretch/>
        </p:blipFill>
        <p:spPr>
          <a:xfrm>
            <a:off x="5664000" y="127545"/>
            <a:ext cx="3318349" cy="680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a:t>THE JOBS OF TOMORROW (IMF)</a:t>
            </a:r>
            <a:endParaRPr/>
          </a:p>
          <a:p>
            <a:pPr indent="0" lvl="0" marL="0" rtl="0" algn="l">
              <a:lnSpc>
                <a:spcPct val="100000"/>
              </a:lnSpc>
              <a:spcBef>
                <a:spcPts val="0"/>
              </a:spcBef>
              <a:spcAft>
                <a:spcPts val="0"/>
              </a:spcAft>
              <a:buSzPts val="3000"/>
              <a:buNone/>
            </a:pPr>
            <a:r>
              <a:t/>
            </a:r>
            <a:endParaRPr/>
          </a:p>
          <a:p>
            <a:pPr indent="0" lvl="0" marL="0" rtl="0" algn="l">
              <a:lnSpc>
                <a:spcPct val="100000"/>
              </a:lnSpc>
              <a:spcBef>
                <a:spcPts val="0"/>
              </a:spcBef>
              <a:spcAft>
                <a:spcPts val="0"/>
              </a:spcAft>
              <a:buSzPts val="3000"/>
              <a:buNone/>
            </a:pPr>
            <a:r>
              <a:t/>
            </a:r>
            <a:endParaRPr/>
          </a:p>
        </p:txBody>
      </p:sp>
      <p:sp>
        <p:nvSpPr>
          <p:cNvPr id="702" name="Google Shape;702;p2"/>
          <p:cNvSpPr txBox="1"/>
          <p:nvPr/>
        </p:nvSpPr>
        <p:spPr>
          <a:xfrm>
            <a:off x="489625" y="1139925"/>
            <a:ext cx="7934400" cy="36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Poppins"/>
                <a:ea typeface="Poppins"/>
                <a:cs typeface="Poppins"/>
                <a:sym typeface="Poppins"/>
              </a:rPr>
              <a:t>The trend is clear → </a:t>
            </a:r>
            <a:r>
              <a:rPr b="1" i="0" lang="en" sz="1200" u="none" cap="none" strike="noStrike">
                <a:solidFill>
                  <a:schemeClr val="dk1"/>
                </a:solidFill>
                <a:latin typeface="Poppins"/>
                <a:ea typeface="Poppins"/>
                <a:cs typeface="Poppins"/>
                <a:sym typeface="Poppins"/>
              </a:rPr>
              <a:t>Growing demand in analytical and data management/programming roles</a:t>
            </a:r>
            <a:endParaRPr b="1" i="0" sz="1200" u="none" cap="none" strike="noStrike">
              <a:solidFill>
                <a:schemeClr val="dk1"/>
              </a:solidFill>
              <a:latin typeface="Poppins"/>
              <a:ea typeface="Poppins"/>
              <a:cs typeface="Poppins"/>
              <a:sym typeface="Poppins"/>
            </a:endParaRPr>
          </a:p>
        </p:txBody>
      </p:sp>
      <p:pic>
        <p:nvPicPr>
          <p:cNvPr id="703" name="Google Shape;703;p2"/>
          <p:cNvPicPr preferRelativeResize="0"/>
          <p:nvPr/>
        </p:nvPicPr>
        <p:blipFill rotWithShape="1">
          <a:blip r:embed="rId3">
            <a:alphaModFix/>
          </a:blip>
          <a:srcRect b="0" l="0" r="0" t="0"/>
          <a:stretch/>
        </p:blipFill>
        <p:spPr>
          <a:xfrm>
            <a:off x="1312425" y="2106213"/>
            <a:ext cx="6665550" cy="2532475"/>
          </a:xfrm>
          <a:prstGeom prst="rect">
            <a:avLst/>
          </a:prstGeom>
          <a:noFill/>
          <a:ln>
            <a:noFill/>
          </a:ln>
        </p:spPr>
      </p:pic>
      <p:sp>
        <p:nvSpPr>
          <p:cNvPr id="704" name="Google Shape;704;p2"/>
          <p:cNvSpPr txBox="1"/>
          <p:nvPr/>
        </p:nvSpPr>
        <p:spPr>
          <a:xfrm>
            <a:off x="607850" y="4717050"/>
            <a:ext cx="5187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Poppins"/>
                <a:ea typeface="Poppins"/>
                <a:cs typeface="Poppins"/>
                <a:sym typeface="Poppins"/>
              </a:rPr>
              <a:t>Future of Jobs Survey 2020, World Economic Forum</a:t>
            </a:r>
            <a:endParaRPr b="0" i="0" sz="12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Poppins"/>
              <a:ea typeface="Poppins"/>
              <a:cs typeface="Poppins"/>
              <a:sym typeface="Poppins"/>
            </a:endParaRPr>
          </a:p>
        </p:txBody>
      </p:sp>
      <p:sp>
        <p:nvSpPr>
          <p:cNvPr id="705" name="Google Shape;705;p2"/>
          <p:cNvSpPr/>
          <p:nvPr/>
        </p:nvSpPr>
        <p:spPr>
          <a:xfrm>
            <a:off x="4144850" y="1502600"/>
            <a:ext cx="139800" cy="279600"/>
          </a:xfrm>
          <a:prstGeom prst="downArrow">
            <a:avLst>
              <a:gd fmla="val 50000" name="adj1"/>
              <a:gd fmla="val 50000" name="adj2"/>
            </a:avLst>
          </a:prstGeom>
          <a:solidFill>
            <a:srgbClr val="7994A9">
              <a:alpha val="64313"/>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2"/>
          <p:cNvSpPr txBox="1"/>
          <p:nvPr/>
        </p:nvSpPr>
        <p:spPr>
          <a:xfrm>
            <a:off x="1359025" y="1748275"/>
            <a:ext cx="6195600" cy="279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1" lang="en" sz="1200" u="none" cap="none" strike="noStrike">
                <a:solidFill>
                  <a:schemeClr val="dk1"/>
                </a:solidFill>
                <a:latin typeface="Poppins"/>
                <a:ea typeface="Poppins"/>
                <a:cs typeface="Poppins"/>
                <a:sym typeface="Poppins"/>
              </a:rPr>
              <a:t>Data-driven</a:t>
            </a:r>
            <a:r>
              <a:rPr b="0" i="0" lang="en" sz="1200" u="none" cap="none" strike="noStrike">
                <a:solidFill>
                  <a:schemeClr val="dk1"/>
                </a:solidFill>
                <a:latin typeface="Poppins"/>
                <a:ea typeface="Poppins"/>
                <a:cs typeface="Poppins"/>
                <a:sym typeface="Poppins"/>
              </a:rPr>
              <a:t> world that continues to evolve</a:t>
            </a:r>
            <a:endParaRPr b="0" i="0" sz="1200" u="none" cap="none" strike="noStrike">
              <a:solidFill>
                <a:schemeClr val="dk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3"/>
          <p:cNvSpPr txBox="1"/>
          <p:nvPr>
            <p:ph type="title"/>
          </p:nvPr>
        </p:nvSpPr>
        <p:spPr>
          <a:xfrm>
            <a:off x="713225" y="2332200"/>
            <a:ext cx="6594300" cy="920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What is Data Science?</a:t>
            </a:r>
            <a:endParaRPr/>
          </a:p>
        </p:txBody>
      </p:sp>
      <p:cxnSp>
        <p:nvCxnSpPr>
          <p:cNvPr id="712" name="Google Shape;712;p3"/>
          <p:cNvCxnSpPr/>
          <p:nvPr/>
        </p:nvCxnSpPr>
        <p:spPr>
          <a:xfrm>
            <a:off x="818479" y="3315127"/>
            <a:ext cx="931200" cy="0"/>
          </a:xfrm>
          <a:prstGeom prst="straightConnector1">
            <a:avLst/>
          </a:prstGeom>
          <a:noFill/>
          <a:ln cap="flat" cmpd="sng" w="76200">
            <a:solidFill>
              <a:schemeClr val="lt2"/>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What is Data Science?</a:t>
            </a:r>
            <a:endParaRPr/>
          </a:p>
        </p:txBody>
      </p:sp>
      <p:sp>
        <p:nvSpPr>
          <p:cNvPr id="718" name="Google Shape;718;p4"/>
          <p:cNvSpPr txBox="1"/>
          <p:nvPr>
            <p:ph idx="2" type="subTitle"/>
          </p:nvPr>
        </p:nvSpPr>
        <p:spPr>
          <a:xfrm>
            <a:off x="510225" y="1274725"/>
            <a:ext cx="5584500" cy="2207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400"/>
              <a:buNone/>
            </a:pPr>
            <a:r>
              <a:rPr lang="en"/>
              <a:t>It is a multidisciplinary field that employs methodologies and processes to extract conclusions and generate knowledge and insights from different types of data.</a:t>
            </a:r>
            <a:endParaRPr/>
          </a:p>
          <a:p>
            <a:pPr indent="0" lvl="0" marL="0" rtl="0" algn="just">
              <a:lnSpc>
                <a:spcPct val="115000"/>
              </a:lnSpc>
              <a:spcBef>
                <a:spcPts val="0"/>
              </a:spcBef>
              <a:spcAft>
                <a:spcPts val="0"/>
              </a:spcAft>
              <a:buSzPts val="1400"/>
              <a:buNone/>
            </a:pPr>
            <a:r>
              <a:t/>
            </a:r>
            <a:endParaRPr/>
          </a:p>
          <a:p>
            <a:pPr indent="-317500" lvl="0" marL="457200" rtl="0" algn="just">
              <a:lnSpc>
                <a:spcPct val="115000"/>
              </a:lnSpc>
              <a:spcBef>
                <a:spcPts val="0"/>
              </a:spcBef>
              <a:spcAft>
                <a:spcPts val="0"/>
              </a:spcAft>
              <a:buSzPts val="1400"/>
              <a:buChar char="●"/>
            </a:pPr>
            <a:r>
              <a:rPr b="1" lang="en"/>
              <a:t>Describe the present</a:t>
            </a:r>
            <a:r>
              <a:rPr lang="en"/>
              <a:t> → describe processes, sales, characterize populations or phenomena</a:t>
            </a:r>
            <a:endParaRPr/>
          </a:p>
          <a:p>
            <a:pPr indent="-317500" lvl="0" marL="457200" rtl="0" algn="just">
              <a:lnSpc>
                <a:spcPct val="115000"/>
              </a:lnSpc>
              <a:spcBef>
                <a:spcPts val="0"/>
              </a:spcBef>
              <a:spcAft>
                <a:spcPts val="0"/>
              </a:spcAft>
              <a:buSzPts val="1400"/>
              <a:buChar char="●"/>
            </a:pPr>
            <a:r>
              <a:rPr b="1" lang="en"/>
              <a:t>Look for patterns and detect anomalies</a:t>
            </a:r>
            <a:r>
              <a:rPr lang="en"/>
              <a:t> → lwe identify them in monitoring processes. Identify outliers, biases, event diagnosis, behaviors in variables</a:t>
            </a:r>
            <a:endParaRPr/>
          </a:p>
          <a:p>
            <a:pPr indent="-317500" lvl="0" marL="457200" rtl="0" algn="just">
              <a:lnSpc>
                <a:spcPct val="115000"/>
              </a:lnSpc>
              <a:spcBef>
                <a:spcPts val="0"/>
              </a:spcBef>
              <a:spcAft>
                <a:spcPts val="0"/>
              </a:spcAft>
              <a:buSzPts val="1400"/>
              <a:buChar char="●"/>
            </a:pPr>
            <a:r>
              <a:rPr b="1" lang="en"/>
              <a:t>Make predictions, estimations </a:t>
            </a:r>
            <a:r>
              <a:rPr lang="en"/>
              <a:t>→ for decision-making, carry out impact evaluations</a:t>
            </a:r>
            <a:endParaRPr b="1"/>
          </a:p>
        </p:txBody>
      </p:sp>
      <p:pic>
        <p:nvPicPr>
          <p:cNvPr id="719" name="Google Shape;719;p4"/>
          <p:cNvPicPr preferRelativeResize="0"/>
          <p:nvPr/>
        </p:nvPicPr>
        <p:blipFill rotWithShape="1">
          <a:blip r:embed="rId3">
            <a:alphaModFix/>
          </a:blip>
          <a:srcRect b="0" l="0" r="0" t="0"/>
          <a:stretch/>
        </p:blipFill>
        <p:spPr>
          <a:xfrm>
            <a:off x="6345850" y="1385575"/>
            <a:ext cx="2798150" cy="2798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To sum up...</a:t>
            </a:r>
            <a:endParaRPr/>
          </a:p>
        </p:txBody>
      </p:sp>
      <p:sp>
        <p:nvSpPr>
          <p:cNvPr id="725" name="Google Shape;725;p5"/>
          <p:cNvSpPr/>
          <p:nvPr/>
        </p:nvSpPr>
        <p:spPr>
          <a:xfrm>
            <a:off x="547325" y="1947350"/>
            <a:ext cx="8188200" cy="2723700"/>
          </a:xfrm>
          <a:prstGeom prst="roundRect">
            <a:avLst>
              <a:gd fmla="val 16667" name="adj"/>
            </a:avLst>
          </a:prstGeom>
          <a:solidFill>
            <a:srgbClr val="D7DFE5">
              <a:alpha val="654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5"/>
          <p:cNvSpPr/>
          <p:nvPr/>
        </p:nvSpPr>
        <p:spPr>
          <a:xfrm>
            <a:off x="720000" y="2232050"/>
            <a:ext cx="2484300" cy="215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5"/>
          <p:cNvSpPr/>
          <p:nvPr/>
        </p:nvSpPr>
        <p:spPr>
          <a:xfrm>
            <a:off x="3399275" y="2232050"/>
            <a:ext cx="2484300" cy="2154300"/>
          </a:xfrm>
          <a:prstGeom prst="rect">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5"/>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5"/>
          <p:cNvSpPr txBox="1"/>
          <p:nvPr/>
        </p:nvSpPr>
        <p:spPr>
          <a:xfrm>
            <a:off x="8481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01</a:t>
            </a:r>
            <a:endParaRPr b="1" i="0" sz="2500" u="none" cap="none" strike="noStrike">
              <a:solidFill>
                <a:schemeClr val="dk1"/>
              </a:solidFill>
              <a:latin typeface="Poppins"/>
              <a:ea typeface="Poppins"/>
              <a:cs typeface="Poppins"/>
              <a:sym typeface="Poppins"/>
            </a:endParaRPr>
          </a:p>
        </p:txBody>
      </p:sp>
      <p:sp>
        <p:nvSpPr>
          <p:cNvPr id="730" name="Google Shape;730;p5"/>
          <p:cNvSpPr txBox="1"/>
          <p:nvPr/>
        </p:nvSpPr>
        <p:spPr>
          <a:xfrm>
            <a:off x="35572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02</a:t>
            </a:r>
            <a:endParaRPr b="1" i="0" sz="2500" u="none" cap="none" strike="noStrike">
              <a:solidFill>
                <a:schemeClr val="dk1"/>
              </a:solidFill>
              <a:latin typeface="Poppins"/>
              <a:ea typeface="Poppins"/>
              <a:cs typeface="Poppins"/>
              <a:sym typeface="Poppins"/>
            </a:endParaRPr>
          </a:p>
        </p:txBody>
      </p:sp>
      <p:sp>
        <p:nvSpPr>
          <p:cNvPr id="731" name="Google Shape;731;p5"/>
          <p:cNvSpPr txBox="1"/>
          <p:nvPr/>
        </p:nvSpPr>
        <p:spPr>
          <a:xfrm>
            <a:off x="6149350"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03</a:t>
            </a:r>
            <a:endParaRPr b="1" i="0" sz="2500" u="none" cap="none" strike="noStrike">
              <a:solidFill>
                <a:schemeClr val="dk1"/>
              </a:solidFill>
              <a:latin typeface="Poppins"/>
              <a:ea typeface="Poppins"/>
              <a:cs typeface="Poppins"/>
              <a:sym typeface="Poppins"/>
            </a:endParaRPr>
          </a:p>
        </p:txBody>
      </p:sp>
      <p:sp>
        <p:nvSpPr>
          <p:cNvPr id="732" name="Google Shape;732;p5"/>
          <p:cNvSpPr txBox="1"/>
          <p:nvPr>
            <p:ph type="title"/>
          </p:nvPr>
        </p:nvSpPr>
        <p:spPr>
          <a:xfrm>
            <a:off x="789425" y="10987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0" lang="en" sz="2000"/>
              <a:t>Data science is based on:</a:t>
            </a:r>
            <a:endParaRPr b="0" sz="2000"/>
          </a:p>
        </p:txBody>
      </p:sp>
      <p:sp>
        <p:nvSpPr>
          <p:cNvPr id="733" name="Google Shape;733;p5"/>
          <p:cNvSpPr txBox="1"/>
          <p:nvPr>
            <p:ph type="title"/>
          </p:nvPr>
        </p:nvSpPr>
        <p:spPr>
          <a:xfrm>
            <a:off x="889350" y="293890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Componente analítico</a:t>
            </a:r>
            <a:endParaRPr sz="2000"/>
          </a:p>
        </p:txBody>
      </p:sp>
      <p:sp>
        <p:nvSpPr>
          <p:cNvPr id="734" name="Google Shape;734;p5"/>
          <p:cNvSpPr txBox="1"/>
          <p:nvPr>
            <p:ph type="title"/>
          </p:nvPr>
        </p:nvSpPr>
        <p:spPr>
          <a:xfrm>
            <a:off x="3568625"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Programación</a:t>
            </a:r>
            <a:endParaRPr sz="2000"/>
          </a:p>
        </p:txBody>
      </p:sp>
      <p:sp>
        <p:nvSpPr>
          <p:cNvPr id="735" name="Google Shape;735;p5"/>
          <p:cNvSpPr txBox="1"/>
          <p:nvPr>
            <p:ph type="title"/>
          </p:nvPr>
        </p:nvSpPr>
        <p:spPr>
          <a:xfrm>
            <a:off x="6247900"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Storytelling</a:t>
            </a:r>
            <a:endParaRPr sz="2000"/>
          </a:p>
        </p:txBody>
      </p:sp>
      <p:sp>
        <p:nvSpPr>
          <p:cNvPr id="736" name="Google Shape;736;p5"/>
          <p:cNvSpPr/>
          <p:nvPr/>
        </p:nvSpPr>
        <p:spPr>
          <a:xfrm>
            <a:off x="720000" y="2232050"/>
            <a:ext cx="2484300" cy="215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5"/>
          <p:cNvSpPr/>
          <p:nvPr/>
        </p:nvSpPr>
        <p:spPr>
          <a:xfrm>
            <a:off x="3399275" y="2232050"/>
            <a:ext cx="2484300" cy="2154300"/>
          </a:xfrm>
          <a:prstGeom prst="rect">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5"/>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5"/>
          <p:cNvSpPr txBox="1"/>
          <p:nvPr>
            <p:ph type="title"/>
          </p:nvPr>
        </p:nvSpPr>
        <p:spPr>
          <a:xfrm>
            <a:off x="889350" y="4671050"/>
            <a:ext cx="8188200" cy="572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000"/>
              <a:buNone/>
            </a:pPr>
            <a:r>
              <a:rPr b="0" lang="en" sz="1300"/>
              <a:t>Source: Edwin Chen, Data Scientist.</a:t>
            </a:r>
            <a:endParaRPr b="0" sz="13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6"/>
          <p:cNvSpPr/>
          <p:nvPr/>
        </p:nvSpPr>
        <p:spPr>
          <a:xfrm>
            <a:off x="547325" y="1947350"/>
            <a:ext cx="8188200" cy="2723700"/>
          </a:xfrm>
          <a:prstGeom prst="roundRect">
            <a:avLst>
              <a:gd fmla="val 16667" name="adj"/>
            </a:avLst>
          </a:prstGeom>
          <a:solidFill>
            <a:srgbClr val="D7DFE5">
              <a:alpha val="654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6"/>
          <p:cNvSpPr/>
          <p:nvPr/>
        </p:nvSpPr>
        <p:spPr>
          <a:xfrm>
            <a:off x="720000" y="2232050"/>
            <a:ext cx="2484300" cy="215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6" name="Google Shape;746;p6"/>
          <p:cNvSpPr/>
          <p:nvPr/>
        </p:nvSpPr>
        <p:spPr>
          <a:xfrm>
            <a:off x="3399275" y="2232050"/>
            <a:ext cx="2484300" cy="2154300"/>
          </a:xfrm>
          <a:prstGeom prst="rect">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6"/>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8" name="Google Shape;748;p6"/>
          <p:cNvSpPr txBox="1"/>
          <p:nvPr/>
        </p:nvSpPr>
        <p:spPr>
          <a:xfrm>
            <a:off x="8481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01</a:t>
            </a:r>
            <a:endParaRPr b="1" i="0" sz="2500" u="none" cap="none" strike="noStrike">
              <a:solidFill>
                <a:schemeClr val="dk1"/>
              </a:solidFill>
              <a:latin typeface="Poppins"/>
              <a:ea typeface="Poppins"/>
              <a:cs typeface="Poppins"/>
              <a:sym typeface="Poppins"/>
            </a:endParaRPr>
          </a:p>
        </p:txBody>
      </p:sp>
      <p:sp>
        <p:nvSpPr>
          <p:cNvPr id="749" name="Google Shape;749;p6"/>
          <p:cNvSpPr txBox="1"/>
          <p:nvPr/>
        </p:nvSpPr>
        <p:spPr>
          <a:xfrm>
            <a:off x="35572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02</a:t>
            </a:r>
            <a:endParaRPr b="1" i="0" sz="2500" u="none" cap="none" strike="noStrike">
              <a:solidFill>
                <a:schemeClr val="dk1"/>
              </a:solidFill>
              <a:latin typeface="Poppins"/>
              <a:ea typeface="Poppins"/>
              <a:cs typeface="Poppins"/>
              <a:sym typeface="Poppins"/>
            </a:endParaRPr>
          </a:p>
        </p:txBody>
      </p:sp>
      <p:sp>
        <p:nvSpPr>
          <p:cNvPr id="750" name="Google Shape;750;p6"/>
          <p:cNvSpPr txBox="1"/>
          <p:nvPr/>
        </p:nvSpPr>
        <p:spPr>
          <a:xfrm>
            <a:off x="6149350"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03</a:t>
            </a:r>
            <a:endParaRPr b="1" i="0" sz="2500" u="none" cap="none" strike="noStrike">
              <a:solidFill>
                <a:schemeClr val="dk1"/>
              </a:solidFill>
              <a:latin typeface="Poppins"/>
              <a:ea typeface="Poppins"/>
              <a:cs typeface="Poppins"/>
              <a:sym typeface="Poppins"/>
            </a:endParaRPr>
          </a:p>
        </p:txBody>
      </p:sp>
      <p:sp>
        <p:nvSpPr>
          <p:cNvPr id="751" name="Google Shape;751;p6"/>
          <p:cNvSpPr txBox="1"/>
          <p:nvPr>
            <p:ph type="title"/>
          </p:nvPr>
        </p:nvSpPr>
        <p:spPr>
          <a:xfrm>
            <a:off x="889350" y="293890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Analytical component</a:t>
            </a:r>
            <a:endParaRPr sz="2000"/>
          </a:p>
        </p:txBody>
      </p:sp>
      <p:sp>
        <p:nvSpPr>
          <p:cNvPr id="752" name="Google Shape;752;p6"/>
          <p:cNvSpPr txBox="1"/>
          <p:nvPr>
            <p:ph type="title"/>
          </p:nvPr>
        </p:nvSpPr>
        <p:spPr>
          <a:xfrm>
            <a:off x="3568625"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Programación</a:t>
            </a:r>
            <a:endParaRPr sz="2000"/>
          </a:p>
        </p:txBody>
      </p:sp>
      <p:sp>
        <p:nvSpPr>
          <p:cNvPr id="753" name="Google Shape;753;p6"/>
          <p:cNvSpPr txBox="1"/>
          <p:nvPr>
            <p:ph type="title"/>
          </p:nvPr>
        </p:nvSpPr>
        <p:spPr>
          <a:xfrm>
            <a:off x="6247900"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Storytelling</a:t>
            </a:r>
            <a:endParaRPr sz="2000"/>
          </a:p>
        </p:txBody>
      </p:sp>
      <p:sp>
        <p:nvSpPr>
          <p:cNvPr id="754" name="Google Shape;754;p6"/>
          <p:cNvSpPr/>
          <p:nvPr/>
        </p:nvSpPr>
        <p:spPr>
          <a:xfrm>
            <a:off x="3399275" y="2232050"/>
            <a:ext cx="2484300" cy="2154300"/>
          </a:xfrm>
          <a:prstGeom prst="rect">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5" name="Google Shape;755;p6"/>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6"/>
          <p:cNvSpPr txBox="1"/>
          <p:nvPr>
            <p:ph type="title"/>
          </p:nvPr>
        </p:nvSpPr>
        <p:spPr>
          <a:xfrm>
            <a:off x="889350" y="4671050"/>
            <a:ext cx="8188200" cy="572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000"/>
              <a:buNone/>
            </a:pPr>
            <a:r>
              <a:rPr b="0" lang="en" sz="1300"/>
              <a:t>Source: Edwin Chen, Data Scientist.</a:t>
            </a:r>
            <a:endParaRPr b="0" sz="1300"/>
          </a:p>
        </p:txBody>
      </p:sp>
      <p:sp>
        <p:nvSpPr>
          <p:cNvPr id="757" name="Google Shape;757;p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To sum up...</a:t>
            </a:r>
            <a:endParaRPr/>
          </a:p>
        </p:txBody>
      </p:sp>
      <p:sp>
        <p:nvSpPr>
          <p:cNvPr id="758" name="Google Shape;758;p6"/>
          <p:cNvSpPr txBox="1"/>
          <p:nvPr>
            <p:ph type="title"/>
          </p:nvPr>
        </p:nvSpPr>
        <p:spPr>
          <a:xfrm>
            <a:off x="789425" y="10987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0" lang="en" sz="2000"/>
              <a:t>Data science is based on:</a:t>
            </a:r>
            <a:endParaRPr b="0"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7"/>
          <p:cNvSpPr/>
          <p:nvPr/>
        </p:nvSpPr>
        <p:spPr>
          <a:xfrm>
            <a:off x="547325" y="1947350"/>
            <a:ext cx="8188200" cy="2723700"/>
          </a:xfrm>
          <a:prstGeom prst="roundRect">
            <a:avLst>
              <a:gd fmla="val 16667" name="adj"/>
            </a:avLst>
          </a:prstGeom>
          <a:solidFill>
            <a:srgbClr val="D7DFE5">
              <a:alpha val="654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7"/>
          <p:cNvSpPr/>
          <p:nvPr/>
        </p:nvSpPr>
        <p:spPr>
          <a:xfrm>
            <a:off x="720000" y="2232050"/>
            <a:ext cx="2484300" cy="215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7"/>
          <p:cNvSpPr/>
          <p:nvPr/>
        </p:nvSpPr>
        <p:spPr>
          <a:xfrm>
            <a:off x="3399275" y="2232050"/>
            <a:ext cx="2484300" cy="2154300"/>
          </a:xfrm>
          <a:prstGeom prst="rect">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7"/>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7" name="Google Shape;767;p7"/>
          <p:cNvSpPr txBox="1"/>
          <p:nvPr/>
        </p:nvSpPr>
        <p:spPr>
          <a:xfrm>
            <a:off x="8481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01</a:t>
            </a:r>
            <a:endParaRPr b="1" i="0" sz="2500" u="none" cap="none" strike="noStrike">
              <a:solidFill>
                <a:schemeClr val="dk1"/>
              </a:solidFill>
              <a:latin typeface="Poppins"/>
              <a:ea typeface="Poppins"/>
              <a:cs typeface="Poppins"/>
              <a:sym typeface="Poppins"/>
            </a:endParaRPr>
          </a:p>
        </p:txBody>
      </p:sp>
      <p:sp>
        <p:nvSpPr>
          <p:cNvPr id="768" name="Google Shape;768;p7"/>
          <p:cNvSpPr txBox="1"/>
          <p:nvPr/>
        </p:nvSpPr>
        <p:spPr>
          <a:xfrm>
            <a:off x="35572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02</a:t>
            </a:r>
            <a:endParaRPr b="1" i="0" sz="2500" u="none" cap="none" strike="noStrike">
              <a:solidFill>
                <a:schemeClr val="dk1"/>
              </a:solidFill>
              <a:latin typeface="Poppins"/>
              <a:ea typeface="Poppins"/>
              <a:cs typeface="Poppins"/>
              <a:sym typeface="Poppins"/>
            </a:endParaRPr>
          </a:p>
        </p:txBody>
      </p:sp>
      <p:sp>
        <p:nvSpPr>
          <p:cNvPr id="769" name="Google Shape;769;p7"/>
          <p:cNvSpPr txBox="1"/>
          <p:nvPr/>
        </p:nvSpPr>
        <p:spPr>
          <a:xfrm>
            <a:off x="6149350"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03</a:t>
            </a:r>
            <a:endParaRPr b="1" i="0" sz="2500" u="none" cap="none" strike="noStrike">
              <a:solidFill>
                <a:schemeClr val="dk1"/>
              </a:solidFill>
              <a:latin typeface="Poppins"/>
              <a:ea typeface="Poppins"/>
              <a:cs typeface="Poppins"/>
              <a:sym typeface="Poppins"/>
            </a:endParaRPr>
          </a:p>
        </p:txBody>
      </p:sp>
      <p:sp>
        <p:nvSpPr>
          <p:cNvPr id="770" name="Google Shape;770;p7"/>
          <p:cNvSpPr txBox="1"/>
          <p:nvPr>
            <p:ph type="title"/>
          </p:nvPr>
        </p:nvSpPr>
        <p:spPr>
          <a:xfrm>
            <a:off x="987900" y="2672688"/>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b="0" lang="en" sz="2000"/>
              <a:t>Thoroughness required to understand and interpret the data</a:t>
            </a:r>
            <a:endParaRPr b="0" sz="2000"/>
          </a:p>
        </p:txBody>
      </p:sp>
      <p:sp>
        <p:nvSpPr>
          <p:cNvPr id="771" name="Google Shape;771;p7"/>
          <p:cNvSpPr txBox="1"/>
          <p:nvPr>
            <p:ph type="title"/>
          </p:nvPr>
        </p:nvSpPr>
        <p:spPr>
          <a:xfrm>
            <a:off x="3568625"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Programación</a:t>
            </a:r>
            <a:endParaRPr sz="2000"/>
          </a:p>
        </p:txBody>
      </p:sp>
      <p:sp>
        <p:nvSpPr>
          <p:cNvPr id="772" name="Google Shape;772;p7"/>
          <p:cNvSpPr txBox="1"/>
          <p:nvPr>
            <p:ph type="title"/>
          </p:nvPr>
        </p:nvSpPr>
        <p:spPr>
          <a:xfrm>
            <a:off x="6247900"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Storytelling</a:t>
            </a:r>
            <a:endParaRPr sz="2000"/>
          </a:p>
        </p:txBody>
      </p:sp>
      <p:sp>
        <p:nvSpPr>
          <p:cNvPr id="773" name="Google Shape;773;p7"/>
          <p:cNvSpPr/>
          <p:nvPr/>
        </p:nvSpPr>
        <p:spPr>
          <a:xfrm>
            <a:off x="3399275" y="2232050"/>
            <a:ext cx="2484300" cy="2154300"/>
          </a:xfrm>
          <a:prstGeom prst="rect">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7"/>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7"/>
          <p:cNvSpPr txBox="1"/>
          <p:nvPr>
            <p:ph type="title"/>
          </p:nvPr>
        </p:nvSpPr>
        <p:spPr>
          <a:xfrm>
            <a:off x="889350" y="4671050"/>
            <a:ext cx="8188200" cy="572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000"/>
              <a:buNone/>
            </a:pPr>
            <a:r>
              <a:rPr b="0" lang="en" sz="1300"/>
              <a:t>Source: Edwin Chen, Data Scientist.</a:t>
            </a:r>
            <a:endParaRPr b="0" sz="1300"/>
          </a:p>
        </p:txBody>
      </p:sp>
      <p:sp>
        <p:nvSpPr>
          <p:cNvPr id="776" name="Google Shape;776;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To sum up...</a:t>
            </a:r>
            <a:endParaRPr/>
          </a:p>
        </p:txBody>
      </p:sp>
      <p:sp>
        <p:nvSpPr>
          <p:cNvPr id="777" name="Google Shape;777;p7"/>
          <p:cNvSpPr txBox="1"/>
          <p:nvPr>
            <p:ph type="title"/>
          </p:nvPr>
        </p:nvSpPr>
        <p:spPr>
          <a:xfrm>
            <a:off x="789425" y="10987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0" lang="en" sz="2000"/>
              <a:t>Data science is based on:</a:t>
            </a:r>
            <a:endParaRPr b="0" sz="2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8"/>
          <p:cNvSpPr/>
          <p:nvPr/>
        </p:nvSpPr>
        <p:spPr>
          <a:xfrm>
            <a:off x="547325" y="1947350"/>
            <a:ext cx="8188200" cy="2723700"/>
          </a:xfrm>
          <a:prstGeom prst="roundRect">
            <a:avLst>
              <a:gd fmla="val 16667" name="adj"/>
            </a:avLst>
          </a:prstGeom>
          <a:solidFill>
            <a:srgbClr val="D7DFE5">
              <a:alpha val="654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8"/>
          <p:cNvSpPr/>
          <p:nvPr/>
        </p:nvSpPr>
        <p:spPr>
          <a:xfrm>
            <a:off x="720000" y="2232050"/>
            <a:ext cx="2484300" cy="215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8"/>
          <p:cNvSpPr/>
          <p:nvPr/>
        </p:nvSpPr>
        <p:spPr>
          <a:xfrm>
            <a:off x="3399275" y="2232050"/>
            <a:ext cx="2484300" cy="2154300"/>
          </a:xfrm>
          <a:prstGeom prst="rect">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p8"/>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6" name="Google Shape;786;p8"/>
          <p:cNvSpPr txBox="1"/>
          <p:nvPr/>
        </p:nvSpPr>
        <p:spPr>
          <a:xfrm>
            <a:off x="8481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01</a:t>
            </a:r>
            <a:endParaRPr b="1" i="0" sz="2500" u="none" cap="none" strike="noStrike">
              <a:solidFill>
                <a:schemeClr val="dk1"/>
              </a:solidFill>
              <a:latin typeface="Poppins"/>
              <a:ea typeface="Poppins"/>
              <a:cs typeface="Poppins"/>
              <a:sym typeface="Poppins"/>
            </a:endParaRPr>
          </a:p>
        </p:txBody>
      </p:sp>
      <p:sp>
        <p:nvSpPr>
          <p:cNvPr id="787" name="Google Shape;787;p8"/>
          <p:cNvSpPr txBox="1"/>
          <p:nvPr/>
        </p:nvSpPr>
        <p:spPr>
          <a:xfrm>
            <a:off x="35572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02</a:t>
            </a:r>
            <a:endParaRPr b="1" i="0" sz="2500" u="none" cap="none" strike="noStrike">
              <a:solidFill>
                <a:schemeClr val="dk1"/>
              </a:solidFill>
              <a:latin typeface="Poppins"/>
              <a:ea typeface="Poppins"/>
              <a:cs typeface="Poppins"/>
              <a:sym typeface="Poppins"/>
            </a:endParaRPr>
          </a:p>
        </p:txBody>
      </p:sp>
      <p:sp>
        <p:nvSpPr>
          <p:cNvPr id="788" name="Google Shape;788;p8"/>
          <p:cNvSpPr txBox="1"/>
          <p:nvPr/>
        </p:nvSpPr>
        <p:spPr>
          <a:xfrm>
            <a:off x="6149350"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03</a:t>
            </a:r>
            <a:endParaRPr b="1" i="0" sz="2500" u="none" cap="none" strike="noStrike">
              <a:solidFill>
                <a:schemeClr val="dk1"/>
              </a:solidFill>
              <a:latin typeface="Poppins"/>
              <a:ea typeface="Poppins"/>
              <a:cs typeface="Poppins"/>
              <a:sym typeface="Poppins"/>
            </a:endParaRPr>
          </a:p>
        </p:txBody>
      </p:sp>
      <p:sp>
        <p:nvSpPr>
          <p:cNvPr id="789" name="Google Shape;789;p8"/>
          <p:cNvSpPr txBox="1"/>
          <p:nvPr>
            <p:ph type="title"/>
          </p:nvPr>
        </p:nvSpPr>
        <p:spPr>
          <a:xfrm>
            <a:off x="3568625"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Programming</a:t>
            </a:r>
            <a:endParaRPr sz="2000"/>
          </a:p>
        </p:txBody>
      </p:sp>
      <p:sp>
        <p:nvSpPr>
          <p:cNvPr id="790" name="Google Shape;790;p8"/>
          <p:cNvSpPr txBox="1"/>
          <p:nvPr>
            <p:ph type="title"/>
          </p:nvPr>
        </p:nvSpPr>
        <p:spPr>
          <a:xfrm>
            <a:off x="6247900"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Storytelling</a:t>
            </a:r>
            <a:endParaRPr sz="2000"/>
          </a:p>
        </p:txBody>
      </p:sp>
      <p:sp>
        <p:nvSpPr>
          <p:cNvPr id="791" name="Google Shape;791;p8"/>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2" name="Google Shape;792;p8"/>
          <p:cNvSpPr txBox="1"/>
          <p:nvPr>
            <p:ph type="title"/>
          </p:nvPr>
        </p:nvSpPr>
        <p:spPr>
          <a:xfrm>
            <a:off x="889350" y="4671050"/>
            <a:ext cx="8188200" cy="572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000"/>
              <a:buNone/>
            </a:pPr>
            <a:r>
              <a:rPr b="0" lang="en" sz="1300"/>
              <a:t>Source: Edwin Chen, Data Scientist.</a:t>
            </a:r>
            <a:endParaRPr b="0" sz="1300"/>
          </a:p>
        </p:txBody>
      </p:sp>
      <p:sp>
        <p:nvSpPr>
          <p:cNvPr id="793" name="Google Shape;793;p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To sum up...</a:t>
            </a:r>
            <a:endParaRPr/>
          </a:p>
        </p:txBody>
      </p:sp>
      <p:sp>
        <p:nvSpPr>
          <p:cNvPr id="794" name="Google Shape;794;p8"/>
          <p:cNvSpPr txBox="1"/>
          <p:nvPr>
            <p:ph type="title"/>
          </p:nvPr>
        </p:nvSpPr>
        <p:spPr>
          <a:xfrm>
            <a:off x="789425" y="10987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0" lang="en" sz="2000"/>
              <a:t>Data science is based on:</a:t>
            </a:r>
            <a:endParaRPr b="0" sz="2000"/>
          </a:p>
        </p:txBody>
      </p:sp>
      <p:sp>
        <p:nvSpPr>
          <p:cNvPr id="795" name="Google Shape;795;p8"/>
          <p:cNvSpPr txBox="1"/>
          <p:nvPr>
            <p:ph type="title"/>
          </p:nvPr>
        </p:nvSpPr>
        <p:spPr>
          <a:xfrm>
            <a:off x="889350" y="293890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Analytical component</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9"/>
          <p:cNvSpPr/>
          <p:nvPr/>
        </p:nvSpPr>
        <p:spPr>
          <a:xfrm>
            <a:off x="547325" y="1947350"/>
            <a:ext cx="8188200" cy="2723700"/>
          </a:xfrm>
          <a:prstGeom prst="roundRect">
            <a:avLst>
              <a:gd fmla="val 16667" name="adj"/>
            </a:avLst>
          </a:prstGeom>
          <a:solidFill>
            <a:srgbClr val="D7DFE5">
              <a:alpha val="654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9"/>
          <p:cNvSpPr/>
          <p:nvPr/>
        </p:nvSpPr>
        <p:spPr>
          <a:xfrm>
            <a:off x="720000" y="2232050"/>
            <a:ext cx="2484300" cy="215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2" name="Google Shape;802;p9"/>
          <p:cNvSpPr/>
          <p:nvPr/>
        </p:nvSpPr>
        <p:spPr>
          <a:xfrm>
            <a:off x="3399275" y="2232050"/>
            <a:ext cx="2484300" cy="2154300"/>
          </a:xfrm>
          <a:prstGeom prst="rect">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9"/>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4" name="Google Shape;804;p9"/>
          <p:cNvSpPr txBox="1"/>
          <p:nvPr/>
        </p:nvSpPr>
        <p:spPr>
          <a:xfrm>
            <a:off x="8481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01</a:t>
            </a:r>
            <a:endParaRPr b="1" i="0" sz="2500" u="none" cap="none" strike="noStrike">
              <a:solidFill>
                <a:schemeClr val="dk1"/>
              </a:solidFill>
              <a:latin typeface="Poppins"/>
              <a:ea typeface="Poppins"/>
              <a:cs typeface="Poppins"/>
              <a:sym typeface="Poppins"/>
            </a:endParaRPr>
          </a:p>
        </p:txBody>
      </p:sp>
      <p:sp>
        <p:nvSpPr>
          <p:cNvPr id="805" name="Google Shape;805;p9"/>
          <p:cNvSpPr txBox="1"/>
          <p:nvPr/>
        </p:nvSpPr>
        <p:spPr>
          <a:xfrm>
            <a:off x="35572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02</a:t>
            </a:r>
            <a:endParaRPr b="1" i="0" sz="2500" u="none" cap="none" strike="noStrike">
              <a:solidFill>
                <a:schemeClr val="dk1"/>
              </a:solidFill>
              <a:latin typeface="Poppins"/>
              <a:ea typeface="Poppins"/>
              <a:cs typeface="Poppins"/>
              <a:sym typeface="Poppins"/>
            </a:endParaRPr>
          </a:p>
        </p:txBody>
      </p:sp>
      <p:sp>
        <p:nvSpPr>
          <p:cNvPr id="806" name="Google Shape;806;p9"/>
          <p:cNvSpPr txBox="1"/>
          <p:nvPr/>
        </p:nvSpPr>
        <p:spPr>
          <a:xfrm>
            <a:off x="6149350"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03</a:t>
            </a:r>
            <a:endParaRPr b="1" i="0" sz="2500" u="none" cap="none" strike="noStrike">
              <a:solidFill>
                <a:schemeClr val="dk1"/>
              </a:solidFill>
              <a:latin typeface="Poppins"/>
              <a:ea typeface="Poppins"/>
              <a:cs typeface="Poppins"/>
              <a:sym typeface="Poppins"/>
            </a:endParaRPr>
          </a:p>
        </p:txBody>
      </p:sp>
      <p:sp>
        <p:nvSpPr>
          <p:cNvPr id="807" name="Google Shape;807;p9"/>
          <p:cNvSpPr txBox="1"/>
          <p:nvPr>
            <p:ph type="title"/>
          </p:nvPr>
        </p:nvSpPr>
        <p:spPr>
          <a:xfrm>
            <a:off x="3568625" y="2748100"/>
            <a:ext cx="2145600" cy="95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b="0" lang="en" sz="1800"/>
              <a:t>To process the data and take actions based on our insights</a:t>
            </a:r>
            <a:endParaRPr b="0" i="1" sz="1800"/>
          </a:p>
        </p:txBody>
      </p:sp>
      <p:sp>
        <p:nvSpPr>
          <p:cNvPr id="808" name="Google Shape;808;p9"/>
          <p:cNvSpPr txBox="1"/>
          <p:nvPr>
            <p:ph type="title"/>
          </p:nvPr>
        </p:nvSpPr>
        <p:spPr>
          <a:xfrm>
            <a:off x="6247900"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Storytelling</a:t>
            </a:r>
            <a:endParaRPr sz="2000"/>
          </a:p>
        </p:txBody>
      </p:sp>
      <p:sp>
        <p:nvSpPr>
          <p:cNvPr id="809" name="Google Shape;809;p9"/>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0" name="Google Shape;810;p9"/>
          <p:cNvSpPr txBox="1"/>
          <p:nvPr>
            <p:ph type="title"/>
          </p:nvPr>
        </p:nvSpPr>
        <p:spPr>
          <a:xfrm>
            <a:off x="889350" y="4671050"/>
            <a:ext cx="8188200" cy="572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000"/>
              <a:buNone/>
            </a:pPr>
            <a:r>
              <a:rPr b="0" lang="en" sz="1300"/>
              <a:t>Source: Edwin Chen, Data Scientist.</a:t>
            </a:r>
            <a:endParaRPr b="0" sz="1300"/>
          </a:p>
        </p:txBody>
      </p:sp>
      <p:sp>
        <p:nvSpPr>
          <p:cNvPr id="811" name="Google Shape;811;p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To sum up...</a:t>
            </a:r>
            <a:endParaRPr/>
          </a:p>
        </p:txBody>
      </p:sp>
      <p:sp>
        <p:nvSpPr>
          <p:cNvPr id="812" name="Google Shape;812;p9"/>
          <p:cNvSpPr txBox="1"/>
          <p:nvPr>
            <p:ph type="title"/>
          </p:nvPr>
        </p:nvSpPr>
        <p:spPr>
          <a:xfrm>
            <a:off x="789425" y="10987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0" lang="en" sz="2000"/>
              <a:t>Data science is based on:</a:t>
            </a:r>
            <a:endParaRPr b="0" sz="2000"/>
          </a:p>
        </p:txBody>
      </p:sp>
      <p:sp>
        <p:nvSpPr>
          <p:cNvPr id="813" name="Google Shape;813;p9"/>
          <p:cNvSpPr txBox="1"/>
          <p:nvPr>
            <p:ph type="title"/>
          </p:nvPr>
        </p:nvSpPr>
        <p:spPr>
          <a:xfrm>
            <a:off x="889350" y="293890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Analytical component</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10"/>
          <p:cNvSpPr/>
          <p:nvPr/>
        </p:nvSpPr>
        <p:spPr>
          <a:xfrm>
            <a:off x="547325" y="1947350"/>
            <a:ext cx="8188200" cy="2723700"/>
          </a:xfrm>
          <a:prstGeom prst="roundRect">
            <a:avLst>
              <a:gd fmla="val 16667" name="adj"/>
            </a:avLst>
          </a:prstGeom>
          <a:solidFill>
            <a:srgbClr val="D7DFE5">
              <a:alpha val="654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9" name="Google Shape;819;p10"/>
          <p:cNvSpPr/>
          <p:nvPr/>
        </p:nvSpPr>
        <p:spPr>
          <a:xfrm>
            <a:off x="720000" y="2232050"/>
            <a:ext cx="2484300" cy="215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10"/>
          <p:cNvSpPr/>
          <p:nvPr/>
        </p:nvSpPr>
        <p:spPr>
          <a:xfrm>
            <a:off x="3399275" y="2232050"/>
            <a:ext cx="2484300" cy="2154300"/>
          </a:xfrm>
          <a:prstGeom prst="rect">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1" name="Google Shape;821;p10"/>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2" name="Google Shape;822;p10"/>
          <p:cNvSpPr txBox="1"/>
          <p:nvPr/>
        </p:nvSpPr>
        <p:spPr>
          <a:xfrm>
            <a:off x="8481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01</a:t>
            </a:r>
            <a:endParaRPr b="1" i="0" sz="2500" u="none" cap="none" strike="noStrike">
              <a:solidFill>
                <a:schemeClr val="dk1"/>
              </a:solidFill>
              <a:latin typeface="Poppins"/>
              <a:ea typeface="Poppins"/>
              <a:cs typeface="Poppins"/>
              <a:sym typeface="Poppins"/>
            </a:endParaRPr>
          </a:p>
        </p:txBody>
      </p:sp>
      <p:sp>
        <p:nvSpPr>
          <p:cNvPr id="823" name="Google Shape;823;p10"/>
          <p:cNvSpPr txBox="1"/>
          <p:nvPr/>
        </p:nvSpPr>
        <p:spPr>
          <a:xfrm>
            <a:off x="35572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02</a:t>
            </a:r>
            <a:endParaRPr b="1" i="0" sz="2500" u="none" cap="none" strike="noStrike">
              <a:solidFill>
                <a:schemeClr val="dk1"/>
              </a:solidFill>
              <a:latin typeface="Poppins"/>
              <a:ea typeface="Poppins"/>
              <a:cs typeface="Poppins"/>
              <a:sym typeface="Poppins"/>
            </a:endParaRPr>
          </a:p>
        </p:txBody>
      </p:sp>
      <p:sp>
        <p:nvSpPr>
          <p:cNvPr id="824" name="Google Shape;824;p10"/>
          <p:cNvSpPr txBox="1"/>
          <p:nvPr/>
        </p:nvSpPr>
        <p:spPr>
          <a:xfrm>
            <a:off x="6149350"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03</a:t>
            </a:r>
            <a:endParaRPr b="1" i="0" sz="2500" u="none" cap="none" strike="noStrike">
              <a:solidFill>
                <a:schemeClr val="dk1"/>
              </a:solidFill>
              <a:latin typeface="Poppins"/>
              <a:ea typeface="Poppins"/>
              <a:cs typeface="Poppins"/>
              <a:sym typeface="Poppins"/>
            </a:endParaRPr>
          </a:p>
        </p:txBody>
      </p:sp>
      <p:sp>
        <p:nvSpPr>
          <p:cNvPr id="825" name="Google Shape;825;p10"/>
          <p:cNvSpPr txBox="1"/>
          <p:nvPr>
            <p:ph type="title"/>
          </p:nvPr>
        </p:nvSpPr>
        <p:spPr>
          <a:xfrm>
            <a:off x="6247900"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Storytelling</a:t>
            </a:r>
            <a:endParaRPr sz="2000"/>
          </a:p>
        </p:txBody>
      </p:sp>
      <p:sp>
        <p:nvSpPr>
          <p:cNvPr id="826" name="Google Shape;826;p10"/>
          <p:cNvSpPr txBox="1"/>
          <p:nvPr>
            <p:ph type="title"/>
          </p:nvPr>
        </p:nvSpPr>
        <p:spPr>
          <a:xfrm>
            <a:off x="889350" y="4671050"/>
            <a:ext cx="8188200" cy="572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000"/>
              <a:buNone/>
            </a:pPr>
            <a:r>
              <a:rPr b="0" lang="en" sz="1300"/>
              <a:t>Source: Edwin Chen, Data Scientist.</a:t>
            </a:r>
            <a:endParaRPr b="0" sz="1300"/>
          </a:p>
        </p:txBody>
      </p:sp>
      <p:sp>
        <p:nvSpPr>
          <p:cNvPr id="827" name="Google Shape;827;p1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To sum up...</a:t>
            </a:r>
            <a:endParaRPr/>
          </a:p>
        </p:txBody>
      </p:sp>
      <p:sp>
        <p:nvSpPr>
          <p:cNvPr id="828" name="Google Shape;828;p10"/>
          <p:cNvSpPr txBox="1"/>
          <p:nvPr>
            <p:ph type="title"/>
          </p:nvPr>
        </p:nvSpPr>
        <p:spPr>
          <a:xfrm>
            <a:off x="789425" y="10987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0" lang="en" sz="2000"/>
              <a:t>Data science is based on:</a:t>
            </a:r>
            <a:endParaRPr b="0" sz="2000"/>
          </a:p>
        </p:txBody>
      </p:sp>
      <p:sp>
        <p:nvSpPr>
          <p:cNvPr id="829" name="Google Shape;829;p10"/>
          <p:cNvSpPr txBox="1"/>
          <p:nvPr>
            <p:ph type="title"/>
          </p:nvPr>
        </p:nvSpPr>
        <p:spPr>
          <a:xfrm>
            <a:off x="889350" y="293890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Analytical component</a:t>
            </a:r>
            <a:endParaRPr sz="2000"/>
          </a:p>
        </p:txBody>
      </p:sp>
      <p:sp>
        <p:nvSpPr>
          <p:cNvPr id="830" name="Google Shape;830;p10"/>
          <p:cNvSpPr txBox="1"/>
          <p:nvPr>
            <p:ph type="title"/>
          </p:nvPr>
        </p:nvSpPr>
        <p:spPr>
          <a:xfrm>
            <a:off x="3568625"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Programming</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11"/>
          <p:cNvSpPr/>
          <p:nvPr/>
        </p:nvSpPr>
        <p:spPr>
          <a:xfrm>
            <a:off x="547325" y="1947350"/>
            <a:ext cx="8188200" cy="2723700"/>
          </a:xfrm>
          <a:prstGeom prst="roundRect">
            <a:avLst>
              <a:gd fmla="val 16667" name="adj"/>
            </a:avLst>
          </a:prstGeom>
          <a:solidFill>
            <a:srgbClr val="D7DFE5">
              <a:alpha val="6549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11"/>
          <p:cNvSpPr/>
          <p:nvPr/>
        </p:nvSpPr>
        <p:spPr>
          <a:xfrm>
            <a:off x="720000" y="2232050"/>
            <a:ext cx="2484300" cy="21543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11"/>
          <p:cNvSpPr/>
          <p:nvPr/>
        </p:nvSpPr>
        <p:spPr>
          <a:xfrm>
            <a:off x="3399275" y="2232050"/>
            <a:ext cx="2484300" cy="2154300"/>
          </a:xfrm>
          <a:prstGeom prst="rect">
            <a:avLst/>
          </a:prstGeom>
          <a:solidFill>
            <a:srgbClr val="5F819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11"/>
          <p:cNvSpPr/>
          <p:nvPr/>
        </p:nvSpPr>
        <p:spPr>
          <a:xfrm>
            <a:off x="6078550" y="2232050"/>
            <a:ext cx="2484300" cy="2154300"/>
          </a:xfrm>
          <a:prstGeom prst="rect">
            <a:avLst/>
          </a:prstGeom>
          <a:solidFill>
            <a:srgbClr val="00C3B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11"/>
          <p:cNvSpPr txBox="1"/>
          <p:nvPr/>
        </p:nvSpPr>
        <p:spPr>
          <a:xfrm>
            <a:off x="8481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01</a:t>
            </a:r>
            <a:endParaRPr b="1" i="0" sz="2500" u="none" cap="none" strike="noStrike">
              <a:solidFill>
                <a:schemeClr val="dk1"/>
              </a:solidFill>
              <a:latin typeface="Poppins"/>
              <a:ea typeface="Poppins"/>
              <a:cs typeface="Poppins"/>
              <a:sym typeface="Poppins"/>
            </a:endParaRPr>
          </a:p>
        </p:txBody>
      </p:sp>
      <p:sp>
        <p:nvSpPr>
          <p:cNvPr id="840" name="Google Shape;840;p11"/>
          <p:cNvSpPr txBox="1"/>
          <p:nvPr/>
        </p:nvSpPr>
        <p:spPr>
          <a:xfrm>
            <a:off x="3557225"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02</a:t>
            </a:r>
            <a:endParaRPr b="1" i="0" sz="2500" u="none" cap="none" strike="noStrike">
              <a:solidFill>
                <a:schemeClr val="dk1"/>
              </a:solidFill>
              <a:latin typeface="Poppins"/>
              <a:ea typeface="Poppins"/>
              <a:cs typeface="Poppins"/>
              <a:sym typeface="Poppins"/>
            </a:endParaRPr>
          </a:p>
        </p:txBody>
      </p:sp>
      <p:sp>
        <p:nvSpPr>
          <p:cNvPr id="841" name="Google Shape;841;p11"/>
          <p:cNvSpPr txBox="1"/>
          <p:nvPr/>
        </p:nvSpPr>
        <p:spPr>
          <a:xfrm>
            <a:off x="6149350" y="2348425"/>
            <a:ext cx="1136400" cy="50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1" i="0" lang="en" sz="2500" u="none" cap="none" strike="noStrike">
                <a:solidFill>
                  <a:schemeClr val="dk1"/>
                </a:solidFill>
                <a:latin typeface="Poppins"/>
                <a:ea typeface="Poppins"/>
                <a:cs typeface="Poppins"/>
                <a:sym typeface="Poppins"/>
              </a:rPr>
              <a:t>03</a:t>
            </a:r>
            <a:endParaRPr b="1" i="0" sz="2500" u="none" cap="none" strike="noStrike">
              <a:solidFill>
                <a:schemeClr val="dk1"/>
              </a:solidFill>
              <a:latin typeface="Poppins"/>
              <a:ea typeface="Poppins"/>
              <a:cs typeface="Poppins"/>
              <a:sym typeface="Poppins"/>
            </a:endParaRPr>
          </a:p>
        </p:txBody>
      </p:sp>
      <p:sp>
        <p:nvSpPr>
          <p:cNvPr id="842" name="Google Shape;842;p11"/>
          <p:cNvSpPr txBox="1"/>
          <p:nvPr>
            <p:ph type="title"/>
          </p:nvPr>
        </p:nvSpPr>
        <p:spPr>
          <a:xfrm>
            <a:off x="6247900" y="2766175"/>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b="0" lang="en" sz="1800"/>
              <a:t>To intuitively communicate to others what the data tells us</a:t>
            </a:r>
            <a:endParaRPr b="0" sz="1800"/>
          </a:p>
        </p:txBody>
      </p:sp>
      <p:sp>
        <p:nvSpPr>
          <p:cNvPr id="843" name="Google Shape;843;p11"/>
          <p:cNvSpPr txBox="1"/>
          <p:nvPr>
            <p:ph type="title"/>
          </p:nvPr>
        </p:nvSpPr>
        <p:spPr>
          <a:xfrm>
            <a:off x="889350" y="4671050"/>
            <a:ext cx="8188200" cy="572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3000"/>
              <a:buNone/>
            </a:pPr>
            <a:r>
              <a:rPr b="0" lang="en" sz="1300"/>
              <a:t>Source: Edwin Chen, Data Scientist.</a:t>
            </a:r>
            <a:endParaRPr b="0" sz="1300"/>
          </a:p>
        </p:txBody>
      </p:sp>
      <p:sp>
        <p:nvSpPr>
          <p:cNvPr id="844" name="Google Shape;844;p11"/>
          <p:cNvSpPr txBox="1"/>
          <p:nvPr>
            <p:ph type="title"/>
          </p:nvPr>
        </p:nvSpPr>
        <p:spPr>
          <a:xfrm>
            <a:off x="889350" y="293890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Analytical component</a:t>
            </a:r>
            <a:endParaRPr sz="2000"/>
          </a:p>
        </p:txBody>
      </p:sp>
      <p:sp>
        <p:nvSpPr>
          <p:cNvPr id="845" name="Google Shape;845;p11"/>
          <p:cNvSpPr txBox="1"/>
          <p:nvPr>
            <p:ph type="title"/>
          </p:nvPr>
        </p:nvSpPr>
        <p:spPr>
          <a:xfrm>
            <a:off x="3568625" y="3022850"/>
            <a:ext cx="2145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3000"/>
              <a:buNone/>
            </a:pPr>
            <a:r>
              <a:rPr lang="en" sz="2000"/>
              <a:t>Programming</a:t>
            </a:r>
            <a:endParaRPr sz="2000"/>
          </a:p>
        </p:txBody>
      </p:sp>
      <p:sp>
        <p:nvSpPr>
          <p:cNvPr id="846" name="Google Shape;846;p1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To sum up...</a:t>
            </a:r>
            <a:endParaRPr/>
          </a:p>
        </p:txBody>
      </p:sp>
      <p:sp>
        <p:nvSpPr>
          <p:cNvPr id="847" name="Google Shape;847;p11"/>
          <p:cNvSpPr txBox="1"/>
          <p:nvPr>
            <p:ph type="title"/>
          </p:nvPr>
        </p:nvSpPr>
        <p:spPr>
          <a:xfrm>
            <a:off x="789425" y="10987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b="0" lang="en" sz="2000"/>
              <a:t>Data science is based on:</a:t>
            </a:r>
            <a:endParaRPr b="0"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i="1" lang="en"/>
              <a:t>Data Scientist</a:t>
            </a:r>
            <a:endParaRPr i="1"/>
          </a:p>
        </p:txBody>
      </p:sp>
      <p:sp>
        <p:nvSpPr>
          <p:cNvPr id="853" name="Google Shape;853;p12"/>
          <p:cNvSpPr txBox="1"/>
          <p:nvPr>
            <p:ph idx="4294967295" type="subTitle"/>
          </p:nvPr>
        </p:nvSpPr>
        <p:spPr>
          <a:xfrm>
            <a:off x="417150" y="1120600"/>
            <a:ext cx="8309700" cy="1671000"/>
          </a:xfrm>
          <a:prstGeom prst="rect">
            <a:avLst/>
          </a:prstGeom>
          <a:solidFill>
            <a:srgbClr val="0A244F"/>
          </a:solidFill>
          <a:ln>
            <a:noFill/>
          </a:ln>
        </p:spPr>
        <p:txBody>
          <a:bodyPr anchorCtr="0" anchor="t" bIns="91425" lIns="91425" spcFirstLastPara="1" rIns="91425" wrap="square" tIns="91425">
            <a:noAutofit/>
          </a:bodyPr>
          <a:lstStyle/>
          <a:p>
            <a:pPr indent="-317500" lvl="0" marL="457200" marR="0" rtl="0" algn="just">
              <a:lnSpc>
                <a:spcPct val="115000"/>
              </a:lnSpc>
              <a:spcBef>
                <a:spcPts val="0"/>
              </a:spcBef>
              <a:spcAft>
                <a:spcPts val="0"/>
              </a:spcAft>
              <a:buClr>
                <a:schemeClr val="dk1"/>
              </a:buClr>
              <a:buSzPts val="1400"/>
              <a:buFont typeface="Poppins"/>
              <a:buChar char="●"/>
            </a:pPr>
            <a:r>
              <a:rPr b="1" i="0" lang="en" sz="1400" u="none" cap="none" strike="noStrike">
                <a:solidFill>
                  <a:schemeClr val="dk1"/>
                </a:solidFill>
                <a:latin typeface="Poppins"/>
                <a:ea typeface="Poppins"/>
                <a:cs typeface="Poppins"/>
                <a:sym typeface="Poppins"/>
              </a:rPr>
              <a:t>“</a:t>
            </a:r>
            <a:r>
              <a:rPr b="0" i="0" lang="en" sz="1400" u="none" cap="none" strike="noStrike">
                <a:solidFill>
                  <a:schemeClr val="dk1"/>
                </a:solidFill>
                <a:latin typeface="Poppins"/>
                <a:ea typeface="Poppins"/>
                <a:cs typeface="Poppins"/>
                <a:sym typeface="Poppins"/>
              </a:rPr>
              <a:t>Data Scientist (n.)</a:t>
            </a:r>
            <a:r>
              <a:rPr b="1" i="0" lang="en" sz="1400" u="none" cap="none" strike="noStrike">
                <a:solidFill>
                  <a:schemeClr val="dk1"/>
                </a:solidFill>
                <a:latin typeface="Poppins"/>
                <a:ea typeface="Poppins"/>
                <a:cs typeface="Poppins"/>
                <a:sym typeface="Poppins"/>
              </a:rPr>
              <a:t>: Person who is better at statistics than any software engineer and better at software engineering than any statistician.” </a:t>
            </a:r>
            <a:r>
              <a:rPr b="0" i="0" lang="en" sz="1400" u="none" cap="none" strike="noStrike">
                <a:solidFill>
                  <a:schemeClr val="dk1"/>
                </a:solidFill>
                <a:latin typeface="Poppins"/>
                <a:ea typeface="Poppins"/>
                <a:cs typeface="Poppins"/>
                <a:sym typeface="Poppins"/>
              </a:rPr>
              <a:t>―Josh Wills, Director of Data Engineering at Slack</a:t>
            </a:r>
            <a:endParaRPr b="0" i="0" sz="1400" u="none" cap="none" strike="noStrike">
              <a:solidFill>
                <a:schemeClr val="dk1"/>
              </a:solidFill>
              <a:latin typeface="Poppins"/>
              <a:ea typeface="Poppins"/>
              <a:cs typeface="Poppins"/>
              <a:sym typeface="Poppins"/>
            </a:endParaRPr>
          </a:p>
          <a:p>
            <a:pPr indent="0" lvl="0" marL="457200" marR="0" rtl="0" algn="just">
              <a:lnSpc>
                <a:spcPct val="115000"/>
              </a:lnSpc>
              <a:spcBef>
                <a:spcPts val="0"/>
              </a:spcBef>
              <a:spcAft>
                <a:spcPts val="0"/>
              </a:spcAft>
              <a:buClr>
                <a:schemeClr val="dk1"/>
              </a:buClr>
              <a:buSzPts val="1400"/>
              <a:buFont typeface="Poppins"/>
              <a:buNone/>
            </a:pPr>
            <a:r>
              <a:t/>
            </a:r>
            <a:endParaRPr b="1" i="0" sz="1400" u="none" cap="none" strike="noStrike">
              <a:solidFill>
                <a:schemeClr val="dk1"/>
              </a:solidFill>
              <a:latin typeface="Poppins"/>
              <a:ea typeface="Poppins"/>
              <a:cs typeface="Poppins"/>
              <a:sym typeface="Poppins"/>
            </a:endParaRPr>
          </a:p>
          <a:p>
            <a:pPr indent="-317500" lvl="0" marL="457200" marR="0" rtl="0" algn="just">
              <a:lnSpc>
                <a:spcPct val="115000"/>
              </a:lnSpc>
              <a:spcBef>
                <a:spcPts val="0"/>
              </a:spcBef>
              <a:spcAft>
                <a:spcPts val="0"/>
              </a:spcAft>
              <a:buClr>
                <a:schemeClr val="dk1"/>
              </a:buClr>
              <a:buSzPts val="1400"/>
              <a:buFont typeface="Poppins"/>
              <a:buChar char="●"/>
            </a:pPr>
            <a:r>
              <a:rPr b="1" i="0" lang="en" sz="1400" u="none" cap="none" strike="noStrike">
                <a:solidFill>
                  <a:schemeClr val="dk1"/>
                </a:solidFill>
                <a:latin typeface="Poppins"/>
                <a:ea typeface="Poppins"/>
                <a:cs typeface="Poppins"/>
                <a:sym typeface="Poppins"/>
              </a:rPr>
              <a:t>“</a:t>
            </a:r>
            <a:r>
              <a:rPr b="0" i="0" lang="en" sz="1400" u="none" cap="none" strike="noStrike">
                <a:solidFill>
                  <a:schemeClr val="dk1"/>
                </a:solidFill>
                <a:latin typeface="Poppins"/>
                <a:ea typeface="Poppins"/>
                <a:cs typeface="Poppins"/>
                <a:sym typeface="Poppins"/>
              </a:rPr>
              <a:t>As data scientists, our job is to</a:t>
            </a:r>
            <a:r>
              <a:rPr b="1" i="0" lang="en" sz="1400" u="none" cap="none" strike="noStrike">
                <a:solidFill>
                  <a:schemeClr val="dk1"/>
                </a:solidFill>
                <a:latin typeface="Poppins"/>
                <a:ea typeface="Poppins"/>
                <a:cs typeface="Poppins"/>
                <a:sym typeface="Poppins"/>
              </a:rPr>
              <a:t> extract signal from noise.”</a:t>
            </a:r>
            <a:r>
              <a:rPr b="0" i="0" lang="en" sz="1400" u="none" cap="none" strike="noStrike">
                <a:solidFill>
                  <a:schemeClr val="dk1"/>
                </a:solidFill>
                <a:latin typeface="Poppins"/>
                <a:ea typeface="Poppins"/>
                <a:cs typeface="Poppins"/>
                <a:sym typeface="Poppins"/>
              </a:rPr>
              <a:t> ―Daniel Tunkelang, Consultant/Advisor</a:t>
            </a:r>
            <a:endParaRPr b="0" i="0" sz="1400" u="none" cap="none" strike="noStrike">
              <a:solidFill>
                <a:schemeClr val="dk1"/>
              </a:solidFill>
              <a:latin typeface="Poppins"/>
              <a:ea typeface="Poppins"/>
              <a:cs typeface="Poppins"/>
              <a:sym typeface="Poppins"/>
            </a:endParaRPr>
          </a:p>
        </p:txBody>
      </p:sp>
      <p:sp>
        <p:nvSpPr>
          <p:cNvPr id="854" name="Google Shape;854;p12"/>
          <p:cNvSpPr txBox="1"/>
          <p:nvPr/>
        </p:nvSpPr>
        <p:spPr>
          <a:xfrm>
            <a:off x="380225" y="1555000"/>
            <a:ext cx="2590200" cy="80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pic>
        <p:nvPicPr>
          <p:cNvPr id="855" name="Google Shape;855;p12"/>
          <p:cNvPicPr preferRelativeResize="0"/>
          <p:nvPr/>
        </p:nvPicPr>
        <p:blipFill rotWithShape="1">
          <a:blip r:embed="rId3">
            <a:alphaModFix/>
          </a:blip>
          <a:srcRect b="0" l="0" r="0" t="0"/>
          <a:stretch/>
        </p:blipFill>
        <p:spPr>
          <a:xfrm>
            <a:off x="2625550" y="2894475"/>
            <a:ext cx="4054642" cy="20471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3"/>
          <p:cNvSpPr txBox="1"/>
          <p:nvPr>
            <p:ph type="title"/>
          </p:nvPr>
        </p:nvSpPr>
        <p:spPr>
          <a:xfrm>
            <a:off x="720000" y="445025"/>
            <a:ext cx="5006400" cy="15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Practical Applications of Data Science</a:t>
            </a:r>
            <a:endParaRPr/>
          </a:p>
        </p:txBody>
      </p:sp>
      <p:sp>
        <p:nvSpPr>
          <p:cNvPr id="861" name="Google Shape;861;p13"/>
          <p:cNvSpPr txBox="1"/>
          <p:nvPr>
            <p:ph idx="1" type="subTitle"/>
          </p:nvPr>
        </p:nvSpPr>
        <p:spPr>
          <a:xfrm>
            <a:off x="720000" y="1414925"/>
            <a:ext cx="4294800" cy="40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600"/>
              <a:buNone/>
            </a:pPr>
            <a:r>
              <a:rPr lang="en"/>
              <a:t>Real-world examples in work fields</a:t>
            </a:r>
            <a:endParaRPr/>
          </a:p>
        </p:txBody>
      </p:sp>
      <p:grpSp>
        <p:nvGrpSpPr>
          <p:cNvPr id="862" name="Google Shape;862;p13"/>
          <p:cNvGrpSpPr/>
          <p:nvPr/>
        </p:nvGrpSpPr>
        <p:grpSpPr>
          <a:xfrm>
            <a:off x="5726349" y="445024"/>
            <a:ext cx="2577275" cy="1833510"/>
            <a:chOff x="781874" y="1294774"/>
            <a:chExt cx="2577275" cy="1833510"/>
          </a:xfrm>
        </p:grpSpPr>
        <p:sp>
          <p:nvSpPr>
            <p:cNvPr id="863" name="Google Shape;863;p13"/>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13"/>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13"/>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13"/>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13"/>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13"/>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13"/>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p13"/>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1" name="Google Shape;871;p13"/>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2" name="Google Shape;872;p13"/>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73" name="Google Shape;873;p13"/>
          <p:cNvGrpSpPr/>
          <p:nvPr/>
        </p:nvGrpSpPr>
        <p:grpSpPr>
          <a:xfrm>
            <a:off x="6483389" y="2806055"/>
            <a:ext cx="936510" cy="688006"/>
            <a:chOff x="3235964" y="2587955"/>
            <a:chExt cx="936510" cy="688006"/>
          </a:xfrm>
        </p:grpSpPr>
        <p:sp>
          <p:nvSpPr>
            <p:cNvPr id="874" name="Google Shape;874;p13"/>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5" name="Google Shape;875;p13"/>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76" name="Google Shape;876;p13"/>
          <p:cNvGrpSpPr/>
          <p:nvPr/>
        </p:nvGrpSpPr>
        <p:grpSpPr>
          <a:xfrm>
            <a:off x="7786678" y="2810729"/>
            <a:ext cx="935946" cy="1829202"/>
            <a:chOff x="4738303" y="2514629"/>
            <a:chExt cx="935946" cy="1829202"/>
          </a:xfrm>
        </p:grpSpPr>
        <p:sp>
          <p:nvSpPr>
            <p:cNvPr id="877" name="Google Shape;877;p13"/>
            <p:cNvSpPr/>
            <p:nvPr/>
          </p:nvSpPr>
          <p:spPr>
            <a:xfrm rot="10800000">
              <a:off x="5149249" y="2740318"/>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13"/>
            <p:cNvSpPr/>
            <p:nvPr/>
          </p:nvSpPr>
          <p:spPr>
            <a:xfrm rot="10800000">
              <a:off x="4739611" y="297128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13"/>
            <p:cNvSpPr/>
            <p:nvPr/>
          </p:nvSpPr>
          <p:spPr>
            <a:xfrm rot="10800000">
              <a:off x="4738303" y="251462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0" name="Google Shape;880;p13"/>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1" name="Google Shape;881;p13"/>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2" name="Google Shape;882;p13"/>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83" name="Google Shape;883;p13"/>
          <p:cNvGrpSpPr/>
          <p:nvPr/>
        </p:nvGrpSpPr>
        <p:grpSpPr>
          <a:xfrm>
            <a:off x="5480799" y="3832449"/>
            <a:ext cx="1345775" cy="914755"/>
            <a:chOff x="2264799" y="3654374"/>
            <a:chExt cx="1345775" cy="914755"/>
          </a:xfrm>
        </p:grpSpPr>
        <p:sp>
          <p:nvSpPr>
            <p:cNvPr id="884" name="Google Shape;884;p13"/>
            <p:cNvSpPr/>
            <p:nvPr/>
          </p:nvSpPr>
          <p:spPr>
            <a:xfrm rot="10800000">
              <a:off x="3085574" y="38800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p13"/>
            <p:cNvSpPr/>
            <p:nvPr/>
          </p:nvSpPr>
          <p:spPr>
            <a:xfrm rot="10800000">
              <a:off x="2675936" y="41110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6" name="Google Shape;886;p13"/>
            <p:cNvSpPr/>
            <p:nvPr/>
          </p:nvSpPr>
          <p:spPr>
            <a:xfrm rot="10800000">
              <a:off x="2674628" y="36543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p13"/>
            <p:cNvSpPr/>
            <p:nvPr/>
          </p:nvSpPr>
          <p:spPr>
            <a:xfrm rot="10800000">
              <a:off x="2264799" y="38841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888" name="Google Shape;888;p13"/>
          <p:cNvPicPr preferRelativeResize="0"/>
          <p:nvPr/>
        </p:nvPicPr>
        <p:blipFill rotWithShape="1">
          <a:blip r:embed="rId3">
            <a:alphaModFix/>
          </a:blip>
          <a:srcRect b="43776" l="0" r="0" t="0"/>
          <a:stretch/>
        </p:blipFill>
        <p:spPr>
          <a:xfrm>
            <a:off x="0" y="2375450"/>
            <a:ext cx="9144000" cy="2891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14"/>
          <p:cNvSpPr txBox="1"/>
          <p:nvPr>
            <p:ph type="title"/>
          </p:nvPr>
        </p:nvSpPr>
        <p:spPr>
          <a:xfrm>
            <a:off x="267775" y="223600"/>
            <a:ext cx="4339500" cy="550200"/>
          </a:xfrm>
          <a:prstGeom prst="rect">
            <a:avLst/>
          </a:prstGeom>
          <a:solidFill>
            <a:srgbClr val="7994A9">
              <a:alpha val="64313"/>
            </a:srgbClr>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3000"/>
              <a:buNone/>
            </a:pPr>
            <a:r>
              <a:rPr lang="en" sz="2400"/>
              <a:t>Macroeconomic Analysis</a:t>
            </a:r>
            <a:endParaRPr sz="2400"/>
          </a:p>
          <a:p>
            <a:pPr indent="0" lvl="0" marL="0" rtl="0" algn="l">
              <a:lnSpc>
                <a:spcPct val="100000"/>
              </a:lnSpc>
              <a:spcBef>
                <a:spcPts val="1200"/>
              </a:spcBef>
              <a:spcAft>
                <a:spcPts val="0"/>
              </a:spcAft>
              <a:buSzPts val="3000"/>
              <a:buNone/>
            </a:pPr>
            <a:r>
              <a:t/>
            </a:r>
            <a:endParaRPr sz="2400"/>
          </a:p>
        </p:txBody>
      </p:sp>
      <p:grpSp>
        <p:nvGrpSpPr>
          <p:cNvPr id="894" name="Google Shape;894;p14"/>
          <p:cNvGrpSpPr/>
          <p:nvPr/>
        </p:nvGrpSpPr>
        <p:grpSpPr>
          <a:xfrm>
            <a:off x="5726349" y="445024"/>
            <a:ext cx="2577275" cy="1833510"/>
            <a:chOff x="781874" y="1294774"/>
            <a:chExt cx="2577275" cy="1833510"/>
          </a:xfrm>
        </p:grpSpPr>
        <p:sp>
          <p:nvSpPr>
            <p:cNvPr id="895" name="Google Shape;895;p14"/>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14"/>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7" name="Google Shape;897;p14"/>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p14"/>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p14"/>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p14"/>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p14"/>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2" name="Google Shape;902;p14"/>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3" name="Google Shape;903;p14"/>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p14"/>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5" name="Google Shape;905;p14"/>
          <p:cNvGrpSpPr/>
          <p:nvPr/>
        </p:nvGrpSpPr>
        <p:grpSpPr>
          <a:xfrm>
            <a:off x="6483389" y="2806055"/>
            <a:ext cx="936510" cy="688006"/>
            <a:chOff x="3235964" y="2587955"/>
            <a:chExt cx="936510" cy="688006"/>
          </a:xfrm>
        </p:grpSpPr>
        <p:sp>
          <p:nvSpPr>
            <p:cNvPr id="906" name="Google Shape;906;p14"/>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p14"/>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08" name="Google Shape;908;p14"/>
          <p:cNvGrpSpPr/>
          <p:nvPr/>
        </p:nvGrpSpPr>
        <p:grpSpPr>
          <a:xfrm>
            <a:off x="7786678" y="2810729"/>
            <a:ext cx="935946" cy="1829202"/>
            <a:chOff x="4738303" y="2514629"/>
            <a:chExt cx="935946" cy="1829202"/>
          </a:xfrm>
        </p:grpSpPr>
        <p:sp>
          <p:nvSpPr>
            <p:cNvPr id="909" name="Google Shape;909;p14"/>
            <p:cNvSpPr/>
            <p:nvPr/>
          </p:nvSpPr>
          <p:spPr>
            <a:xfrm rot="10800000">
              <a:off x="5149249" y="2740318"/>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14"/>
            <p:cNvSpPr/>
            <p:nvPr/>
          </p:nvSpPr>
          <p:spPr>
            <a:xfrm rot="10800000">
              <a:off x="4739611" y="297128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1" name="Google Shape;911;p14"/>
            <p:cNvSpPr/>
            <p:nvPr/>
          </p:nvSpPr>
          <p:spPr>
            <a:xfrm rot="10800000">
              <a:off x="4738303" y="251462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14"/>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14"/>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14"/>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15" name="Google Shape;915;p14"/>
          <p:cNvSpPr txBox="1"/>
          <p:nvPr>
            <p:ph type="title"/>
          </p:nvPr>
        </p:nvSpPr>
        <p:spPr>
          <a:xfrm>
            <a:off x="2528900" y="2692695"/>
            <a:ext cx="5177100" cy="550200"/>
          </a:xfrm>
          <a:prstGeom prst="rect">
            <a:avLst/>
          </a:prstGeom>
          <a:solidFill>
            <a:srgbClr val="7994A9">
              <a:alpha val="64313"/>
            </a:srgbClr>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2400"/>
              <a:t>Economic and social research </a:t>
            </a:r>
            <a:endParaRPr sz="2400"/>
          </a:p>
        </p:txBody>
      </p:sp>
      <p:sp>
        <p:nvSpPr>
          <p:cNvPr id="916" name="Google Shape;916;p14"/>
          <p:cNvSpPr txBox="1"/>
          <p:nvPr/>
        </p:nvSpPr>
        <p:spPr>
          <a:xfrm>
            <a:off x="329344" y="992324"/>
            <a:ext cx="9170400" cy="738900"/>
          </a:xfrm>
          <a:prstGeom prst="rect">
            <a:avLst/>
          </a:prstGeom>
          <a:noFill/>
          <a:ln>
            <a:noFill/>
          </a:ln>
        </p:spPr>
        <p:txBody>
          <a:bodyPr anchorCtr="0" anchor="t" bIns="45700" lIns="91425" spcFirstLastPara="1" rIns="91425" wrap="square" tIns="45700">
            <a:spAutoFit/>
          </a:bodyPr>
          <a:lstStyle/>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Analyze international trade data </a:t>
            </a:r>
            <a:endParaRPr b="0" i="0" sz="800" u="none" cap="none" strike="noStrike">
              <a:solidFill>
                <a:schemeClr val="dk1"/>
              </a:solidFill>
              <a:latin typeface="Poppins"/>
              <a:ea typeface="Poppins"/>
              <a:cs typeface="Poppins"/>
              <a:sym typeface="Poppins"/>
            </a:endParaRPr>
          </a:p>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National accounts from multiple countries </a:t>
            </a:r>
            <a:endParaRPr b="0" i="0" sz="800" u="none" cap="none" strike="noStrike">
              <a:solidFill>
                <a:schemeClr val="dk1"/>
              </a:solidFill>
              <a:latin typeface="Poppins"/>
              <a:ea typeface="Poppins"/>
              <a:cs typeface="Poppins"/>
              <a:sym typeface="Poppins"/>
            </a:endParaRPr>
          </a:p>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Indicators with high levels of disaggregation</a:t>
            </a:r>
            <a:endParaRPr b="0" i="0" sz="1400" u="none" cap="none" strike="noStrike">
              <a:solidFill>
                <a:schemeClr val="dk1"/>
              </a:solidFill>
              <a:latin typeface="Poppins"/>
              <a:ea typeface="Poppins"/>
              <a:cs typeface="Poppins"/>
              <a:sym typeface="Poppins"/>
            </a:endParaRPr>
          </a:p>
        </p:txBody>
      </p:sp>
      <p:sp>
        <p:nvSpPr>
          <p:cNvPr id="917" name="Google Shape;917;p14"/>
          <p:cNvSpPr/>
          <p:nvPr/>
        </p:nvSpPr>
        <p:spPr>
          <a:xfrm rot="5400000">
            <a:off x="845450" y="1504425"/>
            <a:ext cx="360000" cy="813600"/>
          </a:xfrm>
          <a:prstGeom prst="bentUpArrow">
            <a:avLst>
              <a:gd fmla="val 25000" name="adj1"/>
              <a:gd fmla="val 25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14"/>
          <p:cNvSpPr txBox="1"/>
          <p:nvPr/>
        </p:nvSpPr>
        <p:spPr>
          <a:xfrm>
            <a:off x="1571100" y="1728750"/>
            <a:ext cx="74778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oppins"/>
                <a:ea typeface="Poppins"/>
                <a:cs typeface="Poppins"/>
                <a:sym typeface="Poppins"/>
              </a:rPr>
              <a:t>UNComTrade API foreign trade data </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oppins"/>
                <a:ea typeface="Poppins"/>
                <a:cs typeface="Poppins"/>
                <a:sym typeface="Poppins"/>
              </a:rPr>
              <a:t>Estimation of development gaps </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Poppins"/>
                <a:ea typeface="Poppins"/>
                <a:cs typeface="Poppins"/>
                <a:sym typeface="Poppins"/>
              </a:rPr>
              <a:t>Estimation of tourism flows based on people mobility data</a:t>
            </a:r>
            <a:endParaRPr b="0" i="0" sz="1400" u="none" cap="none" strike="noStrike">
              <a:solidFill>
                <a:srgbClr val="000000"/>
              </a:solidFill>
              <a:latin typeface="Arial"/>
              <a:ea typeface="Arial"/>
              <a:cs typeface="Arial"/>
              <a:sym typeface="Arial"/>
            </a:endParaRPr>
          </a:p>
        </p:txBody>
      </p:sp>
      <p:sp>
        <p:nvSpPr>
          <p:cNvPr id="919" name="Google Shape;919;p14"/>
          <p:cNvSpPr txBox="1"/>
          <p:nvPr/>
        </p:nvSpPr>
        <p:spPr>
          <a:xfrm>
            <a:off x="2448200" y="3494050"/>
            <a:ext cx="5338500" cy="954300"/>
          </a:xfrm>
          <a:prstGeom prst="rect">
            <a:avLst/>
          </a:prstGeom>
          <a:noFill/>
          <a:ln>
            <a:noFill/>
          </a:ln>
        </p:spPr>
        <p:txBody>
          <a:bodyPr anchorCtr="0" anchor="t" bIns="45700" lIns="91425" spcFirstLastPara="1" rIns="91425" wrap="square" tIns="45700">
            <a:spAutoFit/>
          </a:bodyPr>
          <a:lstStyle/>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Management of household surveys, population censuses → ANOVA PNH, EUT, Discrimination </a:t>
            </a:r>
            <a:endParaRPr b="0" i="0" sz="400" u="none" cap="none" strike="noStrike">
              <a:solidFill>
                <a:schemeClr val="dk1"/>
              </a:solidFill>
              <a:latin typeface="Poppins"/>
              <a:ea typeface="Poppins"/>
              <a:cs typeface="Poppins"/>
              <a:sym typeface="Poppins"/>
            </a:endParaRPr>
          </a:p>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Victim monitoring, data collection by NGOs </a:t>
            </a:r>
            <a:endParaRPr b="0" i="0" sz="1400" u="none" cap="none" strike="noStrike">
              <a:solidFill>
                <a:schemeClr val="dk1"/>
              </a:solidFill>
              <a:latin typeface="Poppins"/>
              <a:ea typeface="Poppins"/>
              <a:cs typeface="Poppins"/>
              <a:sym typeface="Poppins"/>
            </a:endParaRPr>
          </a:p>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Satellite image analysis</a:t>
            </a:r>
            <a:endParaRPr b="0" i="0" sz="1400" u="none" cap="none" strike="noStrike">
              <a:solidFill>
                <a:schemeClr val="dk1"/>
              </a:solidFill>
              <a:latin typeface="Poppins"/>
              <a:ea typeface="Poppins"/>
              <a:cs typeface="Poppins"/>
              <a:sym typeface="Poppins"/>
            </a:endParaRPr>
          </a:p>
        </p:txBody>
      </p:sp>
      <p:pic>
        <p:nvPicPr>
          <p:cNvPr id="920" name="Google Shape;920;p14"/>
          <p:cNvPicPr preferRelativeResize="0"/>
          <p:nvPr/>
        </p:nvPicPr>
        <p:blipFill rotWithShape="1">
          <a:blip r:embed="rId3">
            <a:alphaModFix/>
          </a:blip>
          <a:srcRect b="0" l="0" r="0" t="0"/>
          <a:stretch/>
        </p:blipFill>
        <p:spPr>
          <a:xfrm>
            <a:off x="6120943" y="223599"/>
            <a:ext cx="2746007" cy="1829200"/>
          </a:xfrm>
          <a:prstGeom prst="rect">
            <a:avLst/>
          </a:prstGeom>
          <a:noFill/>
          <a:ln>
            <a:noFill/>
          </a:ln>
        </p:spPr>
      </p:pic>
      <p:sp>
        <p:nvSpPr>
          <p:cNvPr id="921" name="Google Shape;921;p14"/>
          <p:cNvSpPr/>
          <p:nvPr/>
        </p:nvSpPr>
        <p:spPr>
          <a:xfrm>
            <a:off x="127475" y="2582375"/>
            <a:ext cx="2244600" cy="2291400"/>
          </a:xfrm>
          <a:prstGeom prst="rect">
            <a:avLst/>
          </a:prstGeom>
          <a:solidFill>
            <a:srgbClr val="CFD9E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Business, intelligent, analysis, analytics, intelligence, smart icon -  Download on Iconfinder" id="922" name="Google Shape;922;p14"/>
          <p:cNvPicPr preferRelativeResize="0"/>
          <p:nvPr/>
        </p:nvPicPr>
        <p:blipFill rotWithShape="1">
          <a:blip r:embed="rId4">
            <a:alphaModFix/>
          </a:blip>
          <a:srcRect b="0" l="0" r="0" t="0"/>
          <a:stretch/>
        </p:blipFill>
        <p:spPr>
          <a:xfrm>
            <a:off x="176950" y="2675050"/>
            <a:ext cx="2118875" cy="211885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pic>
        <p:nvPicPr>
          <p:cNvPr id="927" name="Google Shape;927;p15"/>
          <p:cNvPicPr preferRelativeResize="0"/>
          <p:nvPr/>
        </p:nvPicPr>
        <p:blipFill rotWithShape="1">
          <a:blip r:embed="rId3">
            <a:alphaModFix/>
          </a:blip>
          <a:srcRect b="0" l="0" r="0" t="0"/>
          <a:stretch/>
        </p:blipFill>
        <p:spPr>
          <a:xfrm>
            <a:off x="2922775" y="288325"/>
            <a:ext cx="5638800" cy="4400550"/>
          </a:xfrm>
          <a:prstGeom prst="rect">
            <a:avLst/>
          </a:prstGeom>
          <a:noFill/>
          <a:ln>
            <a:noFill/>
          </a:ln>
        </p:spPr>
      </p:pic>
      <p:sp>
        <p:nvSpPr>
          <p:cNvPr id="928" name="Google Shape;928;p15"/>
          <p:cNvSpPr txBox="1"/>
          <p:nvPr/>
        </p:nvSpPr>
        <p:spPr>
          <a:xfrm>
            <a:off x="133425" y="763750"/>
            <a:ext cx="2590800" cy="2373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1200"/>
              </a:spcBef>
              <a:spcAft>
                <a:spcPts val="0"/>
              </a:spcAft>
              <a:buClr>
                <a:srgbClr val="000000"/>
              </a:buClr>
              <a:buSzPts val="1400"/>
              <a:buFont typeface="Arial"/>
              <a:buNone/>
            </a:pPr>
            <a:r>
              <a:rPr b="0" i="0" lang="en" sz="1400" u="none" cap="none" strike="noStrike">
                <a:solidFill>
                  <a:schemeClr val="dk1"/>
                </a:solidFill>
                <a:latin typeface="Poppins"/>
                <a:ea typeface="Poppins"/>
                <a:cs typeface="Poppins"/>
                <a:sym typeface="Poppins"/>
              </a:rPr>
              <a:t>Monitoring collection projects using dashboards in </a:t>
            </a:r>
            <a:r>
              <a:rPr b="1" i="0" lang="en" sz="1400" u="none" cap="none" strike="noStrike">
                <a:solidFill>
                  <a:schemeClr val="dk1"/>
                </a:solidFill>
                <a:latin typeface="Poppins"/>
                <a:ea typeface="Poppins"/>
                <a:cs typeface="Poppins"/>
                <a:sym typeface="Poppins"/>
              </a:rPr>
              <a:t>Google Looker Studio</a:t>
            </a:r>
            <a:endParaRPr b="1" i="0" sz="1400" u="none" cap="none" strike="noStrike">
              <a:solidFill>
                <a:schemeClr val="dk1"/>
              </a:solidFill>
              <a:latin typeface="Poppins"/>
              <a:ea typeface="Poppins"/>
              <a:cs typeface="Poppins"/>
              <a:sym typeface="Poppins"/>
            </a:endParaRPr>
          </a:p>
          <a:p>
            <a:pPr indent="0" lvl="0" marL="0" marR="0" rtl="0" algn="ctr">
              <a:lnSpc>
                <a:spcPct val="100000"/>
              </a:lnSpc>
              <a:spcBef>
                <a:spcPts val="1200"/>
              </a:spcBef>
              <a:spcAft>
                <a:spcPts val="0"/>
              </a:spcAft>
              <a:buClr>
                <a:srgbClr val="000000"/>
              </a:buClr>
              <a:buSzPts val="1400"/>
              <a:buFont typeface="Arial"/>
              <a:buNone/>
            </a:pPr>
            <a:r>
              <a:t/>
            </a:r>
            <a:endParaRPr b="0" i="0" sz="1400" u="none" cap="none" strike="noStrike">
              <a:solidFill>
                <a:schemeClr val="dk1"/>
              </a:solidFill>
              <a:latin typeface="Poppins"/>
              <a:ea typeface="Poppins"/>
              <a:cs typeface="Poppins"/>
              <a:sym typeface="Poppins"/>
            </a:endParaRPr>
          </a:p>
        </p:txBody>
      </p:sp>
      <p:sp>
        <p:nvSpPr>
          <p:cNvPr id="929" name="Google Shape;929;p15"/>
          <p:cNvSpPr/>
          <p:nvPr/>
        </p:nvSpPr>
        <p:spPr>
          <a:xfrm>
            <a:off x="1360875" y="1861475"/>
            <a:ext cx="135900" cy="6168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30" name="Google Shape;930;p15"/>
          <p:cNvSpPr txBox="1"/>
          <p:nvPr/>
        </p:nvSpPr>
        <p:spPr>
          <a:xfrm>
            <a:off x="248400" y="2687350"/>
            <a:ext cx="2352300" cy="1672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Poppins"/>
                <a:ea typeface="Poppins"/>
                <a:cs typeface="Poppins"/>
                <a:sym typeface="Poppins"/>
              </a:rPr>
              <a:t>Allows close monitoring of collection progress, with the aim of detecting patterns or anomalies to assess cases and apply required corrections </a:t>
            </a:r>
            <a:endParaRPr b="0" i="0" sz="1200" u="none" cap="none" strike="noStrike">
              <a:solidFill>
                <a:schemeClr val="dk1"/>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6"/>
          <p:cNvSpPr txBox="1"/>
          <p:nvPr>
            <p:ph type="title"/>
          </p:nvPr>
        </p:nvSpPr>
        <p:spPr>
          <a:xfrm>
            <a:off x="267775" y="223600"/>
            <a:ext cx="4339500" cy="550200"/>
          </a:xfrm>
          <a:prstGeom prst="rect">
            <a:avLst/>
          </a:prstGeom>
          <a:solidFill>
            <a:srgbClr val="7994A9">
              <a:alpha val="64313"/>
            </a:srgbClr>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3000"/>
              <a:buNone/>
            </a:pPr>
            <a:r>
              <a:rPr lang="en" sz="2400"/>
              <a:t>Financial Markets</a:t>
            </a:r>
            <a:endParaRPr sz="2400"/>
          </a:p>
        </p:txBody>
      </p:sp>
      <p:grpSp>
        <p:nvGrpSpPr>
          <p:cNvPr id="936" name="Google Shape;936;p16"/>
          <p:cNvGrpSpPr/>
          <p:nvPr/>
        </p:nvGrpSpPr>
        <p:grpSpPr>
          <a:xfrm>
            <a:off x="5726349" y="445024"/>
            <a:ext cx="2577275" cy="1833510"/>
            <a:chOff x="781874" y="1294774"/>
            <a:chExt cx="2577275" cy="1833510"/>
          </a:xfrm>
        </p:grpSpPr>
        <p:sp>
          <p:nvSpPr>
            <p:cNvPr id="937" name="Google Shape;937;p16"/>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p16"/>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16"/>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16"/>
            <p:cNvSpPr/>
            <p:nvPr/>
          </p:nvSpPr>
          <p:spPr>
            <a:xfrm rot="10800000">
              <a:off x="2013374" y="152450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p16"/>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p16"/>
            <p:cNvSpPr/>
            <p:nvPr/>
          </p:nvSpPr>
          <p:spPr>
            <a:xfrm rot="10800000">
              <a:off x="2008925" y="2444203"/>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3" name="Google Shape;943;p16"/>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16"/>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p16"/>
            <p:cNvSpPr/>
            <p:nvPr/>
          </p:nvSpPr>
          <p:spPr>
            <a:xfrm rot="10800000">
              <a:off x="1190767" y="244158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p16"/>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47" name="Google Shape;947;p16"/>
          <p:cNvGrpSpPr/>
          <p:nvPr/>
        </p:nvGrpSpPr>
        <p:grpSpPr>
          <a:xfrm>
            <a:off x="6483389" y="2806055"/>
            <a:ext cx="936510" cy="688006"/>
            <a:chOff x="3235964" y="2587955"/>
            <a:chExt cx="936510" cy="688006"/>
          </a:xfrm>
        </p:grpSpPr>
        <p:sp>
          <p:nvSpPr>
            <p:cNvPr id="948" name="Google Shape;948;p16"/>
            <p:cNvSpPr/>
            <p:nvPr/>
          </p:nvSpPr>
          <p:spPr>
            <a:xfrm rot="10800000">
              <a:off x="3647474" y="2587955"/>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16"/>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50" name="Google Shape;950;p16"/>
          <p:cNvGrpSpPr/>
          <p:nvPr/>
        </p:nvGrpSpPr>
        <p:grpSpPr>
          <a:xfrm>
            <a:off x="7786678" y="2810729"/>
            <a:ext cx="935946" cy="1829202"/>
            <a:chOff x="4738303" y="2514629"/>
            <a:chExt cx="935946" cy="1829202"/>
          </a:xfrm>
        </p:grpSpPr>
        <p:sp>
          <p:nvSpPr>
            <p:cNvPr id="951" name="Google Shape;951;p16"/>
            <p:cNvSpPr/>
            <p:nvPr/>
          </p:nvSpPr>
          <p:spPr>
            <a:xfrm rot="10800000">
              <a:off x="5149249" y="2740318"/>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16"/>
            <p:cNvSpPr/>
            <p:nvPr/>
          </p:nvSpPr>
          <p:spPr>
            <a:xfrm rot="10800000">
              <a:off x="4739611" y="297128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16"/>
            <p:cNvSpPr/>
            <p:nvPr/>
          </p:nvSpPr>
          <p:spPr>
            <a:xfrm rot="10800000">
              <a:off x="4738303" y="251462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16"/>
            <p:cNvSpPr/>
            <p:nvPr/>
          </p:nvSpPr>
          <p:spPr>
            <a:xfrm rot="10800000">
              <a:off x="5149225" y="3660116"/>
              <a:ext cx="525000" cy="458100"/>
            </a:xfrm>
            <a:prstGeom prst="hexagon">
              <a:avLst>
                <a:gd fmla="val 25000" name="adj"/>
                <a:gd fmla="val 115470" name="vf"/>
              </a:avLst>
            </a:prstGeom>
            <a:solidFill>
              <a:srgbClr val="FFFFFF">
                <a:alpha val="5764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16"/>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6" name="Google Shape;956;p16"/>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7" name="Google Shape;957;p16"/>
          <p:cNvSpPr txBox="1"/>
          <p:nvPr>
            <p:ph type="title"/>
          </p:nvPr>
        </p:nvSpPr>
        <p:spPr>
          <a:xfrm>
            <a:off x="2528900" y="2692688"/>
            <a:ext cx="5177100" cy="914700"/>
          </a:xfrm>
          <a:prstGeom prst="rect">
            <a:avLst/>
          </a:prstGeom>
          <a:solidFill>
            <a:srgbClr val="7994A9">
              <a:alpha val="64313"/>
            </a:srgbClr>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2400"/>
              <a:t>Business Intelligence (BI) and Advertising </a:t>
            </a:r>
            <a:endParaRPr sz="2400"/>
          </a:p>
        </p:txBody>
      </p:sp>
      <p:sp>
        <p:nvSpPr>
          <p:cNvPr id="958" name="Google Shape;958;p16"/>
          <p:cNvSpPr txBox="1"/>
          <p:nvPr/>
        </p:nvSpPr>
        <p:spPr>
          <a:xfrm>
            <a:off x="329344" y="992324"/>
            <a:ext cx="9170400" cy="1169700"/>
          </a:xfrm>
          <a:prstGeom prst="rect">
            <a:avLst/>
          </a:prstGeom>
          <a:noFill/>
          <a:ln>
            <a:noFill/>
          </a:ln>
        </p:spPr>
        <p:txBody>
          <a:bodyPr anchorCtr="0" anchor="t" bIns="45700" lIns="91425" spcFirstLastPara="1" rIns="91425" wrap="square" tIns="45700">
            <a:spAutoFit/>
          </a:bodyPr>
          <a:lstStyle/>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Market analysis </a:t>
            </a:r>
            <a:endParaRPr b="0" i="0" sz="1400" u="none" cap="none" strike="noStrike">
              <a:solidFill>
                <a:schemeClr val="dk1"/>
              </a:solidFill>
              <a:latin typeface="Poppins"/>
              <a:ea typeface="Poppins"/>
              <a:cs typeface="Poppins"/>
              <a:sym typeface="Poppins"/>
            </a:endParaRPr>
          </a:p>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Fraud detection </a:t>
            </a:r>
            <a:endParaRPr b="0" i="0" sz="1400" u="none" cap="none" strike="noStrike">
              <a:solidFill>
                <a:schemeClr val="dk1"/>
              </a:solidFill>
              <a:latin typeface="Poppins"/>
              <a:ea typeface="Poppins"/>
              <a:cs typeface="Poppins"/>
              <a:sym typeface="Poppins"/>
            </a:endParaRPr>
          </a:p>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Algorithmic trading </a:t>
            </a:r>
            <a:endParaRPr b="0" i="0" sz="1400" u="none" cap="none" strike="noStrike">
              <a:solidFill>
                <a:schemeClr val="dk1"/>
              </a:solidFill>
              <a:latin typeface="Poppins"/>
              <a:ea typeface="Poppins"/>
              <a:cs typeface="Poppins"/>
              <a:sym typeface="Poppins"/>
            </a:endParaRPr>
          </a:p>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Portfolio management and risk assessment </a:t>
            </a:r>
            <a:endParaRPr b="0" i="0" sz="1400" u="none" cap="none" strike="noStrike">
              <a:solidFill>
                <a:schemeClr val="dk1"/>
              </a:solidFill>
              <a:latin typeface="Poppins"/>
              <a:ea typeface="Poppins"/>
              <a:cs typeface="Poppins"/>
              <a:sym typeface="Poppins"/>
            </a:endParaRPr>
          </a:p>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Define and optimize trading strategies </a:t>
            </a:r>
            <a:endParaRPr b="0" i="0" sz="1400" u="none" cap="none" strike="noStrike">
              <a:solidFill>
                <a:schemeClr val="dk1"/>
              </a:solidFill>
              <a:latin typeface="Poppins"/>
              <a:ea typeface="Poppins"/>
              <a:cs typeface="Poppins"/>
              <a:sym typeface="Poppins"/>
            </a:endParaRPr>
          </a:p>
        </p:txBody>
      </p:sp>
      <p:sp>
        <p:nvSpPr>
          <p:cNvPr id="959" name="Google Shape;959;p16"/>
          <p:cNvSpPr txBox="1"/>
          <p:nvPr/>
        </p:nvSpPr>
        <p:spPr>
          <a:xfrm>
            <a:off x="2448200" y="3680600"/>
            <a:ext cx="5338500" cy="1231500"/>
          </a:xfrm>
          <a:prstGeom prst="rect">
            <a:avLst/>
          </a:prstGeom>
          <a:noFill/>
          <a:ln>
            <a:noFill/>
          </a:ln>
        </p:spPr>
        <p:txBody>
          <a:bodyPr anchorCtr="0" anchor="t" bIns="45700" lIns="91425" spcFirstLastPara="1" rIns="91425" wrap="square" tIns="45700">
            <a:spAutoFit/>
          </a:bodyPr>
          <a:lstStyle/>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Automate reports </a:t>
            </a:r>
            <a:endParaRPr b="0" i="0" sz="1400" u="none" cap="none" strike="noStrike">
              <a:solidFill>
                <a:schemeClr val="dk1"/>
              </a:solidFill>
              <a:latin typeface="Poppins"/>
              <a:ea typeface="Poppins"/>
              <a:cs typeface="Poppins"/>
              <a:sym typeface="Poppins"/>
            </a:endParaRPr>
          </a:p>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Unite customer databases </a:t>
            </a:r>
            <a:endParaRPr b="0" i="0" sz="1400" u="none" cap="none" strike="noStrike">
              <a:solidFill>
                <a:schemeClr val="dk1"/>
              </a:solidFill>
              <a:latin typeface="Poppins"/>
              <a:ea typeface="Poppins"/>
              <a:cs typeface="Poppins"/>
              <a:sym typeface="Poppins"/>
            </a:endParaRPr>
          </a:p>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Analyze sales, processes </a:t>
            </a:r>
            <a:endParaRPr b="0" i="0" sz="1400" u="none" cap="none" strike="noStrike">
              <a:solidFill>
                <a:schemeClr val="dk1"/>
              </a:solidFill>
              <a:latin typeface="Poppins"/>
              <a:ea typeface="Poppins"/>
              <a:cs typeface="Poppins"/>
              <a:sym typeface="Poppins"/>
            </a:endParaRPr>
          </a:p>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Define advertising strategies, focus efforts </a:t>
            </a:r>
            <a:endParaRPr b="0" i="0" sz="1400" u="none" cap="none" strike="noStrike">
              <a:solidFill>
                <a:schemeClr val="dk1"/>
              </a:solidFill>
              <a:latin typeface="Poppins"/>
              <a:ea typeface="Poppins"/>
              <a:cs typeface="Poppins"/>
              <a:sym typeface="Poppins"/>
            </a:endParaRPr>
          </a:p>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Personalize services</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400"/>
              <a:buFont typeface="Arial"/>
              <a:buNone/>
            </a:pPr>
            <a:r>
              <a:t/>
            </a:r>
            <a:endParaRPr b="0" i="0" sz="400" u="none" cap="none" strike="noStrike">
              <a:solidFill>
                <a:schemeClr val="dk1"/>
              </a:solidFill>
              <a:latin typeface="Poppins"/>
              <a:ea typeface="Poppins"/>
              <a:cs typeface="Poppins"/>
              <a:sym typeface="Poppins"/>
            </a:endParaRPr>
          </a:p>
        </p:txBody>
      </p:sp>
      <p:pic>
        <p:nvPicPr>
          <p:cNvPr id="960" name="Google Shape;960;p16"/>
          <p:cNvPicPr preferRelativeResize="0"/>
          <p:nvPr/>
        </p:nvPicPr>
        <p:blipFill rotWithShape="1">
          <a:blip r:embed="rId3">
            <a:alphaModFix/>
          </a:blip>
          <a:srcRect b="0" l="0" r="0" t="0"/>
          <a:stretch/>
        </p:blipFill>
        <p:spPr>
          <a:xfrm>
            <a:off x="6052893" y="447174"/>
            <a:ext cx="2746007" cy="1829200"/>
          </a:xfrm>
          <a:prstGeom prst="rect">
            <a:avLst/>
          </a:prstGeom>
          <a:noFill/>
          <a:ln>
            <a:noFill/>
          </a:ln>
        </p:spPr>
      </p:pic>
      <p:sp>
        <p:nvSpPr>
          <p:cNvPr id="961" name="Google Shape;961;p16"/>
          <p:cNvSpPr/>
          <p:nvPr/>
        </p:nvSpPr>
        <p:spPr>
          <a:xfrm>
            <a:off x="127475" y="2582375"/>
            <a:ext cx="2244600" cy="2291400"/>
          </a:xfrm>
          <a:prstGeom prst="rect">
            <a:avLst/>
          </a:prstGeom>
          <a:solidFill>
            <a:srgbClr val="CFD9E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Business, intelligent, analysis, analytics, intelligence, smart icon -  Download on Iconfinder" id="962" name="Google Shape;962;p16"/>
          <p:cNvPicPr preferRelativeResize="0"/>
          <p:nvPr/>
        </p:nvPicPr>
        <p:blipFill rotWithShape="1">
          <a:blip r:embed="rId4">
            <a:alphaModFix/>
          </a:blip>
          <a:srcRect b="0" l="0" r="0" t="0"/>
          <a:stretch/>
        </p:blipFill>
        <p:spPr>
          <a:xfrm>
            <a:off x="176950" y="2675050"/>
            <a:ext cx="2118875" cy="211885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7"/>
          <p:cNvSpPr txBox="1"/>
          <p:nvPr>
            <p:ph type="title"/>
          </p:nvPr>
        </p:nvSpPr>
        <p:spPr>
          <a:xfrm>
            <a:off x="267775" y="223600"/>
            <a:ext cx="4339500" cy="550200"/>
          </a:xfrm>
          <a:prstGeom prst="rect">
            <a:avLst/>
          </a:prstGeom>
          <a:solidFill>
            <a:srgbClr val="7994A9">
              <a:alpha val="64705"/>
            </a:srgbClr>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2400"/>
              <a:t>Health</a:t>
            </a:r>
            <a:endParaRPr sz="2400"/>
          </a:p>
        </p:txBody>
      </p:sp>
      <p:grpSp>
        <p:nvGrpSpPr>
          <p:cNvPr id="968" name="Google Shape;968;p17"/>
          <p:cNvGrpSpPr/>
          <p:nvPr/>
        </p:nvGrpSpPr>
        <p:grpSpPr>
          <a:xfrm>
            <a:off x="5726349" y="445024"/>
            <a:ext cx="2577275" cy="1833510"/>
            <a:chOff x="781874" y="1294774"/>
            <a:chExt cx="2577275" cy="1833510"/>
          </a:xfrm>
        </p:grpSpPr>
        <p:sp>
          <p:nvSpPr>
            <p:cNvPr id="969" name="Google Shape;969;p17"/>
            <p:cNvSpPr/>
            <p:nvPr/>
          </p:nvSpPr>
          <p:spPr>
            <a:xfrm rot="10800000">
              <a:off x="2834149" y="1520462"/>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17"/>
            <p:cNvSpPr/>
            <p:nvPr/>
          </p:nvSpPr>
          <p:spPr>
            <a:xfrm rot="10800000">
              <a:off x="2424511" y="175142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17"/>
            <p:cNvSpPr/>
            <p:nvPr/>
          </p:nvSpPr>
          <p:spPr>
            <a:xfrm rot="10800000">
              <a:off x="2423203" y="129477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17"/>
            <p:cNvSpPr/>
            <p:nvPr/>
          </p:nvSpPr>
          <p:spPr>
            <a:xfrm rot="10800000">
              <a:off x="2013374" y="152450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17"/>
            <p:cNvSpPr/>
            <p:nvPr/>
          </p:nvSpPr>
          <p:spPr>
            <a:xfrm rot="10800000">
              <a:off x="1601864" y="175441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17"/>
            <p:cNvSpPr/>
            <p:nvPr/>
          </p:nvSpPr>
          <p:spPr>
            <a:xfrm rot="10800000">
              <a:off x="2008925" y="2444203"/>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17"/>
            <p:cNvSpPr/>
            <p:nvPr/>
          </p:nvSpPr>
          <p:spPr>
            <a:xfrm rot="10800000">
              <a:off x="1599288" y="2669819"/>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17"/>
            <p:cNvSpPr/>
            <p:nvPr/>
          </p:nvSpPr>
          <p:spPr>
            <a:xfrm rot="10800000">
              <a:off x="1599288" y="2211855"/>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7" name="Google Shape;977;p17"/>
            <p:cNvSpPr/>
            <p:nvPr/>
          </p:nvSpPr>
          <p:spPr>
            <a:xfrm rot="10800000">
              <a:off x="1190767" y="244158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17"/>
            <p:cNvSpPr/>
            <p:nvPr/>
          </p:nvSpPr>
          <p:spPr>
            <a:xfrm rot="10800000">
              <a:off x="781874" y="2670184"/>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79" name="Google Shape;979;p17"/>
          <p:cNvGrpSpPr/>
          <p:nvPr/>
        </p:nvGrpSpPr>
        <p:grpSpPr>
          <a:xfrm>
            <a:off x="6483389" y="2806055"/>
            <a:ext cx="936510" cy="688006"/>
            <a:chOff x="3235964" y="2587955"/>
            <a:chExt cx="936510" cy="688006"/>
          </a:xfrm>
        </p:grpSpPr>
        <p:sp>
          <p:nvSpPr>
            <p:cNvPr id="980" name="Google Shape;980;p17"/>
            <p:cNvSpPr/>
            <p:nvPr/>
          </p:nvSpPr>
          <p:spPr>
            <a:xfrm rot="10800000">
              <a:off x="3647474" y="2587955"/>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17"/>
            <p:cNvSpPr/>
            <p:nvPr/>
          </p:nvSpPr>
          <p:spPr>
            <a:xfrm rot="10800000">
              <a:off x="3235964" y="281786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82" name="Google Shape;982;p17"/>
          <p:cNvGrpSpPr/>
          <p:nvPr/>
        </p:nvGrpSpPr>
        <p:grpSpPr>
          <a:xfrm>
            <a:off x="7786678" y="2810729"/>
            <a:ext cx="935946" cy="1829202"/>
            <a:chOff x="4738303" y="2514629"/>
            <a:chExt cx="935946" cy="1829202"/>
          </a:xfrm>
        </p:grpSpPr>
        <p:sp>
          <p:nvSpPr>
            <p:cNvPr id="983" name="Google Shape;983;p17"/>
            <p:cNvSpPr/>
            <p:nvPr/>
          </p:nvSpPr>
          <p:spPr>
            <a:xfrm rot="10800000">
              <a:off x="5149249" y="2740318"/>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17"/>
            <p:cNvSpPr/>
            <p:nvPr/>
          </p:nvSpPr>
          <p:spPr>
            <a:xfrm rot="10800000">
              <a:off x="4739611" y="2971284"/>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17"/>
            <p:cNvSpPr/>
            <p:nvPr/>
          </p:nvSpPr>
          <p:spPr>
            <a:xfrm rot="10800000">
              <a:off x="4738303" y="2514629"/>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17"/>
            <p:cNvSpPr/>
            <p:nvPr/>
          </p:nvSpPr>
          <p:spPr>
            <a:xfrm rot="10800000">
              <a:off x="5149225" y="3660116"/>
              <a:ext cx="525000" cy="458100"/>
            </a:xfrm>
            <a:prstGeom prst="hexagon">
              <a:avLst>
                <a:gd fmla="val 25000" name="adj"/>
                <a:gd fmla="val 115470" name="vf"/>
              </a:avLst>
            </a:prstGeom>
            <a:solidFill>
              <a:srgbClr val="FFFFFF">
                <a:alpha val="5803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17"/>
            <p:cNvSpPr/>
            <p:nvPr/>
          </p:nvSpPr>
          <p:spPr>
            <a:xfrm rot="10800000">
              <a:off x="4739588" y="3885731"/>
              <a:ext cx="525000" cy="458100"/>
            </a:xfrm>
            <a:prstGeom prst="hexagon">
              <a:avLst>
                <a:gd fmla="val 25000" name="adj"/>
                <a:gd fmla="val 115470" name="vf"/>
              </a:avLst>
            </a:prstGeom>
            <a:solidFill>
              <a:srgbClr val="FFFFFF">
                <a:alpha val="14509"/>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17"/>
            <p:cNvSpPr/>
            <p:nvPr/>
          </p:nvSpPr>
          <p:spPr>
            <a:xfrm rot="10800000">
              <a:off x="4739588" y="3427767"/>
              <a:ext cx="525000" cy="458100"/>
            </a:xfrm>
            <a:prstGeom prst="hexagon">
              <a:avLst>
                <a:gd fmla="val 25000" name="adj"/>
                <a:gd fmla="val 115470" name="vf"/>
              </a:avLst>
            </a:prstGeom>
            <a:solidFill>
              <a:srgbClr val="FFFFFF">
                <a:alpha val="2549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89" name="Google Shape;989;p17"/>
          <p:cNvSpPr txBox="1"/>
          <p:nvPr>
            <p:ph type="title"/>
          </p:nvPr>
        </p:nvSpPr>
        <p:spPr>
          <a:xfrm>
            <a:off x="2562325" y="2678875"/>
            <a:ext cx="5563800" cy="550200"/>
          </a:xfrm>
          <a:prstGeom prst="rect">
            <a:avLst/>
          </a:prstGeom>
          <a:solidFill>
            <a:srgbClr val="7994A9">
              <a:alpha val="64705"/>
            </a:srgbClr>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3000"/>
              <a:buNone/>
            </a:pPr>
            <a:r>
              <a:rPr lang="en" sz="2400"/>
              <a:t>Communications and Marketing</a:t>
            </a:r>
            <a:endParaRPr sz="2400"/>
          </a:p>
          <a:p>
            <a:pPr indent="0" lvl="0" marL="0" rtl="0" algn="l">
              <a:lnSpc>
                <a:spcPct val="100000"/>
              </a:lnSpc>
              <a:spcBef>
                <a:spcPts val="1200"/>
              </a:spcBef>
              <a:spcAft>
                <a:spcPts val="0"/>
              </a:spcAft>
              <a:buSzPts val="3000"/>
              <a:buNone/>
            </a:pPr>
            <a:r>
              <a:t/>
            </a:r>
            <a:endParaRPr sz="2400"/>
          </a:p>
          <a:p>
            <a:pPr indent="0" lvl="0" marL="0" rtl="0" algn="l">
              <a:lnSpc>
                <a:spcPct val="100000"/>
              </a:lnSpc>
              <a:spcBef>
                <a:spcPts val="0"/>
              </a:spcBef>
              <a:spcAft>
                <a:spcPts val="0"/>
              </a:spcAft>
              <a:buSzPts val="3000"/>
              <a:buNone/>
            </a:pPr>
            <a:r>
              <a:t/>
            </a:r>
            <a:endParaRPr sz="2400"/>
          </a:p>
          <a:p>
            <a:pPr indent="0" lvl="0" marL="0" rtl="0" algn="l">
              <a:lnSpc>
                <a:spcPct val="100000"/>
              </a:lnSpc>
              <a:spcBef>
                <a:spcPts val="0"/>
              </a:spcBef>
              <a:spcAft>
                <a:spcPts val="0"/>
              </a:spcAft>
              <a:buSzPts val="3000"/>
              <a:buNone/>
            </a:pPr>
            <a:r>
              <a:t/>
            </a:r>
            <a:endParaRPr sz="2400"/>
          </a:p>
        </p:txBody>
      </p:sp>
      <p:sp>
        <p:nvSpPr>
          <p:cNvPr id="990" name="Google Shape;990;p17"/>
          <p:cNvSpPr txBox="1"/>
          <p:nvPr/>
        </p:nvSpPr>
        <p:spPr>
          <a:xfrm>
            <a:off x="329348" y="916125"/>
            <a:ext cx="5397000" cy="1169700"/>
          </a:xfrm>
          <a:prstGeom prst="rect">
            <a:avLst/>
          </a:prstGeom>
          <a:noFill/>
          <a:ln>
            <a:noFill/>
          </a:ln>
        </p:spPr>
        <p:txBody>
          <a:bodyPr anchorCtr="0" anchor="t" bIns="45700" lIns="91425" spcFirstLastPara="1" rIns="91425" wrap="square" tIns="45700">
            <a:spAutoFit/>
          </a:bodyPr>
          <a:lstStyle/>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Machine learning algorithms to analyze genomic data and discover new biomarkers for diseases </a:t>
            </a:r>
            <a:endParaRPr b="0" i="0" sz="1400" u="none" cap="none" strike="noStrike">
              <a:solidFill>
                <a:schemeClr val="dk1"/>
              </a:solidFill>
              <a:latin typeface="Poppins"/>
              <a:ea typeface="Poppins"/>
              <a:cs typeface="Poppins"/>
              <a:sym typeface="Poppins"/>
            </a:endParaRPr>
          </a:p>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Prediction of disease outbreaks </a:t>
            </a:r>
            <a:endParaRPr b="0" i="0" sz="1400" u="none" cap="none" strike="noStrike">
              <a:solidFill>
                <a:schemeClr val="dk1"/>
              </a:solidFill>
              <a:latin typeface="Poppins"/>
              <a:ea typeface="Poppins"/>
              <a:cs typeface="Poppins"/>
              <a:sym typeface="Poppins"/>
            </a:endParaRPr>
          </a:p>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Optimization of resource management </a:t>
            </a:r>
            <a:endParaRPr b="0" i="0" sz="1400" u="none" cap="none" strike="noStrike">
              <a:solidFill>
                <a:schemeClr val="dk1"/>
              </a:solidFill>
              <a:latin typeface="Poppins"/>
              <a:ea typeface="Poppins"/>
              <a:cs typeface="Poppins"/>
              <a:sym typeface="Poppins"/>
            </a:endParaRPr>
          </a:p>
          <a:p>
            <a:pPr indent="-247650" lvl="0" marL="28575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Early disease detection models </a:t>
            </a:r>
            <a:endParaRPr b="0" i="0" sz="1400" u="none" cap="none" strike="noStrike">
              <a:solidFill>
                <a:schemeClr val="dk1"/>
              </a:solidFill>
              <a:latin typeface="Poppins"/>
              <a:ea typeface="Poppins"/>
              <a:cs typeface="Poppins"/>
              <a:sym typeface="Poppins"/>
            </a:endParaRPr>
          </a:p>
        </p:txBody>
      </p:sp>
      <p:sp>
        <p:nvSpPr>
          <p:cNvPr id="991" name="Google Shape;991;p17"/>
          <p:cNvSpPr txBox="1"/>
          <p:nvPr/>
        </p:nvSpPr>
        <p:spPr>
          <a:xfrm>
            <a:off x="2595625" y="3408425"/>
            <a:ext cx="6055200" cy="1662300"/>
          </a:xfrm>
          <a:prstGeom prst="rect">
            <a:avLst/>
          </a:prstGeom>
          <a:noFill/>
          <a:ln>
            <a:noFill/>
          </a:ln>
        </p:spPr>
        <p:txBody>
          <a:bodyPr anchorCtr="0" anchor="t" bIns="45700" lIns="91425" spcFirstLastPara="1" rIns="91425" wrap="square" tIns="45700">
            <a:spAutoFit/>
          </a:bodyPr>
          <a:lstStyle/>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Sentiment analysis in social networks → ANOVA </a:t>
            </a:r>
            <a:endParaRPr b="0" i="0" sz="1400" u="none" cap="none" strike="noStrike">
              <a:solidFill>
                <a:schemeClr val="dk1"/>
              </a:solidFill>
              <a:latin typeface="Poppins"/>
              <a:ea typeface="Poppins"/>
              <a:cs typeface="Poppins"/>
              <a:sym typeface="Poppins"/>
            </a:endParaRPr>
          </a:p>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Customer segmentation or target identification </a:t>
            </a:r>
            <a:endParaRPr b="0" i="0" sz="1400" u="none" cap="none" strike="noStrike">
              <a:solidFill>
                <a:schemeClr val="dk1"/>
              </a:solidFill>
              <a:latin typeface="Poppins"/>
              <a:ea typeface="Poppins"/>
              <a:cs typeface="Poppins"/>
              <a:sym typeface="Poppins"/>
            </a:endParaRPr>
          </a:p>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Image and video analytics </a:t>
            </a:r>
            <a:endParaRPr b="0" i="0" sz="1400" u="none" cap="none" strike="noStrike">
              <a:solidFill>
                <a:schemeClr val="dk1"/>
              </a:solidFill>
              <a:latin typeface="Poppins"/>
              <a:ea typeface="Poppins"/>
              <a:cs typeface="Poppins"/>
              <a:sym typeface="Poppins"/>
            </a:endParaRPr>
          </a:p>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Predictive analysis of market trends → Competitive advantage </a:t>
            </a:r>
            <a:endParaRPr b="0" i="0" sz="1400" u="none" cap="none" strike="noStrike">
              <a:solidFill>
                <a:schemeClr val="dk1"/>
              </a:solidFill>
              <a:latin typeface="Poppins"/>
              <a:ea typeface="Poppins"/>
              <a:cs typeface="Poppins"/>
              <a:sym typeface="Poppins"/>
            </a:endParaRPr>
          </a:p>
          <a:p>
            <a:pPr indent="-279400" lvl="0" marL="342900" marR="0" rtl="0" algn="l">
              <a:lnSpc>
                <a:spcPct val="100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Personalization algorithms: product recommendations for each customer. </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400"/>
              <a:buFont typeface="Arial"/>
              <a:buNone/>
            </a:pPr>
            <a:r>
              <a:t/>
            </a:r>
            <a:endParaRPr b="0" i="0" sz="400" u="none" cap="none" strike="noStrike">
              <a:solidFill>
                <a:schemeClr val="dk1"/>
              </a:solidFill>
              <a:latin typeface="Poppins"/>
              <a:ea typeface="Poppins"/>
              <a:cs typeface="Poppins"/>
              <a:sym typeface="Poppins"/>
            </a:endParaRPr>
          </a:p>
        </p:txBody>
      </p:sp>
      <p:pic>
        <p:nvPicPr>
          <p:cNvPr id="992" name="Google Shape;992;p17"/>
          <p:cNvPicPr preferRelativeResize="0"/>
          <p:nvPr/>
        </p:nvPicPr>
        <p:blipFill rotWithShape="1">
          <a:blip r:embed="rId3">
            <a:alphaModFix/>
          </a:blip>
          <a:srcRect b="0" l="0" r="0" t="0"/>
          <a:stretch/>
        </p:blipFill>
        <p:spPr>
          <a:xfrm>
            <a:off x="5787300" y="589000"/>
            <a:ext cx="2770800" cy="1385400"/>
          </a:xfrm>
          <a:prstGeom prst="rect">
            <a:avLst/>
          </a:prstGeom>
          <a:noFill/>
          <a:ln>
            <a:noFill/>
          </a:ln>
        </p:spPr>
      </p:pic>
      <p:pic>
        <p:nvPicPr>
          <p:cNvPr id="993" name="Google Shape;993;p17"/>
          <p:cNvPicPr preferRelativeResize="0"/>
          <p:nvPr/>
        </p:nvPicPr>
        <p:blipFill rotWithShape="1">
          <a:blip r:embed="rId4">
            <a:alphaModFix/>
          </a:blip>
          <a:srcRect b="0" l="0" r="0" t="0"/>
          <a:stretch/>
        </p:blipFill>
        <p:spPr>
          <a:xfrm>
            <a:off x="127475" y="2838675"/>
            <a:ext cx="2216392" cy="16623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18"/>
          <p:cNvSpPr txBox="1"/>
          <p:nvPr>
            <p:ph type="title"/>
          </p:nvPr>
        </p:nvSpPr>
        <p:spPr>
          <a:xfrm>
            <a:off x="720000" y="445025"/>
            <a:ext cx="6272400" cy="1524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The future belongs to data… </a:t>
            </a:r>
            <a:endParaRPr/>
          </a:p>
        </p:txBody>
      </p:sp>
      <p:sp>
        <p:nvSpPr>
          <p:cNvPr id="999" name="Google Shape;999;p18"/>
          <p:cNvSpPr txBox="1"/>
          <p:nvPr>
            <p:ph idx="1" type="subTitle"/>
          </p:nvPr>
        </p:nvSpPr>
        <p:spPr>
          <a:xfrm>
            <a:off x="720000" y="2000900"/>
            <a:ext cx="7830900" cy="229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600"/>
              <a:buNone/>
            </a:pPr>
            <a:r>
              <a:rPr lang="en" sz="1700"/>
              <a:t>Mastering tools and techniques for data processing and analysis opens doors to a lot of professional opportunities in multiple fields.</a:t>
            </a:r>
            <a:endParaRPr sz="1700"/>
          </a:p>
          <a:p>
            <a:pPr indent="0" lvl="0" marL="0" rtl="0" algn="just">
              <a:lnSpc>
                <a:spcPct val="115000"/>
              </a:lnSpc>
              <a:spcBef>
                <a:spcPts val="1200"/>
              </a:spcBef>
              <a:spcAft>
                <a:spcPts val="0"/>
              </a:spcAft>
              <a:buSzPts val="1600"/>
              <a:buNone/>
            </a:pPr>
            <a:r>
              <a:t/>
            </a:r>
            <a:endParaRPr sz="17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pic>
        <p:nvPicPr>
          <p:cNvPr descr="Data science life cycle | Data science, Science life cycles, Life cycles" id="1004" name="Google Shape;1004;p19"/>
          <p:cNvPicPr preferRelativeResize="0"/>
          <p:nvPr/>
        </p:nvPicPr>
        <p:blipFill rotWithShape="1">
          <a:blip r:embed="rId3">
            <a:alphaModFix/>
          </a:blip>
          <a:srcRect b="9830" l="8596" r="9057" t="9125"/>
          <a:stretch/>
        </p:blipFill>
        <p:spPr>
          <a:xfrm>
            <a:off x="214425" y="149300"/>
            <a:ext cx="4691100" cy="4616700"/>
          </a:xfrm>
          <a:prstGeom prst="flowChartConnector">
            <a:avLst/>
          </a:prstGeom>
          <a:noFill/>
          <a:ln>
            <a:noFill/>
          </a:ln>
          <a:effectLst>
            <a:outerShdw blurRad="50800" rotWithShape="0" algn="l" dist="38100">
              <a:srgbClr val="D8D8D8">
                <a:alpha val="29019"/>
              </a:srgbClr>
            </a:outerShdw>
          </a:effectLst>
        </p:spPr>
      </p:pic>
      <p:sp>
        <p:nvSpPr>
          <p:cNvPr id="1005" name="Google Shape;1005;p19"/>
          <p:cNvSpPr txBox="1"/>
          <p:nvPr>
            <p:ph type="title"/>
          </p:nvPr>
        </p:nvSpPr>
        <p:spPr>
          <a:xfrm>
            <a:off x="5025750" y="445025"/>
            <a:ext cx="3398400" cy="57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 sz="2400"/>
              <a:t>El Ciclo de los Datos</a:t>
            </a:r>
            <a:endParaRPr sz="2400"/>
          </a:p>
        </p:txBody>
      </p:sp>
      <p:cxnSp>
        <p:nvCxnSpPr>
          <p:cNvPr id="1006" name="Google Shape;1006;p19"/>
          <p:cNvCxnSpPr/>
          <p:nvPr/>
        </p:nvCxnSpPr>
        <p:spPr>
          <a:xfrm>
            <a:off x="5466679" y="1181527"/>
            <a:ext cx="931200" cy="0"/>
          </a:xfrm>
          <a:prstGeom prst="straightConnector1">
            <a:avLst/>
          </a:prstGeom>
          <a:noFill/>
          <a:ln cap="flat" cmpd="sng" w="76200">
            <a:solidFill>
              <a:schemeClr val="lt2"/>
            </a:solidFill>
            <a:prstDash val="solid"/>
            <a:round/>
            <a:headEnd len="sm" w="sm" type="none"/>
            <a:tailEnd len="sm" w="sm" type="none"/>
          </a:ln>
        </p:spPr>
      </p:cxnSp>
      <p:sp>
        <p:nvSpPr>
          <p:cNvPr id="1007" name="Google Shape;1007;p19"/>
          <p:cNvSpPr txBox="1"/>
          <p:nvPr/>
        </p:nvSpPr>
        <p:spPr>
          <a:xfrm>
            <a:off x="5116800" y="1345325"/>
            <a:ext cx="3952800" cy="3801900"/>
          </a:xfrm>
          <a:prstGeom prst="rect">
            <a:avLst/>
          </a:prstGeom>
          <a:solidFill>
            <a:srgbClr val="002452"/>
          </a:solidFill>
          <a:ln>
            <a:noFill/>
          </a:ln>
        </p:spPr>
        <p:txBody>
          <a:bodyPr anchorCtr="0" anchor="t" bIns="91425" lIns="91425" spcFirstLastPara="1" rIns="91425" wrap="square" tIns="91425">
            <a:spAutoFit/>
          </a:bodyPr>
          <a:lstStyle/>
          <a:p>
            <a:pPr indent="-323850" lvl="0" marL="457200" marR="0" rtl="0" algn="l">
              <a:lnSpc>
                <a:spcPct val="100000"/>
              </a:lnSpc>
              <a:spcBef>
                <a:spcPts val="1200"/>
              </a:spcBef>
              <a:spcAft>
                <a:spcPts val="0"/>
              </a:spcAft>
              <a:buClr>
                <a:schemeClr val="dk1"/>
              </a:buClr>
              <a:buSzPts val="1500"/>
              <a:buFont typeface="Poppins"/>
              <a:buChar char="●"/>
            </a:pPr>
            <a:r>
              <a:rPr b="0" i="0" lang="en" sz="1500" u="none" cap="none" strike="noStrike">
                <a:solidFill>
                  <a:schemeClr val="dk1"/>
                </a:solidFill>
                <a:latin typeface="Poppins"/>
                <a:ea typeface="Poppins"/>
                <a:cs typeface="Poppins"/>
                <a:sym typeface="Poppins"/>
              </a:rPr>
              <a:t>Identify relevant research question</a:t>
            </a:r>
            <a:endParaRPr b="0" i="0" sz="1500" u="none" cap="none" strike="noStrike">
              <a:solidFill>
                <a:schemeClr val="dk1"/>
              </a:solidFill>
              <a:latin typeface="Poppins"/>
              <a:ea typeface="Poppins"/>
              <a:cs typeface="Poppins"/>
              <a:sym typeface="Poppins"/>
            </a:endParaRPr>
          </a:p>
          <a:p>
            <a:pPr indent="0" lvl="0" marL="457200" marR="0" rtl="0" algn="l">
              <a:lnSpc>
                <a:spcPct val="100000"/>
              </a:lnSpc>
              <a:spcBef>
                <a:spcPts val="1200"/>
              </a:spcBef>
              <a:spcAft>
                <a:spcPts val="0"/>
              </a:spcAft>
              <a:buClr>
                <a:srgbClr val="000000"/>
              </a:buClr>
              <a:buSzPts val="1500"/>
              <a:buFont typeface="Arial"/>
              <a:buNone/>
            </a:pPr>
            <a:r>
              <a:t/>
            </a:r>
            <a:endParaRPr b="0" i="0" sz="1500" u="none" cap="none" strike="noStrike">
              <a:solidFill>
                <a:schemeClr val="dk1"/>
              </a:solidFill>
              <a:latin typeface="Poppins"/>
              <a:ea typeface="Poppins"/>
              <a:cs typeface="Poppins"/>
              <a:sym typeface="Poppins"/>
            </a:endParaRPr>
          </a:p>
          <a:p>
            <a:pPr indent="-323850" lvl="0" marL="457200" marR="0" rtl="0" algn="l">
              <a:lnSpc>
                <a:spcPct val="100000"/>
              </a:lnSpc>
              <a:spcBef>
                <a:spcPts val="1200"/>
              </a:spcBef>
              <a:spcAft>
                <a:spcPts val="0"/>
              </a:spcAft>
              <a:buClr>
                <a:schemeClr val="dk1"/>
              </a:buClr>
              <a:buSzPts val="1500"/>
              <a:buFont typeface="Poppins"/>
              <a:buChar char="●"/>
            </a:pPr>
            <a:r>
              <a:rPr b="0" i="0" lang="en" sz="1500" u="none" cap="none" strike="noStrike">
                <a:solidFill>
                  <a:schemeClr val="dk1"/>
                </a:solidFill>
                <a:latin typeface="Poppins"/>
                <a:ea typeface="Poppins"/>
                <a:cs typeface="Poppins"/>
                <a:sym typeface="Poppins"/>
              </a:rPr>
              <a:t>Data collection, cleaning, processing</a:t>
            </a:r>
            <a:endParaRPr b="0" i="0" sz="1500" u="none" cap="none" strike="noStrike">
              <a:solidFill>
                <a:schemeClr val="dk1"/>
              </a:solidFill>
              <a:latin typeface="Poppins"/>
              <a:ea typeface="Poppins"/>
              <a:cs typeface="Poppins"/>
              <a:sym typeface="Poppins"/>
            </a:endParaRPr>
          </a:p>
          <a:p>
            <a:pPr indent="0" lvl="0" marL="457200" marR="0" rtl="0" algn="l">
              <a:lnSpc>
                <a:spcPct val="100000"/>
              </a:lnSpc>
              <a:spcBef>
                <a:spcPts val="1200"/>
              </a:spcBef>
              <a:spcAft>
                <a:spcPts val="0"/>
              </a:spcAft>
              <a:buClr>
                <a:srgbClr val="000000"/>
              </a:buClr>
              <a:buSzPts val="1900"/>
              <a:buFont typeface="Arial"/>
              <a:buNone/>
            </a:pPr>
            <a:r>
              <a:t/>
            </a:r>
            <a:endParaRPr b="0" i="0" sz="1500" u="none" cap="none" strike="noStrike">
              <a:solidFill>
                <a:schemeClr val="dk1"/>
              </a:solidFill>
              <a:latin typeface="Poppins"/>
              <a:ea typeface="Poppins"/>
              <a:cs typeface="Poppins"/>
              <a:sym typeface="Poppins"/>
            </a:endParaRPr>
          </a:p>
          <a:p>
            <a:pPr indent="-323850" lvl="0" marL="457200" marR="0" rtl="0" algn="l">
              <a:lnSpc>
                <a:spcPct val="100000"/>
              </a:lnSpc>
              <a:spcBef>
                <a:spcPts val="1200"/>
              </a:spcBef>
              <a:spcAft>
                <a:spcPts val="0"/>
              </a:spcAft>
              <a:buClr>
                <a:schemeClr val="dk1"/>
              </a:buClr>
              <a:buSzPts val="1500"/>
              <a:buFont typeface="Poppins"/>
              <a:buChar char="●"/>
            </a:pPr>
            <a:r>
              <a:rPr b="0" i="0" lang="en" sz="1500" u="none" cap="none" strike="noStrike">
                <a:solidFill>
                  <a:schemeClr val="dk1"/>
                </a:solidFill>
                <a:latin typeface="Poppins"/>
                <a:ea typeface="Poppins"/>
                <a:cs typeface="Poppins"/>
                <a:sym typeface="Poppins"/>
              </a:rPr>
              <a:t>Exploration, evaluation, visualization</a:t>
            </a:r>
            <a:endParaRPr b="0" i="0" sz="1500" u="none" cap="none" strike="noStrike">
              <a:solidFill>
                <a:schemeClr val="dk1"/>
              </a:solidFill>
              <a:latin typeface="Poppins"/>
              <a:ea typeface="Poppins"/>
              <a:cs typeface="Poppins"/>
              <a:sym typeface="Poppins"/>
            </a:endParaRPr>
          </a:p>
          <a:p>
            <a:pPr indent="0" lvl="0" marL="457200" marR="0" rtl="0" algn="l">
              <a:lnSpc>
                <a:spcPct val="100000"/>
              </a:lnSpc>
              <a:spcBef>
                <a:spcPts val="1200"/>
              </a:spcBef>
              <a:spcAft>
                <a:spcPts val="0"/>
              </a:spcAft>
              <a:buClr>
                <a:srgbClr val="000000"/>
              </a:buClr>
              <a:buSzPts val="1900"/>
              <a:buFont typeface="Arial"/>
              <a:buNone/>
            </a:pPr>
            <a:r>
              <a:t/>
            </a:r>
            <a:endParaRPr b="0" i="0" sz="1500" u="none" cap="none" strike="noStrike">
              <a:solidFill>
                <a:schemeClr val="dk1"/>
              </a:solidFill>
              <a:latin typeface="Poppins"/>
              <a:ea typeface="Poppins"/>
              <a:cs typeface="Poppins"/>
              <a:sym typeface="Poppins"/>
            </a:endParaRPr>
          </a:p>
          <a:p>
            <a:pPr indent="-323850" lvl="0" marL="457200" marR="0" rtl="0" algn="l">
              <a:lnSpc>
                <a:spcPct val="100000"/>
              </a:lnSpc>
              <a:spcBef>
                <a:spcPts val="1200"/>
              </a:spcBef>
              <a:spcAft>
                <a:spcPts val="0"/>
              </a:spcAft>
              <a:buClr>
                <a:schemeClr val="dk1"/>
              </a:buClr>
              <a:buSzPts val="1500"/>
              <a:buFont typeface="Poppins"/>
              <a:buChar char="●"/>
            </a:pPr>
            <a:r>
              <a:rPr b="0" i="0" lang="en" sz="1500" u="none" cap="none" strike="noStrike">
                <a:solidFill>
                  <a:schemeClr val="dk1"/>
                </a:solidFill>
                <a:latin typeface="Poppins"/>
                <a:ea typeface="Poppins"/>
                <a:cs typeface="Poppins"/>
                <a:sym typeface="Poppins"/>
              </a:rPr>
              <a:t>Experimentation, analysis, predictions</a:t>
            </a:r>
            <a:endParaRPr b="0" i="0" sz="1500" u="none" cap="none" strike="noStrike">
              <a:solidFill>
                <a:schemeClr val="dk1"/>
              </a:solidFill>
              <a:latin typeface="Poppins"/>
              <a:ea typeface="Poppins"/>
              <a:cs typeface="Poppins"/>
              <a:sym typeface="Poppins"/>
            </a:endParaRPr>
          </a:p>
          <a:p>
            <a:pPr indent="0" lvl="0" marL="457200" marR="0" rtl="0" algn="l">
              <a:lnSpc>
                <a:spcPct val="100000"/>
              </a:lnSpc>
              <a:spcBef>
                <a:spcPts val="1200"/>
              </a:spcBef>
              <a:spcAft>
                <a:spcPts val="0"/>
              </a:spcAft>
              <a:buClr>
                <a:srgbClr val="000000"/>
              </a:buClr>
              <a:buSzPts val="1900"/>
              <a:buFont typeface="Arial"/>
              <a:buNone/>
            </a:pPr>
            <a:r>
              <a:t/>
            </a:r>
            <a:endParaRPr b="0" i="0" sz="1500" u="none" cap="none" strike="noStrike">
              <a:solidFill>
                <a:schemeClr val="dk1"/>
              </a:solidFill>
              <a:latin typeface="Poppins"/>
              <a:ea typeface="Poppins"/>
              <a:cs typeface="Poppins"/>
              <a:sym typeface="Poppins"/>
            </a:endParaRPr>
          </a:p>
        </p:txBody>
      </p:sp>
      <p:sp>
        <p:nvSpPr>
          <p:cNvPr id="1008" name="Google Shape;1008;p19"/>
          <p:cNvSpPr txBox="1"/>
          <p:nvPr/>
        </p:nvSpPr>
        <p:spPr>
          <a:xfrm>
            <a:off x="1908125" y="791100"/>
            <a:ext cx="1364100" cy="467100"/>
          </a:xfrm>
          <a:prstGeom prst="rect">
            <a:avLst/>
          </a:prstGeom>
          <a:solidFill>
            <a:srgbClr val="448BA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dk1"/>
                </a:solidFill>
                <a:latin typeface="Poppins"/>
                <a:ea typeface="Poppins"/>
                <a:cs typeface="Poppins"/>
                <a:sym typeface="Poppins"/>
              </a:rPr>
              <a:t>Understand the problem </a:t>
            </a:r>
            <a:endParaRPr b="1" i="0" sz="1000" u="none" cap="none" strike="noStrike">
              <a:solidFill>
                <a:schemeClr val="dk1"/>
              </a:solidFill>
              <a:latin typeface="Poppins"/>
              <a:ea typeface="Poppins"/>
              <a:cs typeface="Poppins"/>
              <a:sym typeface="Poppins"/>
            </a:endParaRPr>
          </a:p>
        </p:txBody>
      </p:sp>
      <p:sp>
        <p:nvSpPr>
          <p:cNvPr id="1009" name="Google Shape;1009;p19"/>
          <p:cNvSpPr txBox="1"/>
          <p:nvPr/>
        </p:nvSpPr>
        <p:spPr>
          <a:xfrm>
            <a:off x="3823425" y="1792250"/>
            <a:ext cx="762300" cy="467100"/>
          </a:xfrm>
          <a:prstGeom prst="rect">
            <a:avLst/>
          </a:prstGeom>
          <a:solidFill>
            <a:srgbClr val="5BA6CA"/>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Poppins"/>
                <a:ea typeface="Poppins"/>
                <a:cs typeface="Poppins"/>
                <a:sym typeface="Poppins"/>
              </a:rPr>
              <a:t>Collect data </a:t>
            </a:r>
            <a:endParaRPr b="1" i="0" sz="800" u="none" cap="none" strike="noStrike">
              <a:solidFill>
                <a:schemeClr val="dk1"/>
              </a:solidFill>
              <a:latin typeface="Poppins"/>
              <a:ea typeface="Poppins"/>
              <a:cs typeface="Poppins"/>
              <a:sym typeface="Poppins"/>
            </a:endParaRPr>
          </a:p>
        </p:txBody>
      </p:sp>
      <p:sp>
        <p:nvSpPr>
          <p:cNvPr id="1010" name="Google Shape;1010;p19"/>
          <p:cNvSpPr txBox="1"/>
          <p:nvPr/>
        </p:nvSpPr>
        <p:spPr>
          <a:xfrm>
            <a:off x="3702950" y="3057475"/>
            <a:ext cx="742800" cy="467100"/>
          </a:xfrm>
          <a:prstGeom prst="rect">
            <a:avLst/>
          </a:prstGeom>
          <a:solidFill>
            <a:srgbClr val="22536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dk1"/>
                </a:solidFill>
                <a:latin typeface="Poppins"/>
                <a:ea typeface="Poppins"/>
                <a:cs typeface="Poppins"/>
                <a:sym typeface="Poppins"/>
              </a:rPr>
              <a:t>Clean data </a:t>
            </a:r>
            <a:endParaRPr b="1" i="0" sz="1000" u="none" cap="none" strike="noStrike">
              <a:solidFill>
                <a:schemeClr val="dk1"/>
              </a:solidFill>
              <a:latin typeface="Poppins"/>
              <a:ea typeface="Poppins"/>
              <a:cs typeface="Poppins"/>
              <a:sym typeface="Poppins"/>
            </a:endParaRPr>
          </a:p>
        </p:txBody>
      </p:sp>
      <p:sp>
        <p:nvSpPr>
          <p:cNvPr id="1011" name="Google Shape;1011;p19"/>
          <p:cNvSpPr txBox="1"/>
          <p:nvPr/>
        </p:nvSpPr>
        <p:spPr>
          <a:xfrm>
            <a:off x="2765600" y="3978550"/>
            <a:ext cx="852600" cy="437100"/>
          </a:xfrm>
          <a:prstGeom prst="rect">
            <a:avLst/>
          </a:prstGeom>
          <a:solidFill>
            <a:srgbClr val="306F9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dk1"/>
                </a:solidFill>
                <a:latin typeface="Poppins"/>
                <a:ea typeface="Poppins"/>
                <a:cs typeface="Poppins"/>
                <a:sym typeface="Poppins"/>
              </a:rPr>
              <a:t>Explore data </a:t>
            </a:r>
            <a:endParaRPr b="1" i="0" sz="1000" u="none" cap="none" strike="noStrike">
              <a:solidFill>
                <a:schemeClr val="dk1"/>
              </a:solidFill>
              <a:latin typeface="Poppins"/>
              <a:ea typeface="Poppins"/>
              <a:cs typeface="Poppins"/>
              <a:sym typeface="Poppins"/>
            </a:endParaRPr>
          </a:p>
        </p:txBody>
      </p:sp>
      <p:sp>
        <p:nvSpPr>
          <p:cNvPr id="1012" name="Google Shape;1012;p19"/>
          <p:cNvSpPr txBox="1"/>
          <p:nvPr/>
        </p:nvSpPr>
        <p:spPr>
          <a:xfrm>
            <a:off x="1410950" y="4000300"/>
            <a:ext cx="1011000" cy="437100"/>
          </a:xfrm>
          <a:prstGeom prst="rect">
            <a:avLst/>
          </a:prstGeom>
          <a:solidFill>
            <a:srgbClr val="5DA8CC"/>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dk1"/>
                </a:solidFill>
                <a:latin typeface="Poppins"/>
                <a:ea typeface="Poppins"/>
                <a:cs typeface="Poppins"/>
                <a:sym typeface="Poppins"/>
              </a:rPr>
              <a:t>Transform data </a:t>
            </a:r>
            <a:endParaRPr b="1" i="0" sz="1000" u="none" cap="none" strike="noStrike">
              <a:solidFill>
                <a:schemeClr val="dk1"/>
              </a:solidFill>
              <a:latin typeface="Poppins"/>
              <a:ea typeface="Poppins"/>
              <a:cs typeface="Poppins"/>
              <a:sym typeface="Poppins"/>
            </a:endParaRPr>
          </a:p>
        </p:txBody>
      </p:sp>
      <p:sp>
        <p:nvSpPr>
          <p:cNvPr id="1013" name="Google Shape;1013;p19"/>
          <p:cNvSpPr txBox="1"/>
          <p:nvPr/>
        </p:nvSpPr>
        <p:spPr>
          <a:xfrm>
            <a:off x="622250" y="3057475"/>
            <a:ext cx="931200" cy="648000"/>
          </a:xfrm>
          <a:prstGeom prst="rect">
            <a:avLst/>
          </a:prstGeom>
          <a:solidFill>
            <a:srgbClr val="63AFD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chemeClr val="dk1"/>
                </a:solidFill>
                <a:latin typeface="Poppins"/>
                <a:ea typeface="Poppins"/>
                <a:cs typeface="Poppins"/>
                <a:sym typeface="Poppins"/>
              </a:rPr>
              <a:t>Analytical tools </a:t>
            </a:r>
            <a:endParaRPr b="1" i="0" sz="800" u="none" cap="none" strike="noStrike">
              <a:solidFill>
                <a:schemeClr val="dk1"/>
              </a:solidFill>
              <a:latin typeface="Poppins"/>
              <a:ea typeface="Poppins"/>
              <a:cs typeface="Poppins"/>
              <a:sym typeface="Poppins"/>
            </a:endParaRPr>
          </a:p>
        </p:txBody>
      </p:sp>
      <p:sp>
        <p:nvSpPr>
          <p:cNvPr id="1014" name="Google Shape;1014;p19"/>
          <p:cNvSpPr txBox="1"/>
          <p:nvPr/>
        </p:nvSpPr>
        <p:spPr>
          <a:xfrm>
            <a:off x="446200" y="1792250"/>
            <a:ext cx="1011000" cy="648000"/>
          </a:xfrm>
          <a:prstGeom prst="rect">
            <a:avLst/>
          </a:prstGeom>
          <a:solidFill>
            <a:srgbClr val="7FCEF2"/>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oppins"/>
                <a:ea typeface="Poppins"/>
                <a:cs typeface="Poppins"/>
                <a:sym typeface="Poppins"/>
              </a:rPr>
              <a:t>Data visualization and communication </a:t>
            </a:r>
            <a:endParaRPr b="1" i="0" sz="700" u="none" cap="none" strike="noStrike">
              <a:solidFill>
                <a:schemeClr val="dk1"/>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20"/>
          <p:cNvSpPr txBox="1"/>
          <p:nvPr>
            <p:ph type="title"/>
          </p:nvPr>
        </p:nvSpPr>
        <p:spPr>
          <a:xfrm>
            <a:off x="713225" y="2332200"/>
            <a:ext cx="6594300" cy="9201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600"/>
              <a:buNone/>
            </a:pPr>
            <a:r>
              <a:rPr lang="en"/>
              <a:t>Syllabus structure</a:t>
            </a:r>
            <a:endParaRPr/>
          </a:p>
        </p:txBody>
      </p:sp>
      <p:cxnSp>
        <p:nvCxnSpPr>
          <p:cNvPr id="1020" name="Google Shape;1020;p20"/>
          <p:cNvCxnSpPr/>
          <p:nvPr/>
        </p:nvCxnSpPr>
        <p:spPr>
          <a:xfrm>
            <a:off x="818479" y="3315127"/>
            <a:ext cx="931200" cy="0"/>
          </a:xfrm>
          <a:prstGeom prst="straightConnector1">
            <a:avLst/>
          </a:prstGeom>
          <a:noFill/>
          <a:ln cap="flat" cmpd="sng" w="76200">
            <a:solidFill>
              <a:schemeClr val="lt2"/>
            </a:solidFill>
            <a:prstDash val="solid"/>
            <a:round/>
            <a:headEnd len="sm" w="sm" type="none"/>
            <a:tailEnd len="sm" w="sm" type="none"/>
          </a:ln>
        </p:spPr>
      </p:cxnSp>
      <p:pic>
        <p:nvPicPr>
          <p:cNvPr id="1021" name="Google Shape;1021;p20"/>
          <p:cNvPicPr preferRelativeResize="0"/>
          <p:nvPr/>
        </p:nvPicPr>
        <p:blipFill rotWithShape="1">
          <a:blip r:embed="rId3">
            <a:alphaModFix/>
          </a:blip>
          <a:srcRect b="0" l="0" r="0" t="0"/>
          <a:stretch/>
        </p:blipFill>
        <p:spPr>
          <a:xfrm>
            <a:off x="6968275" y="2326650"/>
            <a:ext cx="931200" cy="931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21"/>
          <p:cNvSpPr txBox="1"/>
          <p:nvPr>
            <p:ph idx="21"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Program Content - Units </a:t>
            </a:r>
            <a:endParaRPr/>
          </a:p>
        </p:txBody>
      </p:sp>
      <p:sp>
        <p:nvSpPr>
          <p:cNvPr id="1027" name="Google Shape;1027;p21"/>
          <p:cNvSpPr txBox="1"/>
          <p:nvPr>
            <p:ph idx="3" type="subTitle"/>
          </p:nvPr>
        </p:nvSpPr>
        <p:spPr>
          <a:xfrm>
            <a:off x="3767475" y="3693225"/>
            <a:ext cx="35952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000"/>
              <a:t>Regression analysis </a:t>
            </a:r>
            <a:endParaRPr sz="1200">
              <a:solidFill>
                <a:srgbClr val="666666"/>
              </a:solidFill>
            </a:endParaRPr>
          </a:p>
        </p:txBody>
      </p:sp>
      <p:sp>
        <p:nvSpPr>
          <p:cNvPr id="1028" name="Google Shape;1028;p21"/>
          <p:cNvSpPr txBox="1"/>
          <p:nvPr>
            <p:ph idx="1" type="subTitle"/>
          </p:nvPr>
        </p:nvSpPr>
        <p:spPr>
          <a:xfrm>
            <a:off x="4215450" y="1206925"/>
            <a:ext cx="46068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1400"/>
              <a:buNone/>
            </a:pPr>
            <a:r>
              <a:rPr lang="en" sz="1100"/>
              <a:t>R as a programming language.   RStudio structure and interface and basic programming concepts </a:t>
            </a:r>
            <a:endParaRPr sz="1100"/>
          </a:p>
        </p:txBody>
      </p:sp>
      <p:sp>
        <p:nvSpPr>
          <p:cNvPr id="1029" name="Google Shape;1029;p21"/>
          <p:cNvSpPr txBox="1"/>
          <p:nvPr>
            <p:ph type="title"/>
          </p:nvPr>
        </p:nvSpPr>
        <p:spPr>
          <a:xfrm>
            <a:off x="588625" y="1408463"/>
            <a:ext cx="7809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01</a:t>
            </a:r>
            <a:endParaRPr/>
          </a:p>
        </p:txBody>
      </p:sp>
      <p:sp>
        <p:nvSpPr>
          <p:cNvPr id="1030" name="Google Shape;1030;p21"/>
          <p:cNvSpPr txBox="1"/>
          <p:nvPr>
            <p:ph idx="7" type="title"/>
          </p:nvPr>
        </p:nvSpPr>
        <p:spPr>
          <a:xfrm>
            <a:off x="588632" y="3211568"/>
            <a:ext cx="7809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04</a:t>
            </a:r>
            <a:endParaRPr/>
          </a:p>
        </p:txBody>
      </p:sp>
      <p:sp>
        <p:nvSpPr>
          <p:cNvPr id="1031" name="Google Shape;1031;p21"/>
          <p:cNvSpPr txBox="1"/>
          <p:nvPr>
            <p:ph idx="8" type="title"/>
          </p:nvPr>
        </p:nvSpPr>
        <p:spPr>
          <a:xfrm>
            <a:off x="588622" y="2005214"/>
            <a:ext cx="7809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02</a:t>
            </a:r>
            <a:endParaRPr/>
          </a:p>
        </p:txBody>
      </p:sp>
      <p:sp>
        <p:nvSpPr>
          <p:cNvPr id="1032" name="Google Shape;1032;p21"/>
          <p:cNvSpPr txBox="1"/>
          <p:nvPr>
            <p:ph idx="13" type="title"/>
          </p:nvPr>
        </p:nvSpPr>
        <p:spPr>
          <a:xfrm>
            <a:off x="588615" y="2590979"/>
            <a:ext cx="7809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03</a:t>
            </a:r>
            <a:endParaRPr/>
          </a:p>
        </p:txBody>
      </p:sp>
      <p:sp>
        <p:nvSpPr>
          <p:cNvPr id="1033" name="Google Shape;1033;p21"/>
          <p:cNvSpPr txBox="1"/>
          <p:nvPr>
            <p:ph idx="15" type="subTitle"/>
          </p:nvPr>
        </p:nvSpPr>
        <p:spPr>
          <a:xfrm>
            <a:off x="1233200" y="1331875"/>
            <a:ext cx="6753000" cy="4848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
              <a:t>Introduction to R </a:t>
            </a:r>
            <a:endParaRPr/>
          </a:p>
        </p:txBody>
      </p:sp>
      <p:sp>
        <p:nvSpPr>
          <p:cNvPr id="1034" name="Google Shape;1034;p21"/>
          <p:cNvSpPr txBox="1"/>
          <p:nvPr>
            <p:ph idx="16" type="subTitle"/>
          </p:nvPr>
        </p:nvSpPr>
        <p:spPr>
          <a:xfrm>
            <a:off x="1201900" y="2488825"/>
            <a:ext cx="4384200" cy="4848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
              <a:t>Data management with R </a:t>
            </a:r>
            <a:endParaRPr/>
          </a:p>
        </p:txBody>
      </p:sp>
      <p:sp>
        <p:nvSpPr>
          <p:cNvPr id="1035" name="Google Shape;1035;p21"/>
          <p:cNvSpPr txBox="1"/>
          <p:nvPr>
            <p:ph idx="17" type="subTitle"/>
          </p:nvPr>
        </p:nvSpPr>
        <p:spPr>
          <a:xfrm>
            <a:off x="1201898" y="3114763"/>
            <a:ext cx="5886600" cy="4848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
              <a:t>Data visualization </a:t>
            </a:r>
            <a:endParaRPr/>
          </a:p>
        </p:txBody>
      </p:sp>
      <p:sp>
        <p:nvSpPr>
          <p:cNvPr id="1036" name="Google Shape;1036;p21"/>
          <p:cNvSpPr txBox="1"/>
          <p:nvPr>
            <p:ph idx="18" type="subTitle"/>
          </p:nvPr>
        </p:nvSpPr>
        <p:spPr>
          <a:xfrm>
            <a:off x="1233200" y="3675775"/>
            <a:ext cx="6198000" cy="4848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
              <a:t>Analysis tools </a:t>
            </a:r>
            <a:endParaRPr/>
          </a:p>
        </p:txBody>
      </p:sp>
      <p:sp>
        <p:nvSpPr>
          <p:cNvPr id="1037" name="Google Shape;1037;p21"/>
          <p:cNvSpPr txBox="1"/>
          <p:nvPr>
            <p:ph idx="1" type="subTitle"/>
          </p:nvPr>
        </p:nvSpPr>
        <p:spPr>
          <a:xfrm>
            <a:off x="5424000" y="2531150"/>
            <a:ext cx="3377100" cy="44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100"/>
              <a:t>Manipulation and summary of databases </a:t>
            </a:r>
            <a:endParaRPr sz="1100"/>
          </a:p>
        </p:txBody>
      </p:sp>
      <p:sp>
        <p:nvSpPr>
          <p:cNvPr id="1038" name="Google Shape;1038;p21"/>
          <p:cNvSpPr txBox="1"/>
          <p:nvPr>
            <p:ph idx="3" type="subTitle"/>
          </p:nvPr>
        </p:nvSpPr>
        <p:spPr>
          <a:xfrm>
            <a:off x="4349850" y="3114750"/>
            <a:ext cx="44724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000"/>
              <a:t>Introduction to data visualization with ggplot </a:t>
            </a:r>
            <a:endParaRPr sz="1200">
              <a:solidFill>
                <a:srgbClr val="666666"/>
              </a:solidFill>
            </a:endParaRPr>
          </a:p>
        </p:txBody>
      </p:sp>
      <p:sp>
        <p:nvSpPr>
          <p:cNvPr id="1039" name="Google Shape;1039;p21"/>
          <p:cNvSpPr txBox="1"/>
          <p:nvPr>
            <p:ph idx="7" type="title"/>
          </p:nvPr>
        </p:nvSpPr>
        <p:spPr>
          <a:xfrm>
            <a:off x="588632" y="3800568"/>
            <a:ext cx="7809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a:t>05</a:t>
            </a:r>
            <a:endParaRPr/>
          </a:p>
        </p:txBody>
      </p:sp>
      <p:sp>
        <p:nvSpPr>
          <p:cNvPr id="1040" name="Google Shape;1040;p21"/>
          <p:cNvSpPr txBox="1"/>
          <p:nvPr>
            <p:ph idx="16" type="subTitle"/>
          </p:nvPr>
        </p:nvSpPr>
        <p:spPr>
          <a:xfrm>
            <a:off x="1233200" y="1910350"/>
            <a:ext cx="4606800" cy="4848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SzPts val="2400"/>
              <a:buNone/>
            </a:pPr>
            <a:r>
              <a:rPr lang="en"/>
              <a:t>Research questions </a:t>
            </a:r>
            <a:endParaRPr/>
          </a:p>
        </p:txBody>
      </p:sp>
      <p:sp>
        <p:nvSpPr>
          <p:cNvPr id="1041" name="Google Shape;1041;p21"/>
          <p:cNvSpPr txBox="1"/>
          <p:nvPr>
            <p:ph idx="1" type="subTitle"/>
          </p:nvPr>
        </p:nvSpPr>
        <p:spPr>
          <a:xfrm>
            <a:off x="4703650" y="1854075"/>
            <a:ext cx="4384200" cy="44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100"/>
              <a:t>Learn to define good research questions to develop projects </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sp>
        <p:nvSpPr>
          <p:cNvPr id="1046" name="Google Shape;1046;p22"/>
          <p:cNvSpPr txBox="1"/>
          <p:nvPr>
            <p:ph idx="21"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Evaluation Plan </a:t>
            </a:r>
            <a:endParaRPr/>
          </a:p>
        </p:txBody>
      </p:sp>
      <p:graphicFrame>
        <p:nvGraphicFramePr>
          <p:cNvPr id="1047" name="Google Shape;1047;p22"/>
          <p:cNvGraphicFramePr/>
          <p:nvPr/>
        </p:nvGraphicFramePr>
        <p:xfrm>
          <a:off x="952500" y="2724150"/>
          <a:ext cx="3000000" cy="3000000"/>
        </p:xfrm>
        <a:graphic>
          <a:graphicData uri="http://schemas.openxmlformats.org/drawingml/2006/table">
            <a:tbl>
              <a:tblPr>
                <a:noFill/>
                <a:tableStyleId>{73E51912-F442-4EC8-B7C5-83F64502CF2C}</a:tableStyleId>
              </a:tblPr>
              <a:tblGrid>
                <a:gridCol w="2413000"/>
                <a:gridCol w="2413000"/>
                <a:gridCol w="2413000"/>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Poppins"/>
                          <a:ea typeface="Poppins"/>
                          <a:cs typeface="Poppins"/>
                          <a:sym typeface="Poppins"/>
                        </a:rPr>
                        <a:t>Evaluation Item</a:t>
                      </a:r>
                      <a:endParaRPr b="1" sz="1400" u="none" cap="none" strike="noStrike">
                        <a:latin typeface="Poppins"/>
                        <a:ea typeface="Poppins"/>
                        <a:cs typeface="Poppins"/>
                        <a:sym typeface="Poppins"/>
                      </a:endParaRPr>
                    </a:p>
                  </a:txBody>
                  <a:tcPr marT="91425" marB="91425" marR="91425" marL="91425" anchor="ctr">
                    <a:lnL cap="flat" cmpd="sng" w="9525">
                      <a:solidFill>
                        <a:srgbClr val="00C3B1"/>
                      </a:solidFill>
                      <a:prstDash val="solid"/>
                      <a:round/>
                      <a:headEnd len="sm" w="sm" type="none"/>
                      <a:tailEnd len="sm" w="sm" type="none"/>
                    </a:lnL>
                    <a:lnR cap="flat" cmpd="sng" w="9525">
                      <a:solidFill>
                        <a:srgbClr val="00C3B1"/>
                      </a:solidFill>
                      <a:prstDash val="solid"/>
                      <a:round/>
                      <a:headEnd len="sm" w="sm" type="none"/>
                      <a:tailEnd len="sm" w="sm" type="none"/>
                    </a:lnR>
                    <a:lnT cap="flat" cmpd="sng" w="9525">
                      <a:solidFill>
                        <a:srgbClr val="00C3B1"/>
                      </a:solidFill>
                      <a:prstDash val="solid"/>
                      <a:round/>
                      <a:headEnd len="sm" w="sm" type="none"/>
                      <a:tailEnd len="sm" w="sm" type="none"/>
                    </a:lnT>
                    <a:lnB cap="flat" cmpd="sng" w="9525">
                      <a:solidFill>
                        <a:srgbClr val="00C3B1"/>
                      </a:solidFill>
                      <a:prstDash val="solid"/>
                      <a:round/>
                      <a:headEnd len="sm" w="sm" type="none"/>
                      <a:tailEnd len="sm" w="sm" type="none"/>
                    </a:lnB>
                    <a:solidFill>
                      <a:srgbClr val="00C3B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Poppins"/>
                          <a:ea typeface="Poppins"/>
                          <a:cs typeface="Poppins"/>
                          <a:sym typeface="Poppins"/>
                        </a:rPr>
                        <a:t>Number of deliveries </a:t>
                      </a:r>
                      <a:endParaRPr b="1" sz="1400" u="none" cap="none" strike="noStrike">
                        <a:latin typeface="Poppins"/>
                        <a:ea typeface="Poppins"/>
                        <a:cs typeface="Poppins"/>
                        <a:sym typeface="Poppins"/>
                      </a:endParaRPr>
                    </a:p>
                  </a:txBody>
                  <a:tcPr marT="91425" marB="91425" marR="91425" marL="91425" anchor="ctr">
                    <a:lnL cap="flat" cmpd="sng" w="9525">
                      <a:solidFill>
                        <a:srgbClr val="00C3B1"/>
                      </a:solidFill>
                      <a:prstDash val="solid"/>
                      <a:round/>
                      <a:headEnd len="sm" w="sm" type="none"/>
                      <a:tailEnd len="sm" w="sm" type="none"/>
                    </a:lnL>
                    <a:lnR cap="flat" cmpd="sng" w="9525">
                      <a:solidFill>
                        <a:srgbClr val="00C3B1"/>
                      </a:solidFill>
                      <a:prstDash val="solid"/>
                      <a:round/>
                      <a:headEnd len="sm" w="sm" type="none"/>
                      <a:tailEnd len="sm" w="sm" type="none"/>
                    </a:lnR>
                    <a:lnT cap="flat" cmpd="sng" w="9525">
                      <a:solidFill>
                        <a:srgbClr val="00C3B1"/>
                      </a:solidFill>
                      <a:prstDash val="solid"/>
                      <a:round/>
                      <a:headEnd len="sm" w="sm" type="none"/>
                      <a:tailEnd len="sm" w="sm" type="none"/>
                    </a:lnT>
                    <a:lnB cap="flat" cmpd="sng" w="9525">
                      <a:solidFill>
                        <a:srgbClr val="00C3B1"/>
                      </a:solidFill>
                      <a:prstDash val="solid"/>
                      <a:round/>
                      <a:headEnd len="sm" w="sm" type="none"/>
                      <a:tailEnd len="sm" w="sm" type="none"/>
                    </a:lnB>
                    <a:solidFill>
                      <a:srgbClr val="00C3B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 sz="1400" u="none" cap="none" strike="noStrike">
                          <a:latin typeface="Poppins"/>
                          <a:ea typeface="Poppins"/>
                          <a:cs typeface="Poppins"/>
                          <a:sym typeface="Poppins"/>
                        </a:rPr>
                        <a:t>Weight</a:t>
                      </a:r>
                      <a:endParaRPr b="1" sz="1400" u="none" cap="none" strike="noStrike">
                        <a:latin typeface="Poppins"/>
                        <a:ea typeface="Poppins"/>
                        <a:cs typeface="Poppins"/>
                        <a:sym typeface="Poppins"/>
                      </a:endParaRPr>
                    </a:p>
                  </a:txBody>
                  <a:tcPr marT="91425" marB="91425" marR="91425" marL="91425" anchor="ctr">
                    <a:lnL cap="flat" cmpd="sng" w="9525">
                      <a:solidFill>
                        <a:srgbClr val="00C3B1"/>
                      </a:solidFill>
                      <a:prstDash val="solid"/>
                      <a:round/>
                      <a:headEnd len="sm" w="sm" type="none"/>
                      <a:tailEnd len="sm" w="sm" type="none"/>
                    </a:lnL>
                    <a:lnR cap="flat" cmpd="sng" w="9525">
                      <a:solidFill>
                        <a:srgbClr val="00C3B1"/>
                      </a:solidFill>
                      <a:prstDash val="solid"/>
                      <a:round/>
                      <a:headEnd len="sm" w="sm" type="none"/>
                      <a:tailEnd len="sm" w="sm" type="none"/>
                    </a:lnR>
                    <a:lnT cap="flat" cmpd="sng" w="9525">
                      <a:solidFill>
                        <a:srgbClr val="00C3B1"/>
                      </a:solidFill>
                      <a:prstDash val="solid"/>
                      <a:round/>
                      <a:headEnd len="sm" w="sm" type="none"/>
                      <a:tailEnd len="sm" w="sm" type="none"/>
                    </a:lnT>
                    <a:lnB cap="flat" cmpd="sng" w="9525">
                      <a:solidFill>
                        <a:srgbClr val="00C3B1"/>
                      </a:solidFill>
                      <a:prstDash val="solid"/>
                      <a:round/>
                      <a:headEnd len="sm" w="sm" type="none"/>
                      <a:tailEnd len="sm" w="sm" type="none"/>
                    </a:lnB>
                    <a:solidFill>
                      <a:srgbClr val="00C3B1"/>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Poppins"/>
                          <a:ea typeface="Poppins"/>
                          <a:cs typeface="Poppins"/>
                          <a:sym typeface="Poppins"/>
                        </a:rPr>
                        <a:t>Assignments / Continuous Evaluation (group) </a:t>
                      </a:r>
                      <a:endParaRPr sz="1400" u="none" cap="none" strike="noStrike">
                        <a:latin typeface="Poppins"/>
                        <a:ea typeface="Poppins"/>
                        <a:cs typeface="Poppins"/>
                        <a:sym typeface="Poppins"/>
                      </a:endParaRPr>
                    </a:p>
                  </a:txBody>
                  <a:tcPr marT="91425" marB="91425" marR="91425" marL="91425" anchor="ctr">
                    <a:lnT cap="flat" cmpd="sng" w="9525">
                      <a:solidFill>
                        <a:srgbClr val="00C3B1"/>
                      </a:solidFill>
                      <a:prstDash val="solid"/>
                      <a:round/>
                      <a:headEnd len="sm" w="sm" type="none"/>
                      <a:tailEnd len="sm" w="sm" type="none"/>
                    </a:lnT>
                    <a:solidFill>
                      <a:schemeClr val="dk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Poppins"/>
                          <a:ea typeface="Poppins"/>
                          <a:cs typeface="Poppins"/>
                          <a:sym typeface="Poppins"/>
                        </a:rPr>
                        <a:t>10</a:t>
                      </a:r>
                      <a:endParaRPr sz="1400" u="none" cap="none" strike="noStrike">
                        <a:latin typeface="Poppins"/>
                        <a:ea typeface="Poppins"/>
                        <a:cs typeface="Poppins"/>
                        <a:sym typeface="Poppins"/>
                      </a:endParaRPr>
                    </a:p>
                  </a:txBody>
                  <a:tcPr marT="91425" marB="91425" marR="91425" marL="91425" anchor="ctr">
                    <a:lnT cap="flat" cmpd="sng" w="9525">
                      <a:solidFill>
                        <a:srgbClr val="00C3B1"/>
                      </a:solidFill>
                      <a:prstDash val="solid"/>
                      <a:round/>
                      <a:headEnd len="sm" w="sm" type="none"/>
                      <a:tailEnd len="sm" w="sm" type="none"/>
                    </a:lnT>
                    <a:solidFill>
                      <a:schemeClr val="dk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Poppins"/>
                          <a:ea typeface="Poppins"/>
                          <a:cs typeface="Poppins"/>
                          <a:sym typeface="Poppins"/>
                        </a:rPr>
                        <a:t>60%</a:t>
                      </a:r>
                      <a:endParaRPr sz="1400" u="none" cap="none" strike="noStrike">
                        <a:latin typeface="Poppins"/>
                        <a:ea typeface="Poppins"/>
                        <a:cs typeface="Poppins"/>
                        <a:sym typeface="Poppins"/>
                      </a:endParaRPr>
                    </a:p>
                  </a:txBody>
                  <a:tcPr marT="91425" marB="91425" marR="91425" marL="91425" anchor="ctr">
                    <a:lnT cap="flat" cmpd="sng" w="9525">
                      <a:solidFill>
                        <a:srgbClr val="00C3B1"/>
                      </a:solidFill>
                      <a:prstDash val="solid"/>
                      <a:round/>
                      <a:headEnd len="sm" w="sm" type="none"/>
                      <a:tailEnd len="sm" w="sm" type="none"/>
                    </a:lnT>
                    <a:solidFill>
                      <a:schemeClr val="dk1"/>
                    </a:solidFill>
                  </a:tcPr>
                </a:tc>
              </a:tr>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Poppins"/>
                          <a:ea typeface="Poppins"/>
                          <a:cs typeface="Poppins"/>
                          <a:sym typeface="Poppins"/>
                        </a:rPr>
                        <a:t>Final project (group) </a:t>
                      </a:r>
                      <a:endParaRPr sz="1400" u="none" cap="none" strike="noStrike">
                        <a:latin typeface="Poppins"/>
                        <a:ea typeface="Poppins"/>
                        <a:cs typeface="Poppins"/>
                        <a:sym typeface="Poppins"/>
                      </a:endParaRPr>
                    </a:p>
                    <a:p>
                      <a:pPr indent="0" lvl="0" marL="0" marR="0" rtl="0" algn="r">
                        <a:lnSpc>
                          <a:spcPct val="100000"/>
                        </a:lnSpc>
                        <a:spcBef>
                          <a:spcPts val="0"/>
                        </a:spcBef>
                        <a:spcAft>
                          <a:spcPts val="0"/>
                        </a:spcAft>
                        <a:buClr>
                          <a:srgbClr val="000000"/>
                        </a:buClr>
                        <a:buSzPts val="1400"/>
                        <a:buFont typeface="Arial"/>
                        <a:buNone/>
                      </a:pPr>
                      <a:r>
                        <a:rPr i="1" lang="en" sz="1400" u="none" cap="none" strike="noStrike">
                          <a:latin typeface="Poppins"/>
                          <a:ea typeface="Poppins"/>
                          <a:cs typeface="Poppins"/>
                          <a:sym typeface="Poppins"/>
                        </a:rPr>
                        <a:t>Report</a:t>
                      </a:r>
                      <a:endParaRPr i="1" sz="1400" u="none" cap="none" strike="noStrike">
                        <a:latin typeface="Poppins"/>
                        <a:ea typeface="Poppins"/>
                        <a:cs typeface="Poppins"/>
                        <a:sym typeface="Poppins"/>
                      </a:endParaRPr>
                    </a:p>
                    <a:p>
                      <a:pPr indent="0" lvl="0" marL="0" marR="0" rtl="0" algn="r">
                        <a:lnSpc>
                          <a:spcPct val="100000"/>
                        </a:lnSpc>
                        <a:spcBef>
                          <a:spcPts val="0"/>
                        </a:spcBef>
                        <a:spcAft>
                          <a:spcPts val="0"/>
                        </a:spcAft>
                        <a:buClr>
                          <a:srgbClr val="000000"/>
                        </a:buClr>
                        <a:buSzPts val="1400"/>
                        <a:buFont typeface="Arial"/>
                        <a:buNone/>
                      </a:pPr>
                      <a:r>
                        <a:rPr i="1" lang="en" sz="1400" u="none" cap="none" strike="noStrike">
                          <a:latin typeface="Poppins"/>
                          <a:ea typeface="Poppins"/>
                          <a:cs typeface="Poppins"/>
                          <a:sym typeface="Poppins"/>
                        </a:rPr>
                        <a:t>Presentation</a:t>
                      </a:r>
                      <a:endParaRPr i="1" sz="1400" u="none" cap="none" strike="noStrike">
                        <a:latin typeface="Poppins"/>
                        <a:ea typeface="Poppins"/>
                        <a:cs typeface="Poppins"/>
                        <a:sym typeface="Poppins"/>
                      </a:endParaRPr>
                    </a:p>
                  </a:txBody>
                  <a:tcPr marT="91425" marB="91425" marR="91425" marL="91425" anchor="ctr">
                    <a:solidFill>
                      <a:schemeClr val="dk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Poppins"/>
                          <a:ea typeface="Poppins"/>
                          <a:cs typeface="Poppins"/>
                          <a:sym typeface="Poppins"/>
                        </a:rPr>
                        <a:t>2</a:t>
                      </a:r>
                      <a:endParaRPr sz="1400" u="none" cap="none" strike="noStrike">
                        <a:latin typeface="Poppins"/>
                        <a:ea typeface="Poppins"/>
                        <a:cs typeface="Poppins"/>
                        <a:sym typeface="Poppins"/>
                      </a:endParaRPr>
                    </a:p>
                  </a:txBody>
                  <a:tcPr marT="91425" marB="91425" marR="91425" marL="91425" anchor="ctr">
                    <a:solidFill>
                      <a:schemeClr val="dk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Poppins"/>
                          <a:ea typeface="Poppins"/>
                          <a:cs typeface="Poppins"/>
                          <a:sym typeface="Poppins"/>
                        </a:rPr>
                        <a:t>40%</a:t>
                      </a:r>
                      <a:endParaRPr sz="1400" u="none" cap="none" strike="noStrike">
                        <a:latin typeface="Poppins"/>
                        <a:ea typeface="Poppins"/>
                        <a:cs typeface="Poppins"/>
                        <a:sym typeface="Poppins"/>
                      </a:endParaRPr>
                    </a:p>
                  </a:txBody>
                  <a:tcPr marT="91425" marB="91425" marR="91425" marL="91425" anchor="ctr">
                    <a:solidFill>
                      <a:schemeClr val="dk1"/>
                    </a:solidFill>
                  </a:tcPr>
                </a:tc>
              </a:tr>
            </a:tbl>
          </a:graphicData>
        </a:graphic>
      </p:graphicFrame>
      <p:sp>
        <p:nvSpPr>
          <p:cNvPr id="1048" name="Google Shape;1048;p22"/>
          <p:cNvSpPr txBox="1"/>
          <p:nvPr>
            <p:ph idx="21" type="title"/>
          </p:nvPr>
        </p:nvSpPr>
        <p:spPr>
          <a:xfrm>
            <a:off x="817975" y="10177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3000"/>
              <a:buNone/>
            </a:pPr>
            <a:r>
              <a:rPr b="0" lang="en" sz="1600"/>
              <a:t>Class program focused on the development of a data analysis project based on a specific research question.  </a:t>
            </a:r>
            <a:endParaRPr b="0" sz="1600"/>
          </a:p>
          <a:p>
            <a:pPr indent="0" lvl="0" marL="0" rtl="0" algn="l">
              <a:lnSpc>
                <a:spcPct val="115000"/>
              </a:lnSpc>
              <a:spcBef>
                <a:spcPts val="1200"/>
              </a:spcBef>
              <a:spcAft>
                <a:spcPts val="1200"/>
              </a:spcAft>
              <a:buSzPts val="3000"/>
              <a:buNone/>
            </a:pPr>
            <a:r>
              <a:rPr b="0" lang="en" sz="1600"/>
              <a:t>Throughout the semester, we will be developing the project with weekly deliverables.</a:t>
            </a:r>
            <a:endParaRPr b="0" sz="16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p2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3000"/>
              <a:buNone/>
            </a:pPr>
            <a:r>
              <a:rPr lang="en"/>
              <a:t>Rules and Class Dynamics</a:t>
            </a:r>
            <a:endParaRPr/>
          </a:p>
        </p:txBody>
      </p:sp>
      <p:sp>
        <p:nvSpPr>
          <p:cNvPr id="1054" name="Google Shape;1054;p23"/>
          <p:cNvSpPr txBox="1"/>
          <p:nvPr>
            <p:ph idx="4294967295" type="subTitle"/>
          </p:nvPr>
        </p:nvSpPr>
        <p:spPr>
          <a:xfrm>
            <a:off x="632725" y="1120850"/>
            <a:ext cx="7989000" cy="23517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Clr>
                <a:schemeClr val="dk1"/>
              </a:buClr>
              <a:buSzPts val="1400"/>
              <a:buFont typeface="Poppins"/>
              <a:buNone/>
            </a:pPr>
            <a:r>
              <a:t/>
            </a:r>
            <a:endParaRPr b="0" i="0" sz="1400" u="none" cap="none" strike="noStrike">
              <a:solidFill>
                <a:schemeClr val="dk1"/>
              </a:solidFill>
              <a:latin typeface="Poppins"/>
              <a:ea typeface="Poppins"/>
              <a:cs typeface="Poppins"/>
              <a:sym typeface="Poppins"/>
            </a:endParaRPr>
          </a:p>
          <a:p>
            <a:pPr indent="-317500" lvl="0" marL="457200" marR="0" rtl="0" algn="l">
              <a:lnSpc>
                <a:spcPct val="115000"/>
              </a:lnSpc>
              <a:spcBef>
                <a:spcPts val="120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Attendance list</a:t>
            </a:r>
            <a:endParaRPr b="0" i="0" sz="1400" u="none" cap="none" strike="noStrike">
              <a:solidFill>
                <a:schemeClr val="dk1"/>
              </a:solidFill>
              <a:latin typeface="Poppins"/>
              <a:ea typeface="Poppins"/>
              <a:cs typeface="Poppins"/>
              <a:sym typeface="Poppins"/>
            </a:endParaRPr>
          </a:p>
          <a:p>
            <a:pPr indent="0" lvl="0" marL="457200" marR="0" rtl="0" algn="l">
              <a:lnSpc>
                <a:spcPct val="115000"/>
              </a:lnSpc>
              <a:spcBef>
                <a:spcPts val="1200"/>
              </a:spcBef>
              <a:spcAft>
                <a:spcPts val="0"/>
              </a:spcAft>
              <a:buClr>
                <a:schemeClr val="dk1"/>
              </a:buClr>
              <a:buSzPts val="1400"/>
              <a:buFont typeface="Poppins"/>
              <a:buNone/>
            </a:pPr>
            <a:r>
              <a:t/>
            </a:r>
            <a:endParaRPr b="0" i="0" sz="1400" u="none" cap="none" strike="noStrike">
              <a:solidFill>
                <a:schemeClr val="dk1"/>
              </a:solidFill>
              <a:latin typeface="Poppins"/>
              <a:ea typeface="Poppins"/>
              <a:cs typeface="Poppins"/>
              <a:sym typeface="Poppins"/>
            </a:endParaRPr>
          </a:p>
          <a:p>
            <a:pPr indent="-317500" lvl="0" marL="457200" marR="0" rtl="0" algn="l">
              <a:lnSpc>
                <a:spcPct val="115000"/>
              </a:lnSpc>
              <a:spcBef>
                <a:spcPts val="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7:15am start time + Break</a:t>
            </a:r>
            <a:endParaRPr b="0" i="0" sz="1400" u="none" cap="none" strike="noStrike">
              <a:solidFill>
                <a:schemeClr val="dk1"/>
              </a:solidFill>
              <a:latin typeface="Poppins"/>
              <a:ea typeface="Poppins"/>
              <a:cs typeface="Poppins"/>
              <a:sym typeface="Poppins"/>
            </a:endParaRPr>
          </a:p>
          <a:p>
            <a:pPr indent="0" lvl="0" marL="457200" marR="0" rtl="0" algn="l">
              <a:lnSpc>
                <a:spcPct val="115000"/>
              </a:lnSpc>
              <a:spcBef>
                <a:spcPts val="0"/>
              </a:spcBef>
              <a:spcAft>
                <a:spcPts val="0"/>
              </a:spcAft>
              <a:buClr>
                <a:schemeClr val="dk1"/>
              </a:buClr>
              <a:buSzPts val="1400"/>
              <a:buFont typeface="Poppins"/>
              <a:buNone/>
            </a:pPr>
            <a:r>
              <a:t/>
            </a:r>
            <a:endParaRPr b="0" i="0" sz="1400" u="none" cap="none" strike="noStrike">
              <a:solidFill>
                <a:schemeClr val="dk1"/>
              </a:solidFill>
              <a:latin typeface="Poppins"/>
              <a:ea typeface="Poppins"/>
              <a:cs typeface="Poppins"/>
              <a:sym typeface="Poppins"/>
            </a:endParaRPr>
          </a:p>
          <a:p>
            <a:pPr indent="-317500" lvl="0" marL="457200" marR="0" rtl="0" algn="l">
              <a:lnSpc>
                <a:spcPct val="115000"/>
              </a:lnSpc>
              <a:spcBef>
                <a:spcPts val="120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Learning space</a:t>
            </a:r>
            <a:endParaRPr b="0" i="0" sz="1400" u="none" cap="none" strike="noStrike">
              <a:solidFill>
                <a:schemeClr val="dk1"/>
              </a:solidFill>
              <a:latin typeface="Poppins"/>
              <a:ea typeface="Poppins"/>
              <a:cs typeface="Poppins"/>
              <a:sym typeface="Poppins"/>
            </a:endParaRPr>
          </a:p>
          <a:p>
            <a:pPr indent="0" lvl="0" marL="0" marR="0" rtl="0" algn="l">
              <a:lnSpc>
                <a:spcPct val="115000"/>
              </a:lnSpc>
              <a:spcBef>
                <a:spcPts val="1200"/>
              </a:spcBef>
              <a:spcAft>
                <a:spcPts val="0"/>
              </a:spcAft>
              <a:buClr>
                <a:schemeClr val="dk1"/>
              </a:buClr>
              <a:buSzPts val="1400"/>
              <a:buFont typeface="Poppins"/>
              <a:buNone/>
            </a:pPr>
            <a:r>
              <a:t/>
            </a:r>
            <a:endParaRPr b="0" i="0" sz="1400" u="none" cap="none" strike="noStrike">
              <a:solidFill>
                <a:schemeClr val="dk1"/>
              </a:solidFill>
              <a:latin typeface="Poppins"/>
              <a:ea typeface="Poppins"/>
              <a:cs typeface="Poppins"/>
              <a:sym typeface="Poppins"/>
            </a:endParaRPr>
          </a:p>
          <a:p>
            <a:pPr indent="-317500" lvl="0" marL="457200" marR="0" rtl="0" algn="l">
              <a:lnSpc>
                <a:spcPct val="115000"/>
              </a:lnSpc>
              <a:spcBef>
                <a:spcPts val="1200"/>
              </a:spcBef>
              <a:spcAft>
                <a:spcPts val="0"/>
              </a:spcAft>
              <a:buClr>
                <a:schemeClr val="dk1"/>
              </a:buClr>
              <a:buSzPts val="1400"/>
              <a:buFont typeface="Poppins"/>
              <a:buChar char="●"/>
            </a:pPr>
            <a:r>
              <a:rPr b="0" i="0" lang="en" sz="1400" u="none" cap="none" strike="noStrike">
                <a:solidFill>
                  <a:schemeClr val="dk1"/>
                </a:solidFill>
                <a:latin typeface="Poppins"/>
                <a:ea typeface="Poppins"/>
                <a:cs typeface="Poppins"/>
                <a:sym typeface="Poppins"/>
              </a:rPr>
              <a:t>Interactive and practical classes with case studies</a:t>
            </a:r>
            <a:endParaRPr b="0" i="0" sz="1400" u="none" cap="none" strike="noStrike">
              <a:solidFill>
                <a:schemeClr val="dk1"/>
              </a:solidFill>
              <a:latin typeface="Poppins"/>
              <a:ea typeface="Poppins"/>
              <a:cs typeface="Poppins"/>
              <a:sym typeface="Poppins"/>
            </a:endParaRPr>
          </a:p>
          <a:p>
            <a:pPr indent="0" lvl="0" marL="0" marR="0" rtl="0" algn="l">
              <a:lnSpc>
                <a:spcPct val="115000"/>
              </a:lnSpc>
              <a:spcBef>
                <a:spcPts val="1200"/>
              </a:spcBef>
              <a:spcAft>
                <a:spcPts val="0"/>
              </a:spcAft>
              <a:buClr>
                <a:schemeClr val="dk1"/>
              </a:buClr>
              <a:buSzPts val="1400"/>
              <a:buFont typeface="Poppins"/>
              <a:buNone/>
            </a:pPr>
            <a:r>
              <a:t/>
            </a:r>
            <a:endParaRPr b="0" i="0" sz="1400" u="none" cap="none" strike="noStrike">
              <a:solidFill>
                <a:schemeClr val="dk1"/>
              </a:solidFill>
              <a:latin typeface="Poppins"/>
              <a:ea typeface="Poppins"/>
              <a:cs typeface="Poppins"/>
              <a:sym typeface="Poppins"/>
            </a:endParaRPr>
          </a:p>
          <a:p>
            <a:pPr indent="0" lvl="0" marL="0" marR="0" rtl="0" algn="l">
              <a:lnSpc>
                <a:spcPct val="115000"/>
              </a:lnSpc>
              <a:spcBef>
                <a:spcPts val="0"/>
              </a:spcBef>
              <a:spcAft>
                <a:spcPts val="0"/>
              </a:spcAft>
              <a:buClr>
                <a:schemeClr val="dk1"/>
              </a:buClr>
              <a:buSzPts val="1400"/>
              <a:buFont typeface="Poppins"/>
              <a:buNone/>
            </a:pPr>
            <a:r>
              <a:t/>
            </a:r>
            <a:endParaRPr b="0" i="0" sz="1400" u="none" cap="none" strike="noStrike">
              <a:solidFill>
                <a:schemeClr val="dk1"/>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2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Main literature </a:t>
            </a:r>
            <a:endParaRPr/>
          </a:p>
        </p:txBody>
      </p:sp>
      <p:sp>
        <p:nvSpPr>
          <p:cNvPr id="1060" name="Google Shape;1060;p24"/>
          <p:cNvSpPr txBox="1"/>
          <p:nvPr>
            <p:ph idx="1" type="subTitle"/>
          </p:nvPr>
        </p:nvSpPr>
        <p:spPr>
          <a:xfrm>
            <a:off x="1136600" y="2280575"/>
            <a:ext cx="4956600" cy="55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sz="1800">
                <a:latin typeface="Calibri"/>
                <a:ea typeface="Calibri"/>
                <a:cs typeface="Calibri"/>
                <a:sym typeface="Calibri"/>
              </a:rPr>
              <a:t>https://leanpub.com/datasciencebook</a:t>
            </a:r>
            <a:endParaRPr/>
          </a:p>
        </p:txBody>
      </p:sp>
      <p:sp>
        <p:nvSpPr>
          <p:cNvPr id="1061" name="Google Shape;1061;p24"/>
          <p:cNvSpPr txBox="1"/>
          <p:nvPr>
            <p:ph idx="2" type="subTitle"/>
          </p:nvPr>
        </p:nvSpPr>
        <p:spPr>
          <a:xfrm>
            <a:off x="1136603" y="1814828"/>
            <a:ext cx="1900500" cy="36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t>Rafael Irizarry</a:t>
            </a:r>
            <a:endParaRPr b="1"/>
          </a:p>
        </p:txBody>
      </p:sp>
      <p:sp>
        <p:nvSpPr>
          <p:cNvPr id="1062" name="Google Shape;1062;p24"/>
          <p:cNvSpPr txBox="1"/>
          <p:nvPr>
            <p:ph idx="3" type="subTitle"/>
          </p:nvPr>
        </p:nvSpPr>
        <p:spPr>
          <a:xfrm>
            <a:off x="1053769" y="1407800"/>
            <a:ext cx="5582700" cy="5589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Clr>
                <a:srgbClr val="000000"/>
              </a:buClr>
              <a:buSzPts val="2400"/>
              <a:buFont typeface="Arial"/>
              <a:buNone/>
            </a:pPr>
            <a:r>
              <a:rPr b="0" i="1" lang="en" sz="3600">
                <a:latin typeface="Calibri"/>
                <a:ea typeface="Calibri"/>
                <a:cs typeface="Calibri"/>
                <a:sym typeface="Calibri"/>
              </a:rPr>
              <a:t>Introduction to Data Science</a:t>
            </a:r>
            <a:endParaRPr b="0" i="1"/>
          </a:p>
        </p:txBody>
      </p:sp>
      <p:sp>
        <p:nvSpPr>
          <p:cNvPr id="1063" name="Google Shape;1063;p24"/>
          <p:cNvSpPr/>
          <p:nvPr/>
        </p:nvSpPr>
        <p:spPr>
          <a:xfrm>
            <a:off x="3893300" y="2839475"/>
            <a:ext cx="4403700" cy="2062200"/>
          </a:xfrm>
          <a:prstGeom prst="roundRect">
            <a:avLst>
              <a:gd fmla="val 16667" name="adj"/>
            </a:avLst>
          </a:prstGeom>
          <a:solidFill>
            <a:srgbClr val="7994A9">
              <a:alpha val="64313"/>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p24"/>
          <p:cNvSpPr txBox="1"/>
          <p:nvPr>
            <p:ph type="title"/>
          </p:nvPr>
        </p:nvSpPr>
        <p:spPr>
          <a:xfrm>
            <a:off x="4025600" y="2913788"/>
            <a:ext cx="42714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sz="2200"/>
              <a:t>Extra resources (Twitter/X) </a:t>
            </a:r>
            <a:endParaRPr sz="2200"/>
          </a:p>
        </p:txBody>
      </p:sp>
      <p:sp>
        <p:nvSpPr>
          <p:cNvPr id="1065" name="Google Shape;1065;p24"/>
          <p:cNvSpPr txBox="1"/>
          <p:nvPr>
            <p:ph idx="2" type="subTitle"/>
          </p:nvPr>
        </p:nvSpPr>
        <p:spPr>
          <a:xfrm>
            <a:off x="4260797" y="3408400"/>
            <a:ext cx="4146600" cy="36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b="1" lang="en"/>
              <a:t>R DS Community </a:t>
            </a:r>
            <a:r>
              <a:rPr lang="en"/>
              <a:t>@R4DScommunity</a:t>
            </a:r>
            <a:endParaRPr b="1"/>
          </a:p>
          <a:p>
            <a:pPr indent="0" lvl="0" marL="0" rtl="0" algn="l">
              <a:lnSpc>
                <a:spcPct val="115000"/>
              </a:lnSpc>
              <a:spcBef>
                <a:spcPts val="0"/>
              </a:spcBef>
              <a:spcAft>
                <a:spcPts val="0"/>
              </a:spcAft>
              <a:buSzPts val="1400"/>
              <a:buNone/>
            </a:pPr>
            <a:r>
              <a:rPr b="1" lang="en"/>
              <a:t>Hadley Wickham</a:t>
            </a:r>
            <a:r>
              <a:rPr lang="en"/>
              <a:t> @hadleywickham</a:t>
            </a:r>
            <a:endParaRPr/>
          </a:p>
          <a:p>
            <a:pPr indent="0" lvl="0" marL="0" rtl="0" algn="l">
              <a:lnSpc>
                <a:spcPct val="115000"/>
              </a:lnSpc>
              <a:spcBef>
                <a:spcPts val="0"/>
              </a:spcBef>
              <a:spcAft>
                <a:spcPts val="0"/>
              </a:spcAft>
              <a:buSzPts val="1400"/>
              <a:buNone/>
            </a:pPr>
            <a:r>
              <a:rPr b="1" lang="en"/>
              <a:t>Matt Dancho  </a:t>
            </a:r>
            <a:r>
              <a:rPr lang="en"/>
              <a:t>@mdancho84</a:t>
            </a:r>
            <a:endParaRPr/>
          </a:p>
          <a:p>
            <a:pPr indent="0" lvl="0" marL="0" rtl="0" algn="l">
              <a:lnSpc>
                <a:spcPct val="115000"/>
              </a:lnSpc>
              <a:spcBef>
                <a:spcPts val="0"/>
              </a:spcBef>
              <a:spcAft>
                <a:spcPts val="0"/>
              </a:spcAft>
              <a:buSzPts val="1400"/>
              <a:buNone/>
            </a:pPr>
            <a:r>
              <a:rPr b="1" lang="en"/>
              <a:t>Giuseppe Cavaliere </a:t>
            </a:r>
            <a:r>
              <a:rPr lang="en"/>
              <a:t>@CavaliereGiu</a:t>
            </a:r>
            <a:endParaRPr/>
          </a:p>
          <a:p>
            <a:pPr indent="0" lvl="0" marL="0" rtl="0" algn="l">
              <a:lnSpc>
                <a:spcPct val="115000"/>
              </a:lnSpc>
              <a:spcBef>
                <a:spcPts val="0"/>
              </a:spcBef>
              <a:spcAft>
                <a:spcPts val="0"/>
              </a:spcAft>
              <a:buSzPts val="1400"/>
              <a:buNone/>
            </a:pPr>
            <a:r>
              <a:rPr b="1" lang="en"/>
              <a:t>Rosana Ferrero </a:t>
            </a:r>
            <a:r>
              <a:rPr lang="en"/>
              <a:t>@RosanaFerrero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sp>
        <p:nvSpPr>
          <p:cNvPr id="1070" name="Google Shape;1070;p25"/>
          <p:cNvSpPr txBox="1"/>
          <p:nvPr>
            <p:ph type="title"/>
          </p:nvPr>
        </p:nvSpPr>
        <p:spPr>
          <a:xfrm>
            <a:off x="568150" y="25175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solidFill>
                  <a:srgbClr val="00C3B1"/>
                </a:solidFill>
              </a:rPr>
              <a:t>Skills</a:t>
            </a:r>
            <a:endParaRPr>
              <a:solidFill>
                <a:srgbClr val="00C3B1"/>
              </a:solidFill>
            </a:endParaRPr>
          </a:p>
        </p:txBody>
      </p:sp>
      <p:sp>
        <p:nvSpPr>
          <p:cNvPr id="1071" name="Google Shape;1071;p25"/>
          <p:cNvSpPr txBox="1"/>
          <p:nvPr>
            <p:ph idx="2" type="subTitle"/>
          </p:nvPr>
        </p:nvSpPr>
        <p:spPr>
          <a:xfrm>
            <a:off x="632725" y="1120850"/>
            <a:ext cx="7989000" cy="14514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1400"/>
              <a:buNone/>
            </a:pPr>
            <a:r>
              <a:t/>
            </a:r>
            <a:endParaRPr/>
          </a:p>
          <a:p>
            <a:pPr indent="-317500" lvl="0" marL="457200" rtl="0" algn="l">
              <a:lnSpc>
                <a:spcPct val="115000"/>
              </a:lnSpc>
              <a:spcBef>
                <a:spcPts val="0"/>
              </a:spcBef>
              <a:spcAft>
                <a:spcPts val="0"/>
              </a:spcAft>
              <a:buSzPts val="1400"/>
              <a:buChar char="●"/>
            </a:pPr>
            <a:r>
              <a:rPr lang="en"/>
              <a:t>Introduction to the world of data science </a:t>
            </a:r>
            <a:endParaRPr/>
          </a:p>
          <a:p>
            <a:pPr indent="-317500" lvl="0" marL="457200" rtl="0" algn="l">
              <a:lnSpc>
                <a:spcPct val="115000"/>
              </a:lnSpc>
              <a:spcBef>
                <a:spcPts val="0"/>
              </a:spcBef>
              <a:spcAft>
                <a:spcPts val="0"/>
              </a:spcAft>
              <a:buSzPts val="1400"/>
              <a:buChar char="●"/>
            </a:pPr>
            <a:r>
              <a:rPr lang="en"/>
              <a:t>Preparation and formulation of research questions </a:t>
            </a:r>
            <a:endParaRPr/>
          </a:p>
          <a:p>
            <a:pPr indent="-317500" lvl="0" marL="457200" rtl="0" algn="l">
              <a:lnSpc>
                <a:spcPct val="115000"/>
              </a:lnSpc>
              <a:spcBef>
                <a:spcPts val="0"/>
              </a:spcBef>
              <a:spcAft>
                <a:spcPts val="0"/>
              </a:spcAft>
              <a:buSzPts val="1400"/>
              <a:buChar char="●"/>
            </a:pPr>
            <a:r>
              <a:rPr lang="en"/>
              <a:t>Data science type A (Data Processing and Analysis)</a:t>
            </a:r>
            <a:endParaRPr/>
          </a:p>
          <a:p>
            <a:pPr indent="-317500" lvl="0" marL="457200" rtl="0" algn="l">
              <a:lnSpc>
                <a:spcPct val="115000"/>
              </a:lnSpc>
              <a:spcBef>
                <a:spcPts val="0"/>
              </a:spcBef>
              <a:spcAft>
                <a:spcPts val="0"/>
              </a:spcAft>
              <a:buSzPts val="1400"/>
              <a:buChar char="●"/>
            </a:pPr>
            <a:r>
              <a:rPr lang="en"/>
              <a:t> Development of data analysis projects based on a research question</a:t>
            </a:r>
            <a:endParaRPr/>
          </a:p>
        </p:txBody>
      </p:sp>
      <p:sp>
        <p:nvSpPr>
          <p:cNvPr id="1072" name="Google Shape;1072;p25"/>
          <p:cNvSpPr txBox="1"/>
          <p:nvPr>
            <p:ph idx="7" type="subTitle"/>
          </p:nvPr>
        </p:nvSpPr>
        <p:spPr>
          <a:xfrm>
            <a:off x="815866" y="909550"/>
            <a:ext cx="6822000" cy="505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1200"/>
              </a:spcBef>
              <a:spcAft>
                <a:spcPts val="1200"/>
              </a:spcAft>
              <a:buSzPts val="2400"/>
              <a:buNone/>
            </a:pPr>
            <a:r>
              <a:rPr lang="en" sz="2100"/>
              <a:t>What can you expect from the course?  </a:t>
            </a:r>
            <a:endParaRPr sz="2100"/>
          </a:p>
        </p:txBody>
      </p:sp>
      <p:sp>
        <p:nvSpPr>
          <p:cNvPr id="1073" name="Google Shape;1073;p25"/>
          <p:cNvSpPr txBox="1"/>
          <p:nvPr>
            <p:ph idx="2" type="subTitle"/>
          </p:nvPr>
        </p:nvSpPr>
        <p:spPr>
          <a:xfrm>
            <a:off x="701750" y="2854125"/>
            <a:ext cx="7989000" cy="14514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SzPts val="1400"/>
              <a:buNone/>
            </a:pPr>
            <a:r>
              <a:t/>
            </a:r>
            <a:endParaRPr/>
          </a:p>
          <a:p>
            <a:pPr indent="-317500" lvl="0" marL="457200" rtl="0" algn="l">
              <a:lnSpc>
                <a:spcPct val="115000"/>
              </a:lnSpc>
              <a:spcBef>
                <a:spcPts val="0"/>
              </a:spcBef>
              <a:spcAft>
                <a:spcPts val="0"/>
              </a:spcAft>
              <a:buSzPts val="1400"/>
              <a:buChar char="●"/>
            </a:pPr>
            <a:r>
              <a:rPr lang="en"/>
              <a:t>Computer science, data structures, algorithms </a:t>
            </a:r>
            <a:endParaRPr/>
          </a:p>
          <a:p>
            <a:pPr indent="-317500" lvl="0" marL="457200" rtl="0" algn="l">
              <a:lnSpc>
                <a:spcPct val="115000"/>
              </a:lnSpc>
              <a:spcBef>
                <a:spcPts val="0"/>
              </a:spcBef>
              <a:spcAft>
                <a:spcPts val="0"/>
              </a:spcAft>
              <a:buSzPts val="1400"/>
              <a:buChar char="●"/>
            </a:pPr>
            <a:r>
              <a:rPr lang="en"/>
              <a:t>Web services, interactive graphics* </a:t>
            </a:r>
            <a:endParaRPr/>
          </a:p>
          <a:p>
            <a:pPr indent="-317500" lvl="0" marL="457200" rtl="0" algn="l">
              <a:lnSpc>
                <a:spcPct val="115000"/>
              </a:lnSpc>
              <a:spcBef>
                <a:spcPts val="0"/>
              </a:spcBef>
              <a:spcAft>
                <a:spcPts val="0"/>
              </a:spcAft>
              <a:buSzPts val="1400"/>
              <a:buChar char="●"/>
            </a:pPr>
            <a:r>
              <a:rPr lang="en"/>
              <a:t>In-depth study of statistical concepts or causal inference</a:t>
            </a:r>
            <a:endParaRPr/>
          </a:p>
        </p:txBody>
      </p:sp>
      <p:sp>
        <p:nvSpPr>
          <p:cNvPr id="1074" name="Google Shape;1074;p25"/>
          <p:cNvSpPr txBox="1"/>
          <p:nvPr>
            <p:ph idx="7" type="subTitle"/>
          </p:nvPr>
        </p:nvSpPr>
        <p:spPr>
          <a:xfrm>
            <a:off x="815866" y="2697050"/>
            <a:ext cx="6822000" cy="5055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1200"/>
              </a:spcBef>
              <a:spcAft>
                <a:spcPts val="1200"/>
              </a:spcAft>
              <a:buSzPts val="2400"/>
              <a:buNone/>
            </a:pPr>
            <a:r>
              <a:rPr lang="en" sz="2100"/>
              <a:t>What NOT to expect from the subject?  </a:t>
            </a:r>
            <a:endParaRPr sz="2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26"/>
          <p:cNvSpPr txBox="1"/>
          <p:nvPr>
            <p:ph type="title"/>
          </p:nvPr>
        </p:nvSpPr>
        <p:spPr>
          <a:xfrm>
            <a:off x="469550" y="1922200"/>
            <a:ext cx="8210400" cy="11613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 sz="4700"/>
              <a:t>What expectations do you have for the course? </a:t>
            </a:r>
            <a:endParaRPr sz="4700"/>
          </a:p>
        </p:txBody>
      </p:sp>
      <p:cxnSp>
        <p:nvCxnSpPr>
          <p:cNvPr id="1080" name="Google Shape;1080;p26"/>
          <p:cNvCxnSpPr/>
          <p:nvPr/>
        </p:nvCxnSpPr>
        <p:spPr>
          <a:xfrm>
            <a:off x="4106397" y="3151854"/>
            <a:ext cx="931200" cy="0"/>
          </a:xfrm>
          <a:prstGeom prst="straightConnector1">
            <a:avLst/>
          </a:prstGeom>
          <a:noFill/>
          <a:ln cap="flat" cmpd="sng" w="76200">
            <a:solidFill>
              <a:schemeClr val="lt2"/>
            </a:solidFill>
            <a:prstDash val="solid"/>
            <a:round/>
            <a:headEnd len="sm" w="sm" type="none"/>
            <a:tailEnd len="sm" w="sm"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27"/>
          <p:cNvSpPr txBox="1"/>
          <p:nvPr>
            <p:ph type="title"/>
          </p:nvPr>
        </p:nvSpPr>
        <p:spPr>
          <a:xfrm>
            <a:off x="537375" y="423825"/>
            <a:ext cx="8255100" cy="731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3000"/>
              <a:buNone/>
            </a:pPr>
            <a:r>
              <a:rPr lang="en" sz="3000"/>
              <a:t>Task for next week: </a:t>
            </a:r>
            <a:endParaRPr sz="3000"/>
          </a:p>
        </p:txBody>
      </p:sp>
      <p:cxnSp>
        <p:nvCxnSpPr>
          <p:cNvPr id="1086" name="Google Shape;1086;p27"/>
          <p:cNvCxnSpPr/>
          <p:nvPr/>
        </p:nvCxnSpPr>
        <p:spPr>
          <a:xfrm>
            <a:off x="1807272" y="1309279"/>
            <a:ext cx="931200" cy="0"/>
          </a:xfrm>
          <a:prstGeom prst="straightConnector1">
            <a:avLst/>
          </a:prstGeom>
          <a:noFill/>
          <a:ln cap="flat" cmpd="sng" w="76200">
            <a:solidFill>
              <a:schemeClr val="lt2"/>
            </a:solidFill>
            <a:prstDash val="solid"/>
            <a:round/>
            <a:headEnd len="sm" w="sm" type="none"/>
            <a:tailEnd len="sm" w="sm" type="none"/>
          </a:ln>
        </p:spPr>
      </p:cxnSp>
      <p:sp>
        <p:nvSpPr>
          <p:cNvPr id="1087" name="Google Shape;1087;p27"/>
          <p:cNvSpPr txBox="1"/>
          <p:nvPr>
            <p:ph type="title"/>
          </p:nvPr>
        </p:nvSpPr>
        <p:spPr>
          <a:xfrm>
            <a:off x="262775" y="1660125"/>
            <a:ext cx="8255100" cy="2512200"/>
          </a:xfrm>
          <a:prstGeom prst="rect">
            <a:avLst/>
          </a:prstGeom>
          <a:noFill/>
          <a:ln>
            <a:noFill/>
          </a:ln>
        </p:spPr>
        <p:txBody>
          <a:bodyPr anchorCtr="0" anchor="b" bIns="91425" lIns="91425" spcFirstLastPara="1" rIns="91425" wrap="square" tIns="91425">
            <a:noAutofit/>
          </a:bodyPr>
          <a:lstStyle/>
          <a:p>
            <a:pPr indent="-387350" lvl="0" marL="457200" rtl="0" algn="ctr">
              <a:lnSpc>
                <a:spcPct val="100000"/>
              </a:lnSpc>
              <a:spcBef>
                <a:spcPts val="0"/>
              </a:spcBef>
              <a:spcAft>
                <a:spcPts val="0"/>
              </a:spcAft>
              <a:buSzPts val="2500"/>
              <a:buAutoNum type="arabicPeriod"/>
            </a:pPr>
            <a:r>
              <a:rPr b="0" lang="en" sz="2500"/>
              <a:t>Download R and RStudio from your personal computer or laptop</a:t>
            </a:r>
            <a:endParaRPr b="0" sz="2500"/>
          </a:p>
          <a:p>
            <a:pPr indent="0" lvl="0" marL="0" rtl="0" algn="ctr">
              <a:lnSpc>
                <a:spcPct val="100000"/>
              </a:lnSpc>
              <a:spcBef>
                <a:spcPts val="0"/>
              </a:spcBef>
              <a:spcAft>
                <a:spcPts val="0"/>
              </a:spcAft>
              <a:buSzPts val="3000"/>
              <a:buNone/>
            </a:pPr>
            <a:r>
              <a:t/>
            </a:r>
            <a:endParaRPr b="0" sz="2500"/>
          </a:p>
          <a:p>
            <a:pPr indent="-387350" lvl="0" marL="457200" rtl="0" algn="ctr">
              <a:lnSpc>
                <a:spcPct val="100000"/>
              </a:lnSpc>
              <a:spcBef>
                <a:spcPts val="0"/>
              </a:spcBef>
              <a:spcAft>
                <a:spcPts val="0"/>
              </a:spcAft>
              <a:buSzPts val="2500"/>
              <a:buAutoNum type="arabicPeriod"/>
            </a:pPr>
            <a:r>
              <a:rPr b="0" lang="en" sz="2500"/>
              <a:t>Read </a:t>
            </a:r>
            <a:r>
              <a:rPr b="0" lang="en" sz="2500" u="sng">
                <a:solidFill>
                  <a:schemeClr val="hlink"/>
                </a:solidFill>
                <a:hlinkClick r:id="rId3"/>
              </a:rPr>
              <a:t>this article</a:t>
            </a:r>
            <a:r>
              <a:rPr b="0" lang="en" sz="2500"/>
              <a:t> on how to install R + an introduction to basic functionalities</a:t>
            </a:r>
            <a:endParaRPr b="0" sz="2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tistical Methods in Public Health - Master of Science in Biostatistics by Slidesgo">
  <a:themeElements>
    <a:clrScheme name="Simple Light">
      <a:dk1>
        <a:srgbClr val="FFFFFF"/>
      </a:dk1>
      <a:lt1>
        <a:srgbClr val="295D82"/>
      </a:lt1>
      <a:dk2>
        <a:srgbClr val="0A244F"/>
      </a:dk2>
      <a:lt2>
        <a:srgbClr val="00DFD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