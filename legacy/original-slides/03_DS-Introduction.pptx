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</p:sldIdLst>
  <p:sldSz cy="5143500" cx="9144000"/>
  <p:notesSz cx="6858000" cy="9144000"/>
  <p:embeddedFontLst>
    <p:embeddedFont>
      <p:font typeface="Poppins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0" roundtripDataSignature="AMtx7minnJ14C7eskWNjwKzXL0m8et+H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font" Target="fonts/Poppins-bold.fntdata"/><Relationship Id="rId14" Type="http://schemas.openxmlformats.org/officeDocument/2006/relationships/slide" Target="slides/slide10.xml"/><Relationship Id="rId36" Type="http://schemas.openxmlformats.org/officeDocument/2006/relationships/font" Target="fonts/Poppins-regular.fntdata"/><Relationship Id="rId17" Type="http://schemas.openxmlformats.org/officeDocument/2006/relationships/slide" Target="slides/slide13.xml"/><Relationship Id="rId39" Type="http://schemas.openxmlformats.org/officeDocument/2006/relationships/font" Target="fonts/Poppins-boldItalic.fntdata"/><Relationship Id="rId16" Type="http://schemas.openxmlformats.org/officeDocument/2006/relationships/slide" Target="slides/slide12.xml"/><Relationship Id="rId38" Type="http://schemas.openxmlformats.org/officeDocument/2006/relationships/font" Target="fonts/Poppins-italic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0" name="Google Shape;69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9" name="Google Shape;6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7" name="Google Shape;7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4" name="Google Shape;7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0" name="Google Shape;72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7" name="Google Shape;72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2" name="Google Shape;73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4" name="Google Shape;74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7" name="Google Shape;75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0" name="Google Shape;77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3" name="Google Shape;78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6" name="Google Shape;79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8" name="Google Shape;80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1" name="Google Shape;82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4" name="Google Shape;83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7" name="Google Shape;84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0" name="Google Shape;86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2" name="Google Shape;87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5" name="Google Shape;88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8" name="Google Shape;89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1" name="Google Shape;91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4" name="Google Shape;92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6" name="Google Shape;93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9" name="Google Shape;94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2" name="Google Shape;96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5" name="Google Shape;975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8" name="Google Shape;988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4" name="Google Shape;994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0" name="Google Shape;1000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2" name="Google Shape;1012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p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7" name="Google Shape;1017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33"/>
          <p:cNvSpPr txBox="1"/>
          <p:nvPr>
            <p:ph type="ctrTitle"/>
          </p:nvPr>
        </p:nvSpPr>
        <p:spPr>
          <a:xfrm>
            <a:off x="846900" y="1098283"/>
            <a:ext cx="7584000" cy="2247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1" name="Google Shape;11;p33"/>
          <p:cNvSpPr txBox="1"/>
          <p:nvPr>
            <p:ph idx="1" type="subTitle"/>
          </p:nvPr>
        </p:nvSpPr>
        <p:spPr>
          <a:xfrm>
            <a:off x="846900" y="3728338"/>
            <a:ext cx="45288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2" name="Google Shape;12;p33"/>
          <p:cNvGrpSpPr/>
          <p:nvPr/>
        </p:nvGrpSpPr>
        <p:grpSpPr>
          <a:xfrm>
            <a:off x="-747801" y="-707126"/>
            <a:ext cx="10297750" cy="6227885"/>
            <a:chOff x="-747801" y="-707126"/>
            <a:chExt cx="10297750" cy="6227885"/>
          </a:xfrm>
        </p:grpSpPr>
        <p:grpSp>
          <p:nvGrpSpPr>
            <p:cNvPr id="13" name="Google Shape;13;p33"/>
            <p:cNvGrpSpPr/>
            <p:nvPr/>
          </p:nvGrpSpPr>
          <p:grpSpPr>
            <a:xfrm>
              <a:off x="-747801" y="-707126"/>
              <a:ext cx="2577275" cy="1833510"/>
              <a:chOff x="781874" y="1294774"/>
              <a:chExt cx="2577275" cy="1833510"/>
            </a:xfrm>
          </p:grpSpPr>
          <p:sp>
            <p:nvSpPr>
              <p:cNvPr id="14" name="Google Shape;14;p33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15;p33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16;p33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17;p33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" name="Google Shape;18;p33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19;p33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20;p33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21;p33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22;p33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23;p33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" name="Google Shape;24;p33"/>
            <p:cNvGrpSpPr/>
            <p:nvPr/>
          </p:nvGrpSpPr>
          <p:grpSpPr>
            <a:xfrm>
              <a:off x="6972674" y="3687249"/>
              <a:ext cx="2577275" cy="1833510"/>
              <a:chOff x="781874" y="1294774"/>
              <a:chExt cx="2577275" cy="1833510"/>
            </a:xfrm>
          </p:grpSpPr>
          <p:sp>
            <p:nvSpPr>
              <p:cNvPr id="25" name="Google Shape;25;p33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26;p33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" name="Google Shape;27;p33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" name="Google Shape;28;p33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" name="Google Shape;29;p33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" name="Google Shape;30;p33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" name="Google Shape;31;p33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" name="Google Shape;32;p33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" name="Google Shape;33;p33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34;p33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34"/>
          <p:cNvSpPr txBox="1"/>
          <p:nvPr>
            <p:ph type="title"/>
          </p:nvPr>
        </p:nvSpPr>
        <p:spPr>
          <a:xfrm>
            <a:off x="713225" y="2344050"/>
            <a:ext cx="5067600" cy="92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8" name="Google Shape;38;p34"/>
          <p:cNvSpPr txBox="1"/>
          <p:nvPr>
            <p:ph idx="2" type="title"/>
          </p:nvPr>
        </p:nvSpPr>
        <p:spPr>
          <a:xfrm>
            <a:off x="713225" y="1353475"/>
            <a:ext cx="16521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34"/>
          <p:cNvSpPr txBox="1"/>
          <p:nvPr>
            <p:ph idx="1" type="subTitle"/>
          </p:nvPr>
        </p:nvSpPr>
        <p:spPr>
          <a:xfrm>
            <a:off x="713225" y="3415025"/>
            <a:ext cx="50676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0" name="Google Shape;40;p34"/>
          <p:cNvGrpSpPr/>
          <p:nvPr/>
        </p:nvGrpSpPr>
        <p:grpSpPr>
          <a:xfrm>
            <a:off x="6172199" y="136174"/>
            <a:ext cx="2791650" cy="4892530"/>
            <a:chOff x="6172199" y="136174"/>
            <a:chExt cx="2791650" cy="4892530"/>
          </a:xfrm>
        </p:grpSpPr>
        <p:grpSp>
          <p:nvGrpSpPr>
            <p:cNvPr id="41" name="Google Shape;41;p34"/>
            <p:cNvGrpSpPr/>
            <p:nvPr/>
          </p:nvGrpSpPr>
          <p:grpSpPr>
            <a:xfrm>
              <a:off x="6292024" y="136174"/>
              <a:ext cx="2577275" cy="1833510"/>
              <a:chOff x="781874" y="1294774"/>
              <a:chExt cx="2577275" cy="1833510"/>
            </a:xfrm>
          </p:grpSpPr>
          <p:sp>
            <p:nvSpPr>
              <p:cNvPr id="42" name="Google Shape;42;p34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43;p34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44;p34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" name="Google Shape;45;p34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" name="Google Shape;46;p34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" name="Google Shape;47;p34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" name="Google Shape;48;p34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" name="Google Shape;49;p34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" name="Google Shape;50;p34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" name="Google Shape;51;p34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2" name="Google Shape;52;p34"/>
            <p:cNvGrpSpPr/>
            <p:nvPr/>
          </p:nvGrpSpPr>
          <p:grpSpPr>
            <a:xfrm>
              <a:off x="8027339" y="2095605"/>
              <a:ext cx="936510" cy="688006"/>
              <a:chOff x="3235964" y="2587955"/>
              <a:chExt cx="936510" cy="688006"/>
            </a:xfrm>
          </p:grpSpPr>
          <p:sp>
            <p:nvSpPr>
              <p:cNvPr id="53" name="Google Shape;53;p34"/>
              <p:cNvSpPr/>
              <p:nvPr/>
            </p:nvSpPr>
            <p:spPr>
              <a:xfrm rot="10800000">
                <a:off x="3647474" y="258795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" name="Google Shape;54;p34"/>
              <p:cNvSpPr/>
              <p:nvPr/>
            </p:nvSpPr>
            <p:spPr>
              <a:xfrm rot="10800000">
                <a:off x="3235964" y="281786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5" name="Google Shape;55;p34"/>
            <p:cNvGrpSpPr/>
            <p:nvPr/>
          </p:nvGrpSpPr>
          <p:grpSpPr>
            <a:xfrm>
              <a:off x="8027628" y="3199534"/>
              <a:ext cx="935946" cy="1829159"/>
              <a:chOff x="4738303" y="2514672"/>
              <a:chExt cx="935946" cy="1829159"/>
            </a:xfrm>
          </p:grpSpPr>
          <p:sp>
            <p:nvSpPr>
              <p:cNvPr id="56" name="Google Shape;56;p34"/>
              <p:cNvSpPr/>
              <p:nvPr/>
            </p:nvSpPr>
            <p:spPr>
              <a:xfrm rot="10800000">
                <a:off x="5149249" y="274036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" name="Google Shape;57;p34"/>
              <p:cNvSpPr/>
              <p:nvPr/>
            </p:nvSpPr>
            <p:spPr>
              <a:xfrm rot="10800000">
                <a:off x="4739611" y="2971327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" name="Google Shape;58;p34"/>
              <p:cNvSpPr/>
              <p:nvPr/>
            </p:nvSpPr>
            <p:spPr>
              <a:xfrm rot="10800000">
                <a:off x="4738303" y="251467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" name="Google Shape;59;p34"/>
              <p:cNvSpPr/>
              <p:nvPr/>
            </p:nvSpPr>
            <p:spPr>
              <a:xfrm rot="10800000">
                <a:off x="5149225" y="3660116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" name="Google Shape;60;p34"/>
              <p:cNvSpPr/>
              <p:nvPr/>
            </p:nvSpPr>
            <p:spPr>
              <a:xfrm rot="10800000">
                <a:off x="4739588" y="388573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" name="Google Shape;61;p34"/>
              <p:cNvSpPr/>
              <p:nvPr/>
            </p:nvSpPr>
            <p:spPr>
              <a:xfrm rot="10800000">
                <a:off x="4739588" y="3427767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2" name="Google Shape;62;p34"/>
            <p:cNvGrpSpPr/>
            <p:nvPr/>
          </p:nvGrpSpPr>
          <p:grpSpPr>
            <a:xfrm>
              <a:off x="6172199" y="4113949"/>
              <a:ext cx="1345775" cy="914755"/>
              <a:chOff x="2264799" y="3654374"/>
              <a:chExt cx="1345775" cy="914755"/>
            </a:xfrm>
          </p:grpSpPr>
          <p:sp>
            <p:nvSpPr>
              <p:cNvPr id="63" name="Google Shape;63;p34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" name="Google Shape;64;p34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" name="Google Shape;65;p34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" name="Google Shape;66;p34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35"/>
          <p:cNvSpPr txBox="1"/>
          <p:nvPr>
            <p:ph type="title"/>
          </p:nvPr>
        </p:nvSpPr>
        <p:spPr>
          <a:xfrm>
            <a:off x="2135550" y="1541188"/>
            <a:ext cx="4872900" cy="116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6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0" name="Google Shape;70;p35"/>
          <p:cNvSpPr txBox="1"/>
          <p:nvPr>
            <p:ph idx="1" type="subTitle"/>
          </p:nvPr>
        </p:nvSpPr>
        <p:spPr>
          <a:xfrm>
            <a:off x="2135550" y="2931213"/>
            <a:ext cx="48729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1" name="Google Shape;71;p35"/>
          <p:cNvGrpSpPr/>
          <p:nvPr/>
        </p:nvGrpSpPr>
        <p:grpSpPr>
          <a:xfrm>
            <a:off x="-244726" y="136174"/>
            <a:ext cx="9143475" cy="4810080"/>
            <a:chOff x="-244726" y="136174"/>
            <a:chExt cx="9143475" cy="4810080"/>
          </a:xfrm>
        </p:grpSpPr>
        <p:grpSp>
          <p:nvGrpSpPr>
            <p:cNvPr id="72" name="Google Shape;72;p35"/>
            <p:cNvGrpSpPr/>
            <p:nvPr/>
          </p:nvGrpSpPr>
          <p:grpSpPr>
            <a:xfrm>
              <a:off x="7962803" y="2451822"/>
              <a:ext cx="935946" cy="1829159"/>
              <a:chOff x="4738303" y="2514672"/>
              <a:chExt cx="935946" cy="1829159"/>
            </a:xfrm>
          </p:grpSpPr>
          <p:sp>
            <p:nvSpPr>
              <p:cNvPr id="73" name="Google Shape;73;p35"/>
              <p:cNvSpPr/>
              <p:nvPr/>
            </p:nvSpPr>
            <p:spPr>
              <a:xfrm rot="10800000">
                <a:off x="5149249" y="274036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" name="Google Shape;74;p35"/>
              <p:cNvSpPr/>
              <p:nvPr/>
            </p:nvSpPr>
            <p:spPr>
              <a:xfrm rot="10800000">
                <a:off x="4739611" y="2971327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" name="Google Shape;75;p35"/>
              <p:cNvSpPr/>
              <p:nvPr/>
            </p:nvSpPr>
            <p:spPr>
              <a:xfrm rot="10800000">
                <a:off x="4738303" y="251467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" name="Google Shape;76;p35"/>
              <p:cNvSpPr/>
              <p:nvPr/>
            </p:nvSpPr>
            <p:spPr>
              <a:xfrm rot="10800000">
                <a:off x="5149225" y="3660116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" name="Google Shape;77;p35"/>
              <p:cNvSpPr/>
              <p:nvPr/>
            </p:nvSpPr>
            <p:spPr>
              <a:xfrm rot="10800000">
                <a:off x="4739588" y="388573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" name="Google Shape;78;p35"/>
              <p:cNvSpPr/>
              <p:nvPr/>
            </p:nvSpPr>
            <p:spPr>
              <a:xfrm rot="10800000">
                <a:off x="4739588" y="3427767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9" name="Google Shape;79;p35"/>
            <p:cNvGrpSpPr/>
            <p:nvPr/>
          </p:nvGrpSpPr>
          <p:grpSpPr>
            <a:xfrm>
              <a:off x="2135549" y="4031499"/>
              <a:ext cx="1345775" cy="914755"/>
              <a:chOff x="2264799" y="3654374"/>
              <a:chExt cx="1345775" cy="914755"/>
            </a:xfrm>
          </p:grpSpPr>
          <p:sp>
            <p:nvSpPr>
              <p:cNvPr id="80" name="Google Shape;80;p35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" name="Google Shape;81;p35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" name="Google Shape;82;p35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" name="Google Shape;83;p35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4" name="Google Shape;84;p35"/>
            <p:cNvGrpSpPr/>
            <p:nvPr/>
          </p:nvGrpSpPr>
          <p:grpSpPr>
            <a:xfrm>
              <a:off x="-244726" y="136174"/>
              <a:ext cx="2577275" cy="1833510"/>
              <a:chOff x="781874" y="1294774"/>
              <a:chExt cx="2577275" cy="1833510"/>
            </a:xfrm>
          </p:grpSpPr>
          <p:sp>
            <p:nvSpPr>
              <p:cNvPr id="85" name="Google Shape;85;p35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" name="Google Shape;86;p35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" name="Google Shape;87;p35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" name="Google Shape;88;p35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89;p35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" name="Google Shape;90;p35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" name="Google Shape;91;p35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" name="Google Shape;92;p35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" name="Google Shape;93;p35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" name="Google Shape;94;p35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6"/>
          <p:cNvSpPr txBox="1"/>
          <p:nvPr>
            <p:ph idx="1" type="body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 Light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97" name="Google Shape;97;p3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98" name="Google Shape;98;p36"/>
          <p:cNvGrpSpPr/>
          <p:nvPr/>
        </p:nvGrpSpPr>
        <p:grpSpPr>
          <a:xfrm>
            <a:off x="6899599" y="2745080"/>
            <a:ext cx="2577275" cy="2677354"/>
            <a:chOff x="6899599" y="2745080"/>
            <a:chExt cx="2577275" cy="2677354"/>
          </a:xfrm>
        </p:grpSpPr>
        <p:grpSp>
          <p:nvGrpSpPr>
            <p:cNvPr id="99" name="Google Shape;99;p36"/>
            <p:cNvGrpSpPr/>
            <p:nvPr/>
          </p:nvGrpSpPr>
          <p:grpSpPr>
            <a:xfrm>
              <a:off x="6899599" y="3588924"/>
              <a:ext cx="2577275" cy="1833510"/>
              <a:chOff x="781874" y="1294774"/>
              <a:chExt cx="2577275" cy="1833510"/>
            </a:xfrm>
          </p:grpSpPr>
          <p:sp>
            <p:nvSpPr>
              <p:cNvPr id="100" name="Google Shape;100;p36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" name="Google Shape;101;p36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" name="Google Shape;102;p36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" name="Google Shape;103;p36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" name="Google Shape;104;p36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" name="Google Shape;105;p36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" name="Google Shape;106;p36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" name="Google Shape;107;p36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" name="Google Shape;108;p36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" name="Google Shape;109;p36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0" name="Google Shape;110;p36"/>
            <p:cNvGrpSpPr/>
            <p:nvPr/>
          </p:nvGrpSpPr>
          <p:grpSpPr>
            <a:xfrm>
              <a:off x="7887114" y="2745080"/>
              <a:ext cx="936510" cy="688006"/>
              <a:chOff x="3235964" y="2587955"/>
              <a:chExt cx="936510" cy="688006"/>
            </a:xfrm>
          </p:grpSpPr>
          <p:sp>
            <p:nvSpPr>
              <p:cNvPr id="111" name="Google Shape;111;p36"/>
              <p:cNvSpPr/>
              <p:nvPr/>
            </p:nvSpPr>
            <p:spPr>
              <a:xfrm rot="10800000">
                <a:off x="3647474" y="258795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" name="Google Shape;112;p36"/>
              <p:cNvSpPr/>
              <p:nvPr/>
            </p:nvSpPr>
            <p:spPr>
              <a:xfrm rot="10800000">
                <a:off x="3235964" y="281786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orient="horz" pos="110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7"/>
          <p:cNvSpPr txBox="1"/>
          <p:nvPr>
            <p:ph idx="1" type="subTitle"/>
          </p:nvPr>
        </p:nvSpPr>
        <p:spPr>
          <a:xfrm>
            <a:off x="5055284" y="3695224"/>
            <a:ext cx="2505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5" name="Google Shape;115;p37"/>
          <p:cNvSpPr txBox="1"/>
          <p:nvPr>
            <p:ph idx="2" type="subTitle"/>
          </p:nvPr>
        </p:nvSpPr>
        <p:spPr>
          <a:xfrm>
            <a:off x="1583300" y="3695224"/>
            <a:ext cx="2505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6" name="Google Shape;116;p37"/>
          <p:cNvSpPr txBox="1"/>
          <p:nvPr>
            <p:ph idx="3" type="subTitle"/>
          </p:nvPr>
        </p:nvSpPr>
        <p:spPr>
          <a:xfrm>
            <a:off x="5055275" y="3122525"/>
            <a:ext cx="2505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17" name="Google Shape;117;p37"/>
          <p:cNvSpPr txBox="1"/>
          <p:nvPr>
            <p:ph idx="4" type="subTitle"/>
          </p:nvPr>
        </p:nvSpPr>
        <p:spPr>
          <a:xfrm>
            <a:off x="1583075" y="3122525"/>
            <a:ext cx="2505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18" name="Google Shape;118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19" name="Google Shape;119;p37"/>
          <p:cNvGrpSpPr/>
          <p:nvPr/>
        </p:nvGrpSpPr>
        <p:grpSpPr>
          <a:xfrm>
            <a:off x="117324" y="1944274"/>
            <a:ext cx="9242625" cy="3033405"/>
            <a:chOff x="117324" y="1944274"/>
            <a:chExt cx="9242625" cy="3033405"/>
          </a:xfrm>
        </p:grpSpPr>
        <p:grpSp>
          <p:nvGrpSpPr>
            <p:cNvPr id="120" name="Google Shape;120;p37"/>
            <p:cNvGrpSpPr/>
            <p:nvPr/>
          </p:nvGrpSpPr>
          <p:grpSpPr>
            <a:xfrm>
              <a:off x="8424003" y="1944274"/>
              <a:ext cx="935946" cy="1833882"/>
              <a:chOff x="4738303" y="2509949"/>
              <a:chExt cx="935946" cy="1833882"/>
            </a:xfrm>
          </p:grpSpPr>
          <p:sp>
            <p:nvSpPr>
              <p:cNvPr id="121" name="Google Shape;121;p37"/>
              <p:cNvSpPr/>
              <p:nvPr/>
            </p:nvSpPr>
            <p:spPr>
              <a:xfrm rot="10800000">
                <a:off x="5149249" y="2735637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" name="Google Shape;122;p37"/>
              <p:cNvSpPr/>
              <p:nvPr/>
            </p:nvSpPr>
            <p:spPr>
              <a:xfrm rot="10800000">
                <a:off x="4739611" y="296660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" name="Google Shape;123;p37"/>
              <p:cNvSpPr/>
              <p:nvPr/>
            </p:nvSpPr>
            <p:spPr>
              <a:xfrm rot="10800000">
                <a:off x="4738303" y="250994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" name="Google Shape;124;p37"/>
              <p:cNvSpPr/>
              <p:nvPr/>
            </p:nvSpPr>
            <p:spPr>
              <a:xfrm rot="10800000">
                <a:off x="5149225" y="3660116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" name="Google Shape;125;p37"/>
              <p:cNvSpPr/>
              <p:nvPr/>
            </p:nvSpPr>
            <p:spPr>
              <a:xfrm rot="10800000">
                <a:off x="4739588" y="388573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" name="Google Shape;126;p37"/>
              <p:cNvSpPr/>
              <p:nvPr/>
            </p:nvSpPr>
            <p:spPr>
              <a:xfrm rot="10800000">
                <a:off x="4739588" y="3427767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7" name="Google Shape;127;p37"/>
            <p:cNvGrpSpPr/>
            <p:nvPr/>
          </p:nvGrpSpPr>
          <p:grpSpPr>
            <a:xfrm>
              <a:off x="117324" y="4062924"/>
              <a:ext cx="1345775" cy="914755"/>
              <a:chOff x="2264799" y="3654374"/>
              <a:chExt cx="1345775" cy="914755"/>
            </a:xfrm>
          </p:grpSpPr>
          <p:sp>
            <p:nvSpPr>
              <p:cNvPr id="128" name="Google Shape;128;p37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" name="Google Shape;129;p37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" name="Google Shape;130;p37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" name="Google Shape;131;p37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34" name="Google Shape;134;p38"/>
          <p:cNvGrpSpPr/>
          <p:nvPr/>
        </p:nvGrpSpPr>
        <p:grpSpPr>
          <a:xfrm>
            <a:off x="7481624" y="4031499"/>
            <a:ext cx="1345775" cy="914755"/>
            <a:chOff x="2264799" y="3654374"/>
            <a:chExt cx="1345775" cy="914755"/>
          </a:xfrm>
        </p:grpSpPr>
        <p:sp>
          <p:nvSpPr>
            <p:cNvPr id="135" name="Google Shape;135;p38"/>
            <p:cNvSpPr/>
            <p:nvPr/>
          </p:nvSpPr>
          <p:spPr>
            <a:xfrm rot="10800000">
              <a:off x="3085574" y="3880062"/>
              <a:ext cx="525000" cy="458100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rgbClr val="FFFFFF">
                <a:alpha val="1490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38"/>
            <p:cNvSpPr/>
            <p:nvPr/>
          </p:nvSpPr>
          <p:spPr>
            <a:xfrm rot="10800000">
              <a:off x="2675936" y="4111029"/>
              <a:ext cx="525000" cy="458100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rgbClr val="FFFFFF">
                <a:alpha val="1490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38"/>
            <p:cNvSpPr/>
            <p:nvPr/>
          </p:nvSpPr>
          <p:spPr>
            <a:xfrm rot="10800000">
              <a:off x="2674628" y="3654374"/>
              <a:ext cx="525000" cy="458100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rgbClr val="FFFFFF">
                <a:alpha val="2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38"/>
            <p:cNvSpPr/>
            <p:nvPr/>
          </p:nvSpPr>
          <p:spPr>
            <a:xfrm rot="10800000">
              <a:off x="2264799" y="3884105"/>
              <a:ext cx="525000" cy="458100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rgbClr val="FFFFFF">
                <a:alpha val="5803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9"/>
          <p:cNvSpPr txBox="1"/>
          <p:nvPr>
            <p:ph type="title"/>
          </p:nvPr>
        </p:nvSpPr>
        <p:spPr>
          <a:xfrm>
            <a:off x="720000" y="445025"/>
            <a:ext cx="4294800" cy="15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41" name="Google Shape;141;p39"/>
          <p:cNvSpPr txBox="1"/>
          <p:nvPr>
            <p:ph idx="1" type="subTitle"/>
          </p:nvPr>
        </p:nvSpPr>
        <p:spPr>
          <a:xfrm>
            <a:off x="720000" y="2000900"/>
            <a:ext cx="4294800" cy="22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40"/>
          <p:cNvSpPr txBox="1"/>
          <p:nvPr>
            <p:ph type="title"/>
          </p:nvPr>
        </p:nvSpPr>
        <p:spPr>
          <a:xfrm>
            <a:off x="1768550" y="1307100"/>
            <a:ext cx="5607000" cy="25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145" name="Google Shape;145;p40"/>
          <p:cNvGrpSpPr/>
          <p:nvPr/>
        </p:nvGrpSpPr>
        <p:grpSpPr>
          <a:xfrm>
            <a:off x="-684701" y="-255601"/>
            <a:ext cx="9583450" cy="5227957"/>
            <a:chOff x="-684701" y="-255601"/>
            <a:chExt cx="9583450" cy="5227957"/>
          </a:xfrm>
        </p:grpSpPr>
        <p:grpSp>
          <p:nvGrpSpPr>
            <p:cNvPr id="146" name="Google Shape;146;p40"/>
            <p:cNvGrpSpPr/>
            <p:nvPr/>
          </p:nvGrpSpPr>
          <p:grpSpPr>
            <a:xfrm>
              <a:off x="-684701" y="-255601"/>
              <a:ext cx="2577275" cy="1833510"/>
              <a:chOff x="781874" y="1294774"/>
              <a:chExt cx="2577275" cy="1833510"/>
            </a:xfrm>
          </p:grpSpPr>
          <p:sp>
            <p:nvSpPr>
              <p:cNvPr id="147" name="Google Shape;147;p40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" name="Google Shape;148;p40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" name="Google Shape;149;p40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" name="Google Shape;150;p40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40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p40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" name="Google Shape;153;p40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54;p40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" name="Google Shape;155;p40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" name="Google Shape;156;p40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7" name="Google Shape;157;p40"/>
            <p:cNvGrpSpPr/>
            <p:nvPr/>
          </p:nvGrpSpPr>
          <p:grpSpPr>
            <a:xfrm>
              <a:off x="7962803" y="3143197"/>
              <a:ext cx="935946" cy="1829159"/>
              <a:chOff x="4738303" y="2514672"/>
              <a:chExt cx="935946" cy="1829159"/>
            </a:xfrm>
          </p:grpSpPr>
          <p:sp>
            <p:nvSpPr>
              <p:cNvPr id="158" name="Google Shape;158;p40"/>
              <p:cNvSpPr/>
              <p:nvPr/>
            </p:nvSpPr>
            <p:spPr>
              <a:xfrm rot="10800000">
                <a:off x="5149249" y="274036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" name="Google Shape;159;p40"/>
              <p:cNvSpPr/>
              <p:nvPr/>
            </p:nvSpPr>
            <p:spPr>
              <a:xfrm rot="10800000">
                <a:off x="4739611" y="2971327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" name="Google Shape;160;p40"/>
              <p:cNvSpPr/>
              <p:nvPr/>
            </p:nvSpPr>
            <p:spPr>
              <a:xfrm rot="10800000">
                <a:off x="4738303" y="251467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" name="Google Shape;161;p40"/>
              <p:cNvSpPr/>
              <p:nvPr/>
            </p:nvSpPr>
            <p:spPr>
              <a:xfrm rot="10800000">
                <a:off x="5149225" y="3660116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" name="Google Shape;162;p40"/>
              <p:cNvSpPr/>
              <p:nvPr/>
            </p:nvSpPr>
            <p:spPr>
              <a:xfrm rot="10800000">
                <a:off x="4739588" y="388573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3;p40"/>
              <p:cNvSpPr/>
              <p:nvPr/>
            </p:nvSpPr>
            <p:spPr>
              <a:xfrm rot="10800000">
                <a:off x="4739588" y="3427767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4" name="Google Shape;164;p40"/>
            <p:cNvGrpSpPr/>
            <p:nvPr/>
          </p:nvGrpSpPr>
          <p:grpSpPr>
            <a:xfrm>
              <a:off x="6360749" y="4057599"/>
              <a:ext cx="1345775" cy="914755"/>
              <a:chOff x="2264799" y="3654374"/>
              <a:chExt cx="1345775" cy="914755"/>
            </a:xfrm>
          </p:grpSpPr>
          <p:sp>
            <p:nvSpPr>
              <p:cNvPr id="165" name="Google Shape;165;p40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" name="Google Shape;166;p40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" name="Google Shape;167;p40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" name="Google Shape;168;p40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1"/>
          <p:cNvSpPr/>
          <p:nvPr>
            <p:ph idx="2" type="pic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171" name="Google Shape;171;p41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42"/>
          <p:cNvSpPr txBox="1"/>
          <p:nvPr>
            <p:ph hasCustomPrompt="1" type="title"/>
          </p:nvPr>
        </p:nvSpPr>
        <p:spPr>
          <a:xfrm>
            <a:off x="1284000" y="1215175"/>
            <a:ext cx="6576000" cy="133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75" name="Google Shape;175;p42"/>
          <p:cNvSpPr txBox="1"/>
          <p:nvPr>
            <p:ph idx="1" type="subTitle"/>
          </p:nvPr>
        </p:nvSpPr>
        <p:spPr>
          <a:xfrm>
            <a:off x="1284000" y="2850299"/>
            <a:ext cx="65760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176" name="Google Shape;176;p42"/>
          <p:cNvGrpSpPr/>
          <p:nvPr/>
        </p:nvGrpSpPr>
        <p:grpSpPr>
          <a:xfrm>
            <a:off x="-575414" y="236724"/>
            <a:ext cx="9256138" cy="4578762"/>
            <a:chOff x="-575414" y="236724"/>
            <a:chExt cx="9256138" cy="4578762"/>
          </a:xfrm>
        </p:grpSpPr>
        <p:grpSp>
          <p:nvGrpSpPr>
            <p:cNvPr id="177" name="Google Shape;177;p42"/>
            <p:cNvGrpSpPr/>
            <p:nvPr/>
          </p:nvGrpSpPr>
          <p:grpSpPr>
            <a:xfrm>
              <a:off x="-575414" y="236724"/>
              <a:ext cx="2577275" cy="1833510"/>
              <a:chOff x="781874" y="1294774"/>
              <a:chExt cx="2577275" cy="1833510"/>
            </a:xfrm>
          </p:grpSpPr>
          <p:sp>
            <p:nvSpPr>
              <p:cNvPr id="178" name="Google Shape;178;p42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" name="Google Shape;179;p42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" name="Google Shape;180;p42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" name="Google Shape;181;p42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" name="Google Shape;182;p42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" name="Google Shape;183;p42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" name="Google Shape;184;p42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" name="Google Shape;185;p42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" name="Google Shape;186;p42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" name="Google Shape;187;p42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8" name="Google Shape;188;p42"/>
            <p:cNvGrpSpPr/>
            <p:nvPr/>
          </p:nvGrpSpPr>
          <p:grpSpPr>
            <a:xfrm>
              <a:off x="952289" y="4127480"/>
              <a:ext cx="936510" cy="688006"/>
              <a:chOff x="3235964" y="2587955"/>
              <a:chExt cx="936510" cy="688006"/>
            </a:xfrm>
          </p:grpSpPr>
          <p:sp>
            <p:nvSpPr>
              <p:cNvPr id="189" name="Google Shape;189;p42"/>
              <p:cNvSpPr/>
              <p:nvPr/>
            </p:nvSpPr>
            <p:spPr>
              <a:xfrm rot="10800000">
                <a:off x="3647474" y="258795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" name="Google Shape;190;p42"/>
              <p:cNvSpPr/>
              <p:nvPr/>
            </p:nvSpPr>
            <p:spPr>
              <a:xfrm rot="10800000">
                <a:off x="3235964" y="281786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1" name="Google Shape;191;p42"/>
            <p:cNvGrpSpPr/>
            <p:nvPr/>
          </p:nvGrpSpPr>
          <p:grpSpPr>
            <a:xfrm>
              <a:off x="7744778" y="2850299"/>
              <a:ext cx="935946" cy="1833882"/>
              <a:chOff x="4738303" y="2509949"/>
              <a:chExt cx="935946" cy="1833882"/>
            </a:xfrm>
          </p:grpSpPr>
          <p:sp>
            <p:nvSpPr>
              <p:cNvPr id="192" name="Google Shape;192;p42"/>
              <p:cNvSpPr/>
              <p:nvPr/>
            </p:nvSpPr>
            <p:spPr>
              <a:xfrm rot="10800000">
                <a:off x="5149249" y="2735637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" name="Google Shape;193;p42"/>
              <p:cNvSpPr/>
              <p:nvPr/>
            </p:nvSpPr>
            <p:spPr>
              <a:xfrm rot="10800000">
                <a:off x="4739611" y="296660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" name="Google Shape;194;p42"/>
              <p:cNvSpPr/>
              <p:nvPr/>
            </p:nvSpPr>
            <p:spPr>
              <a:xfrm rot="10800000">
                <a:off x="4738303" y="250994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" name="Google Shape;195;p42"/>
              <p:cNvSpPr/>
              <p:nvPr/>
            </p:nvSpPr>
            <p:spPr>
              <a:xfrm rot="10800000">
                <a:off x="5149225" y="3660116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" name="Google Shape;196;p42"/>
              <p:cNvSpPr/>
              <p:nvPr/>
            </p:nvSpPr>
            <p:spPr>
              <a:xfrm rot="10800000">
                <a:off x="4739588" y="388573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" name="Google Shape;197;p42"/>
              <p:cNvSpPr/>
              <p:nvPr/>
            </p:nvSpPr>
            <p:spPr>
              <a:xfrm rot="10800000">
                <a:off x="4739588" y="3427767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8" name="Google Shape;198;p42"/>
            <p:cNvGrpSpPr/>
            <p:nvPr/>
          </p:nvGrpSpPr>
          <p:grpSpPr>
            <a:xfrm>
              <a:off x="6109324" y="236724"/>
              <a:ext cx="1345775" cy="914755"/>
              <a:chOff x="2264799" y="3654374"/>
              <a:chExt cx="1345775" cy="914755"/>
            </a:xfrm>
          </p:grpSpPr>
          <p:sp>
            <p:nvSpPr>
              <p:cNvPr id="199" name="Google Shape;199;p42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" name="Google Shape;200;p42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" name="Google Shape;201;p42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" name="Google Shape;202;p42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44"/>
          <p:cNvSpPr txBox="1"/>
          <p:nvPr>
            <p:ph idx="1" type="subTitle"/>
          </p:nvPr>
        </p:nvSpPr>
        <p:spPr>
          <a:xfrm>
            <a:off x="720000" y="2285397"/>
            <a:ext cx="2450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44"/>
          <p:cNvSpPr txBox="1"/>
          <p:nvPr>
            <p:ph idx="2" type="subTitle"/>
          </p:nvPr>
        </p:nvSpPr>
        <p:spPr>
          <a:xfrm>
            <a:off x="3346572" y="2285397"/>
            <a:ext cx="2450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44"/>
          <p:cNvSpPr txBox="1"/>
          <p:nvPr>
            <p:ph idx="3" type="subTitle"/>
          </p:nvPr>
        </p:nvSpPr>
        <p:spPr>
          <a:xfrm>
            <a:off x="720000" y="4018575"/>
            <a:ext cx="2450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44"/>
          <p:cNvSpPr txBox="1"/>
          <p:nvPr>
            <p:ph idx="4" type="subTitle"/>
          </p:nvPr>
        </p:nvSpPr>
        <p:spPr>
          <a:xfrm>
            <a:off x="3346572" y="4018575"/>
            <a:ext cx="2450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44"/>
          <p:cNvSpPr txBox="1"/>
          <p:nvPr>
            <p:ph idx="5" type="subTitle"/>
          </p:nvPr>
        </p:nvSpPr>
        <p:spPr>
          <a:xfrm>
            <a:off x="5973152" y="2285397"/>
            <a:ext cx="2450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44"/>
          <p:cNvSpPr txBox="1"/>
          <p:nvPr>
            <p:ph idx="6" type="subTitle"/>
          </p:nvPr>
        </p:nvSpPr>
        <p:spPr>
          <a:xfrm>
            <a:off x="5973152" y="4018575"/>
            <a:ext cx="2450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44"/>
          <p:cNvSpPr txBox="1"/>
          <p:nvPr>
            <p:ph type="title"/>
          </p:nvPr>
        </p:nvSpPr>
        <p:spPr>
          <a:xfrm>
            <a:off x="720000" y="1332025"/>
            <a:ext cx="7809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12" name="Google Shape;212;p44"/>
          <p:cNvSpPr txBox="1"/>
          <p:nvPr>
            <p:ph idx="7" type="title"/>
          </p:nvPr>
        </p:nvSpPr>
        <p:spPr>
          <a:xfrm>
            <a:off x="720000" y="3064618"/>
            <a:ext cx="7809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13" name="Google Shape;213;p44"/>
          <p:cNvSpPr txBox="1"/>
          <p:nvPr>
            <p:ph idx="8" type="title"/>
          </p:nvPr>
        </p:nvSpPr>
        <p:spPr>
          <a:xfrm>
            <a:off x="3346572" y="1332025"/>
            <a:ext cx="7809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14" name="Google Shape;214;p44"/>
          <p:cNvSpPr txBox="1"/>
          <p:nvPr>
            <p:ph idx="9" type="title"/>
          </p:nvPr>
        </p:nvSpPr>
        <p:spPr>
          <a:xfrm>
            <a:off x="3346572" y="3064618"/>
            <a:ext cx="7809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15" name="Google Shape;215;p44"/>
          <p:cNvSpPr txBox="1"/>
          <p:nvPr>
            <p:ph idx="13" type="title"/>
          </p:nvPr>
        </p:nvSpPr>
        <p:spPr>
          <a:xfrm>
            <a:off x="5973152" y="1332025"/>
            <a:ext cx="7809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16" name="Google Shape;216;p44"/>
          <p:cNvSpPr txBox="1"/>
          <p:nvPr>
            <p:ph idx="14" type="title"/>
          </p:nvPr>
        </p:nvSpPr>
        <p:spPr>
          <a:xfrm>
            <a:off x="5973152" y="3064618"/>
            <a:ext cx="7809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17" name="Google Shape;217;p44"/>
          <p:cNvSpPr txBox="1"/>
          <p:nvPr>
            <p:ph idx="15" type="subTitle"/>
          </p:nvPr>
        </p:nvSpPr>
        <p:spPr>
          <a:xfrm>
            <a:off x="720000" y="1877316"/>
            <a:ext cx="24507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218" name="Google Shape;218;p44"/>
          <p:cNvSpPr txBox="1"/>
          <p:nvPr>
            <p:ph idx="16" type="subTitle"/>
          </p:nvPr>
        </p:nvSpPr>
        <p:spPr>
          <a:xfrm>
            <a:off x="3346572" y="1877316"/>
            <a:ext cx="24507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219" name="Google Shape;219;p44"/>
          <p:cNvSpPr txBox="1"/>
          <p:nvPr>
            <p:ph idx="17" type="subTitle"/>
          </p:nvPr>
        </p:nvSpPr>
        <p:spPr>
          <a:xfrm>
            <a:off x="5973152" y="1877316"/>
            <a:ext cx="24507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220" name="Google Shape;220;p44"/>
          <p:cNvSpPr txBox="1"/>
          <p:nvPr>
            <p:ph idx="18" type="subTitle"/>
          </p:nvPr>
        </p:nvSpPr>
        <p:spPr>
          <a:xfrm>
            <a:off x="720000" y="3609976"/>
            <a:ext cx="24507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221" name="Google Shape;221;p44"/>
          <p:cNvSpPr txBox="1"/>
          <p:nvPr>
            <p:ph idx="19" type="subTitle"/>
          </p:nvPr>
        </p:nvSpPr>
        <p:spPr>
          <a:xfrm>
            <a:off x="3346572" y="3609976"/>
            <a:ext cx="24507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222" name="Google Shape;222;p44"/>
          <p:cNvSpPr txBox="1"/>
          <p:nvPr>
            <p:ph idx="20" type="subTitle"/>
          </p:nvPr>
        </p:nvSpPr>
        <p:spPr>
          <a:xfrm>
            <a:off x="5973152" y="3609976"/>
            <a:ext cx="24507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223" name="Google Shape;223;p44"/>
          <p:cNvSpPr txBox="1"/>
          <p:nvPr>
            <p:ph idx="21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224" name="Google Shape;224;p44"/>
          <p:cNvGrpSpPr/>
          <p:nvPr/>
        </p:nvGrpSpPr>
        <p:grpSpPr>
          <a:xfrm>
            <a:off x="-257850" y="1718480"/>
            <a:ext cx="9618199" cy="3180026"/>
            <a:chOff x="-257850" y="1718480"/>
            <a:chExt cx="9618199" cy="3180026"/>
          </a:xfrm>
        </p:grpSpPr>
        <p:grpSp>
          <p:nvGrpSpPr>
            <p:cNvPr id="225" name="Google Shape;225;p44"/>
            <p:cNvGrpSpPr/>
            <p:nvPr/>
          </p:nvGrpSpPr>
          <p:grpSpPr>
            <a:xfrm>
              <a:off x="8423839" y="1718480"/>
              <a:ext cx="936510" cy="688006"/>
              <a:chOff x="3235964" y="2587955"/>
              <a:chExt cx="936510" cy="688006"/>
            </a:xfrm>
          </p:grpSpPr>
          <p:sp>
            <p:nvSpPr>
              <p:cNvPr id="226" name="Google Shape;226;p44"/>
              <p:cNvSpPr/>
              <p:nvPr/>
            </p:nvSpPr>
            <p:spPr>
              <a:xfrm rot="10800000">
                <a:off x="3647474" y="258795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" name="Google Shape;227;p44"/>
              <p:cNvSpPr/>
              <p:nvPr/>
            </p:nvSpPr>
            <p:spPr>
              <a:xfrm rot="10800000">
                <a:off x="3235964" y="281786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8" name="Google Shape;228;p44"/>
            <p:cNvGrpSpPr/>
            <p:nvPr/>
          </p:nvGrpSpPr>
          <p:grpSpPr>
            <a:xfrm>
              <a:off x="-257850" y="3064624"/>
              <a:ext cx="935946" cy="1833882"/>
              <a:chOff x="4738303" y="2509949"/>
              <a:chExt cx="935946" cy="1833882"/>
            </a:xfrm>
          </p:grpSpPr>
          <p:sp>
            <p:nvSpPr>
              <p:cNvPr id="229" name="Google Shape;229;p44"/>
              <p:cNvSpPr/>
              <p:nvPr/>
            </p:nvSpPr>
            <p:spPr>
              <a:xfrm rot="10800000">
                <a:off x="5149249" y="2735637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" name="Google Shape;230;p44"/>
              <p:cNvSpPr/>
              <p:nvPr/>
            </p:nvSpPr>
            <p:spPr>
              <a:xfrm rot="10800000">
                <a:off x="4739611" y="296660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" name="Google Shape;231;p44"/>
              <p:cNvSpPr/>
              <p:nvPr/>
            </p:nvSpPr>
            <p:spPr>
              <a:xfrm rot="10800000">
                <a:off x="4738303" y="250994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" name="Google Shape;232;p44"/>
              <p:cNvSpPr/>
              <p:nvPr/>
            </p:nvSpPr>
            <p:spPr>
              <a:xfrm rot="10800000">
                <a:off x="5149225" y="3660116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" name="Google Shape;233;p44"/>
              <p:cNvSpPr/>
              <p:nvPr/>
            </p:nvSpPr>
            <p:spPr>
              <a:xfrm rot="10800000">
                <a:off x="4739588" y="388573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" name="Google Shape;234;p44"/>
              <p:cNvSpPr/>
              <p:nvPr/>
            </p:nvSpPr>
            <p:spPr>
              <a:xfrm rot="10800000">
                <a:off x="4739588" y="3427767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237" name="Google Shape;237;p45"/>
          <p:cNvGrpSpPr/>
          <p:nvPr/>
        </p:nvGrpSpPr>
        <p:grpSpPr>
          <a:xfrm>
            <a:off x="-289972" y="1493824"/>
            <a:ext cx="9188996" cy="3454187"/>
            <a:chOff x="-289972" y="1493824"/>
            <a:chExt cx="9188996" cy="3454187"/>
          </a:xfrm>
        </p:grpSpPr>
        <p:grpSp>
          <p:nvGrpSpPr>
            <p:cNvPr id="238" name="Google Shape;238;p45"/>
            <p:cNvGrpSpPr/>
            <p:nvPr/>
          </p:nvGrpSpPr>
          <p:grpSpPr>
            <a:xfrm>
              <a:off x="7962514" y="4260005"/>
              <a:ext cx="936510" cy="688006"/>
              <a:chOff x="3235964" y="2587955"/>
              <a:chExt cx="936510" cy="688006"/>
            </a:xfrm>
          </p:grpSpPr>
          <p:sp>
            <p:nvSpPr>
              <p:cNvPr id="239" name="Google Shape;239;p45"/>
              <p:cNvSpPr/>
              <p:nvPr/>
            </p:nvSpPr>
            <p:spPr>
              <a:xfrm rot="10800000">
                <a:off x="3647474" y="258795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" name="Google Shape;240;p45"/>
              <p:cNvSpPr/>
              <p:nvPr/>
            </p:nvSpPr>
            <p:spPr>
              <a:xfrm rot="10800000">
                <a:off x="3235964" y="281786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1" name="Google Shape;241;p45"/>
            <p:cNvGrpSpPr/>
            <p:nvPr/>
          </p:nvGrpSpPr>
          <p:grpSpPr>
            <a:xfrm>
              <a:off x="-289972" y="1493824"/>
              <a:ext cx="935946" cy="1833882"/>
              <a:chOff x="4738303" y="2509949"/>
              <a:chExt cx="935946" cy="1833882"/>
            </a:xfrm>
          </p:grpSpPr>
          <p:sp>
            <p:nvSpPr>
              <p:cNvPr id="242" name="Google Shape;242;p45"/>
              <p:cNvSpPr/>
              <p:nvPr/>
            </p:nvSpPr>
            <p:spPr>
              <a:xfrm rot="10800000">
                <a:off x="5149249" y="2735637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" name="Google Shape;243;p45"/>
              <p:cNvSpPr/>
              <p:nvPr/>
            </p:nvSpPr>
            <p:spPr>
              <a:xfrm rot="10800000">
                <a:off x="4739611" y="296660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" name="Google Shape;244;p45"/>
              <p:cNvSpPr/>
              <p:nvPr/>
            </p:nvSpPr>
            <p:spPr>
              <a:xfrm rot="10800000">
                <a:off x="4738303" y="250994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" name="Google Shape;245;p45"/>
              <p:cNvSpPr/>
              <p:nvPr/>
            </p:nvSpPr>
            <p:spPr>
              <a:xfrm rot="10800000">
                <a:off x="5149225" y="3660116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" name="Google Shape;246;p45"/>
              <p:cNvSpPr/>
              <p:nvPr/>
            </p:nvSpPr>
            <p:spPr>
              <a:xfrm rot="10800000">
                <a:off x="4739588" y="388573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" name="Google Shape;247;p45"/>
              <p:cNvSpPr/>
              <p:nvPr/>
            </p:nvSpPr>
            <p:spPr>
              <a:xfrm rot="10800000">
                <a:off x="4739588" y="3427767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0_1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250" name="Google Shape;250;p46"/>
          <p:cNvGrpSpPr/>
          <p:nvPr/>
        </p:nvGrpSpPr>
        <p:grpSpPr>
          <a:xfrm>
            <a:off x="1081074" y="1933799"/>
            <a:ext cx="9631925" cy="3127580"/>
            <a:chOff x="1081074" y="1933799"/>
            <a:chExt cx="9631925" cy="3127580"/>
          </a:xfrm>
        </p:grpSpPr>
        <p:grpSp>
          <p:nvGrpSpPr>
            <p:cNvPr id="251" name="Google Shape;251;p46"/>
            <p:cNvGrpSpPr/>
            <p:nvPr/>
          </p:nvGrpSpPr>
          <p:grpSpPr>
            <a:xfrm>
              <a:off x="8135724" y="1933799"/>
              <a:ext cx="2577275" cy="1833510"/>
              <a:chOff x="781874" y="1294774"/>
              <a:chExt cx="2577275" cy="1833510"/>
            </a:xfrm>
          </p:grpSpPr>
          <p:sp>
            <p:nvSpPr>
              <p:cNvPr id="252" name="Google Shape;252;p46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" name="Google Shape;253;p46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" name="Google Shape;254;p46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" name="Google Shape;255;p46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" name="Google Shape;256;p46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" name="Google Shape;257;p46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" name="Google Shape;258;p46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" name="Google Shape;259;p46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" name="Google Shape;260;p46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" name="Google Shape;261;p46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2" name="Google Shape;262;p46"/>
            <p:cNvGrpSpPr/>
            <p:nvPr/>
          </p:nvGrpSpPr>
          <p:grpSpPr>
            <a:xfrm>
              <a:off x="1081074" y="4146624"/>
              <a:ext cx="1345775" cy="914755"/>
              <a:chOff x="2264799" y="3654374"/>
              <a:chExt cx="1345775" cy="914755"/>
            </a:xfrm>
          </p:grpSpPr>
          <p:sp>
            <p:nvSpPr>
              <p:cNvPr id="263" name="Google Shape;263;p46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" name="Google Shape;264;p46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" name="Google Shape;265;p46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" name="Google Shape;266;p46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0_1_1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269" name="Google Shape;269;p47"/>
          <p:cNvGrpSpPr/>
          <p:nvPr/>
        </p:nvGrpSpPr>
        <p:grpSpPr>
          <a:xfrm>
            <a:off x="6263389" y="-492526"/>
            <a:ext cx="2480210" cy="914755"/>
            <a:chOff x="6263389" y="-492526"/>
            <a:chExt cx="2480210" cy="914755"/>
          </a:xfrm>
        </p:grpSpPr>
        <p:grpSp>
          <p:nvGrpSpPr>
            <p:cNvPr id="270" name="Google Shape;270;p47"/>
            <p:cNvGrpSpPr/>
            <p:nvPr/>
          </p:nvGrpSpPr>
          <p:grpSpPr>
            <a:xfrm>
              <a:off x="6263389" y="-379145"/>
              <a:ext cx="936510" cy="688006"/>
              <a:chOff x="3235964" y="2587955"/>
              <a:chExt cx="936510" cy="688006"/>
            </a:xfrm>
          </p:grpSpPr>
          <p:sp>
            <p:nvSpPr>
              <p:cNvPr id="271" name="Google Shape;271;p47"/>
              <p:cNvSpPr/>
              <p:nvPr/>
            </p:nvSpPr>
            <p:spPr>
              <a:xfrm rot="10800000">
                <a:off x="3647474" y="258795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" name="Google Shape;272;p47"/>
              <p:cNvSpPr/>
              <p:nvPr/>
            </p:nvSpPr>
            <p:spPr>
              <a:xfrm rot="10800000">
                <a:off x="3235964" y="281786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73" name="Google Shape;273;p47"/>
            <p:cNvGrpSpPr/>
            <p:nvPr/>
          </p:nvGrpSpPr>
          <p:grpSpPr>
            <a:xfrm>
              <a:off x="7397824" y="-492526"/>
              <a:ext cx="1345775" cy="914755"/>
              <a:chOff x="2264799" y="3654374"/>
              <a:chExt cx="1345775" cy="914755"/>
            </a:xfrm>
          </p:grpSpPr>
          <p:sp>
            <p:nvSpPr>
              <p:cNvPr id="274" name="Google Shape;274;p47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" name="Google Shape;275;p47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" name="Google Shape;276;p47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7" name="Google Shape;277;p47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48"/>
          <p:cNvSpPr txBox="1"/>
          <p:nvPr>
            <p:ph type="title"/>
          </p:nvPr>
        </p:nvSpPr>
        <p:spPr>
          <a:xfrm>
            <a:off x="1226400" y="3128675"/>
            <a:ext cx="66912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81" name="Google Shape;281;p48"/>
          <p:cNvSpPr txBox="1"/>
          <p:nvPr>
            <p:ph idx="1" type="subTitle"/>
          </p:nvPr>
        </p:nvSpPr>
        <p:spPr>
          <a:xfrm>
            <a:off x="1226400" y="1429225"/>
            <a:ext cx="6691200" cy="151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grpSp>
        <p:nvGrpSpPr>
          <p:cNvPr id="282" name="Google Shape;282;p48"/>
          <p:cNvGrpSpPr/>
          <p:nvPr/>
        </p:nvGrpSpPr>
        <p:grpSpPr>
          <a:xfrm>
            <a:off x="-312476" y="134499"/>
            <a:ext cx="9211500" cy="5489485"/>
            <a:chOff x="-312476" y="134499"/>
            <a:chExt cx="9211500" cy="5489485"/>
          </a:xfrm>
        </p:grpSpPr>
        <p:grpSp>
          <p:nvGrpSpPr>
            <p:cNvPr id="283" name="Google Shape;283;p48"/>
            <p:cNvGrpSpPr/>
            <p:nvPr/>
          </p:nvGrpSpPr>
          <p:grpSpPr>
            <a:xfrm>
              <a:off x="-312476" y="3790474"/>
              <a:ext cx="2577275" cy="1833510"/>
              <a:chOff x="781874" y="1294774"/>
              <a:chExt cx="2577275" cy="1833510"/>
            </a:xfrm>
          </p:grpSpPr>
          <p:sp>
            <p:nvSpPr>
              <p:cNvPr id="284" name="Google Shape;284;p48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5" name="Google Shape;285;p48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6" name="Google Shape;286;p48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" name="Google Shape;287;p48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8" name="Google Shape;288;p48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9" name="Google Shape;289;p48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0" name="Google Shape;290;p48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1" name="Google Shape;291;p48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2" name="Google Shape;292;p48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3" name="Google Shape;293;p48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4" name="Google Shape;294;p48"/>
            <p:cNvGrpSpPr/>
            <p:nvPr/>
          </p:nvGrpSpPr>
          <p:grpSpPr>
            <a:xfrm>
              <a:off x="7962514" y="1163280"/>
              <a:ext cx="936510" cy="688006"/>
              <a:chOff x="3235964" y="2587955"/>
              <a:chExt cx="936510" cy="688006"/>
            </a:xfrm>
          </p:grpSpPr>
          <p:sp>
            <p:nvSpPr>
              <p:cNvPr id="295" name="Google Shape;295;p48"/>
              <p:cNvSpPr/>
              <p:nvPr/>
            </p:nvSpPr>
            <p:spPr>
              <a:xfrm rot="10800000">
                <a:off x="3647474" y="258795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" name="Google Shape;296;p48"/>
              <p:cNvSpPr/>
              <p:nvPr/>
            </p:nvSpPr>
            <p:spPr>
              <a:xfrm rot="10800000">
                <a:off x="3235964" y="281786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7" name="Google Shape;297;p48"/>
            <p:cNvGrpSpPr/>
            <p:nvPr/>
          </p:nvGrpSpPr>
          <p:grpSpPr>
            <a:xfrm>
              <a:off x="6905474" y="134499"/>
              <a:ext cx="1345775" cy="914755"/>
              <a:chOff x="2264799" y="3654374"/>
              <a:chExt cx="1345775" cy="914755"/>
            </a:xfrm>
          </p:grpSpPr>
          <p:sp>
            <p:nvSpPr>
              <p:cNvPr id="298" name="Google Shape;298;p48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9" name="Google Shape;299;p48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0" name="Google Shape;300;p48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" name="Google Shape;301;p48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3" name="Google Shape;303;p49"/>
          <p:cNvGrpSpPr/>
          <p:nvPr/>
        </p:nvGrpSpPr>
        <p:grpSpPr>
          <a:xfrm>
            <a:off x="5605824" y="-266076"/>
            <a:ext cx="3292925" cy="5294769"/>
            <a:chOff x="5605824" y="-266076"/>
            <a:chExt cx="3292925" cy="5294769"/>
          </a:xfrm>
        </p:grpSpPr>
        <p:grpSp>
          <p:nvGrpSpPr>
            <p:cNvPr id="304" name="Google Shape;304;p49"/>
            <p:cNvGrpSpPr/>
            <p:nvPr/>
          </p:nvGrpSpPr>
          <p:grpSpPr>
            <a:xfrm>
              <a:off x="5605824" y="-266076"/>
              <a:ext cx="2577275" cy="1833510"/>
              <a:chOff x="781874" y="1294774"/>
              <a:chExt cx="2577275" cy="1833510"/>
            </a:xfrm>
          </p:grpSpPr>
          <p:sp>
            <p:nvSpPr>
              <p:cNvPr id="305" name="Google Shape;305;p49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6" name="Google Shape;306;p49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7" name="Google Shape;307;p49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8" name="Google Shape;308;p49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" name="Google Shape;309;p49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0" name="Google Shape;310;p49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" name="Google Shape;311;p49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" name="Google Shape;312;p49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3" name="Google Shape;313;p49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" name="Google Shape;314;p49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15" name="Google Shape;315;p49"/>
            <p:cNvGrpSpPr/>
            <p:nvPr/>
          </p:nvGrpSpPr>
          <p:grpSpPr>
            <a:xfrm>
              <a:off x="7962803" y="3199534"/>
              <a:ext cx="935946" cy="1829159"/>
              <a:chOff x="4738303" y="2514672"/>
              <a:chExt cx="935946" cy="1829159"/>
            </a:xfrm>
          </p:grpSpPr>
          <p:sp>
            <p:nvSpPr>
              <p:cNvPr id="316" name="Google Shape;316;p49"/>
              <p:cNvSpPr/>
              <p:nvPr/>
            </p:nvSpPr>
            <p:spPr>
              <a:xfrm rot="10800000">
                <a:off x="5149249" y="274036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" name="Google Shape;317;p49"/>
              <p:cNvSpPr/>
              <p:nvPr/>
            </p:nvSpPr>
            <p:spPr>
              <a:xfrm rot="10800000">
                <a:off x="4739611" y="2971327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8" name="Google Shape;318;p49"/>
              <p:cNvSpPr/>
              <p:nvPr/>
            </p:nvSpPr>
            <p:spPr>
              <a:xfrm rot="10800000">
                <a:off x="4738303" y="251467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" name="Google Shape;319;p49"/>
              <p:cNvSpPr/>
              <p:nvPr/>
            </p:nvSpPr>
            <p:spPr>
              <a:xfrm rot="10800000">
                <a:off x="5149225" y="3660116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" name="Google Shape;320;p49"/>
              <p:cNvSpPr/>
              <p:nvPr/>
            </p:nvSpPr>
            <p:spPr>
              <a:xfrm rot="10800000">
                <a:off x="4739588" y="388573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1" name="Google Shape;321;p49"/>
              <p:cNvSpPr/>
              <p:nvPr/>
            </p:nvSpPr>
            <p:spPr>
              <a:xfrm rot="10800000">
                <a:off x="4739588" y="3427767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22" name="Google Shape;322;p49"/>
          <p:cNvSpPr/>
          <p:nvPr>
            <p:ph idx="2" type="pic"/>
          </p:nvPr>
        </p:nvSpPr>
        <p:spPr>
          <a:xfrm>
            <a:off x="5273100" y="533863"/>
            <a:ext cx="2910000" cy="4075800"/>
          </a:xfrm>
          <a:prstGeom prst="rect">
            <a:avLst/>
          </a:prstGeom>
          <a:noFill/>
          <a:ln>
            <a:noFill/>
          </a:ln>
        </p:spPr>
      </p:sp>
      <p:sp>
        <p:nvSpPr>
          <p:cNvPr id="323" name="Google Shape;323;p49"/>
          <p:cNvSpPr txBox="1"/>
          <p:nvPr>
            <p:ph type="title"/>
          </p:nvPr>
        </p:nvSpPr>
        <p:spPr>
          <a:xfrm>
            <a:off x="720000" y="836175"/>
            <a:ext cx="3519600" cy="229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24" name="Google Shape;324;p49"/>
          <p:cNvSpPr txBox="1"/>
          <p:nvPr>
            <p:ph idx="1" type="subTitle"/>
          </p:nvPr>
        </p:nvSpPr>
        <p:spPr>
          <a:xfrm>
            <a:off x="720000" y="3132225"/>
            <a:ext cx="3519600" cy="11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50"/>
          <p:cNvSpPr txBox="1"/>
          <p:nvPr>
            <p:ph type="title"/>
          </p:nvPr>
        </p:nvSpPr>
        <p:spPr>
          <a:xfrm>
            <a:off x="720000" y="1435213"/>
            <a:ext cx="3103500" cy="110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27" name="Google Shape;327;p50"/>
          <p:cNvSpPr txBox="1"/>
          <p:nvPr>
            <p:ph idx="1" type="subTitle"/>
          </p:nvPr>
        </p:nvSpPr>
        <p:spPr>
          <a:xfrm>
            <a:off x="720000" y="2543688"/>
            <a:ext cx="3103500" cy="11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28" name="Google Shape;328;p50"/>
          <p:cNvGrpSpPr/>
          <p:nvPr/>
        </p:nvGrpSpPr>
        <p:grpSpPr>
          <a:xfrm>
            <a:off x="876149" y="-589501"/>
            <a:ext cx="6689450" cy="6267410"/>
            <a:chOff x="876149" y="-589501"/>
            <a:chExt cx="6689450" cy="6267410"/>
          </a:xfrm>
        </p:grpSpPr>
        <p:grpSp>
          <p:nvGrpSpPr>
            <p:cNvPr id="329" name="Google Shape;329;p50"/>
            <p:cNvGrpSpPr/>
            <p:nvPr/>
          </p:nvGrpSpPr>
          <p:grpSpPr>
            <a:xfrm>
              <a:off x="876149" y="3844399"/>
              <a:ext cx="2577275" cy="1833510"/>
              <a:chOff x="781874" y="1294774"/>
              <a:chExt cx="2577275" cy="1833510"/>
            </a:xfrm>
          </p:grpSpPr>
          <p:sp>
            <p:nvSpPr>
              <p:cNvPr id="330" name="Google Shape;330;p50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1" name="Google Shape;331;p50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" name="Google Shape;332;p50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" name="Google Shape;333;p50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4" name="Google Shape;334;p50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5" name="Google Shape;335;p50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6" name="Google Shape;336;p50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7" name="Google Shape;337;p50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8" name="Google Shape;338;p50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9" name="Google Shape;339;p50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40" name="Google Shape;340;p50"/>
            <p:cNvGrpSpPr/>
            <p:nvPr/>
          </p:nvGrpSpPr>
          <p:grpSpPr>
            <a:xfrm>
              <a:off x="6629653" y="-589501"/>
              <a:ext cx="935946" cy="1829159"/>
              <a:chOff x="4738303" y="2509949"/>
              <a:chExt cx="935946" cy="1829159"/>
            </a:xfrm>
          </p:grpSpPr>
          <p:sp>
            <p:nvSpPr>
              <p:cNvPr id="341" name="Google Shape;341;p50"/>
              <p:cNvSpPr/>
              <p:nvPr/>
            </p:nvSpPr>
            <p:spPr>
              <a:xfrm rot="10800000">
                <a:off x="5149249" y="2735637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2" name="Google Shape;342;p50"/>
              <p:cNvSpPr/>
              <p:nvPr/>
            </p:nvSpPr>
            <p:spPr>
              <a:xfrm rot="10800000">
                <a:off x="4739611" y="296660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3" name="Google Shape;343;p50"/>
              <p:cNvSpPr/>
              <p:nvPr/>
            </p:nvSpPr>
            <p:spPr>
              <a:xfrm rot="10800000">
                <a:off x="4738303" y="250994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4" name="Google Shape;344;p50"/>
              <p:cNvSpPr/>
              <p:nvPr/>
            </p:nvSpPr>
            <p:spPr>
              <a:xfrm rot="10800000">
                <a:off x="5149225" y="365539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5" name="Google Shape;345;p50"/>
              <p:cNvSpPr/>
              <p:nvPr/>
            </p:nvSpPr>
            <p:spPr>
              <a:xfrm rot="10800000">
                <a:off x="4739588" y="3881008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6" name="Google Shape;346;p50"/>
              <p:cNvSpPr/>
              <p:nvPr/>
            </p:nvSpPr>
            <p:spPr>
              <a:xfrm rot="10800000">
                <a:off x="4739588" y="342304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1"/>
          <p:cNvSpPr txBox="1"/>
          <p:nvPr>
            <p:ph type="title"/>
          </p:nvPr>
        </p:nvSpPr>
        <p:spPr>
          <a:xfrm>
            <a:off x="4038175" y="1712763"/>
            <a:ext cx="3968100" cy="68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49" name="Google Shape;349;p51"/>
          <p:cNvSpPr txBox="1"/>
          <p:nvPr>
            <p:ph idx="1" type="subTitle"/>
          </p:nvPr>
        </p:nvSpPr>
        <p:spPr>
          <a:xfrm>
            <a:off x="4038375" y="2399638"/>
            <a:ext cx="3968100" cy="10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50" name="Google Shape;350;p51"/>
          <p:cNvGrpSpPr/>
          <p:nvPr/>
        </p:nvGrpSpPr>
        <p:grpSpPr>
          <a:xfrm>
            <a:off x="-627601" y="-377251"/>
            <a:ext cx="7883675" cy="5333955"/>
            <a:chOff x="-627601" y="-377251"/>
            <a:chExt cx="7883675" cy="5333955"/>
          </a:xfrm>
        </p:grpSpPr>
        <p:grpSp>
          <p:nvGrpSpPr>
            <p:cNvPr id="351" name="Google Shape;351;p51"/>
            <p:cNvGrpSpPr/>
            <p:nvPr/>
          </p:nvGrpSpPr>
          <p:grpSpPr>
            <a:xfrm>
              <a:off x="-627601" y="-377251"/>
              <a:ext cx="2577275" cy="1833510"/>
              <a:chOff x="781874" y="1294774"/>
              <a:chExt cx="2577275" cy="1833510"/>
            </a:xfrm>
          </p:grpSpPr>
          <p:sp>
            <p:nvSpPr>
              <p:cNvPr id="352" name="Google Shape;352;p51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3" name="Google Shape;353;p51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4" name="Google Shape;354;p51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5" name="Google Shape;355;p51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6" name="Google Shape;356;p51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7" name="Google Shape;357;p51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8" name="Google Shape;358;p51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9" name="Google Shape;359;p51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0" name="Google Shape;360;p51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1" name="Google Shape;361;p51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62" name="Google Shape;362;p51"/>
            <p:cNvGrpSpPr/>
            <p:nvPr/>
          </p:nvGrpSpPr>
          <p:grpSpPr>
            <a:xfrm>
              <a:off x="5910299" y="4041949"/>
              <a:ext cx="1345775" cy="914755"/>
              <a:chOff x="2264799" y="3654374"/>
              <a:chExt cx="1345775" cy="914755"/>
            </a:xfrm>
          </p:grpSpPr>
          <p:sp>
            <p:nvSpPr>
              <p:cNvPr id="363" name="Google Shape;363;p51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4" name="Google Shape;364;p51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5" name="Google Shape;365;p51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6" name="Google Shape;366;p51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1"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2"/>
          <p:cNvSpPr txBox="1"/>
          <p:nvPr>
            <p:ph type="title"/>
          </p:nvPr>
        </p:nvSpPr>
        <p:spPr>
          <a:xfrm>
            <a:off x="1222825" y="1801800"/>
            <a:ext cx="4193100" cy="741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69" name="Google Shape;369;p52"/>
          <p:cNvSpPr txBox="1"/>
          <p:nvPr>
            <p:ph idx="1" type="subTitle"/>
          </p:nvPr>
        </p:nvSpPr>
        <p:spPr>
          <a:xfrm>
            <a:off x="1222825" y="2543700"/>
            <a:ext cx="4193100" cy="9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70" name="Google Shape;370;p52"/>
          <p:cNvGrpSpPr/>
          <p:nvPr/>
        </p:nvGrpSpPr>
        <p:grpSpPr>
          <a:xfrm>
            <a:off x="150003" y="-316120"/>
            <a:ext cx="9703996" cy="3951429"/>
            <a:chOff x="150003" y="-316120"/>
            <a:chExt cx="9703996" cy="3951429"/>
          </a:xfrm>
        </p:grpSpPr>
        <p:grpSp>
          <p:nvGrpSpPr>
            <p:cNvPr id="371" name="Google Shape;371;p52"/>
            <p:cNvGrpSpPr/>
            <p:nvPr/>
          </p:nvGrpSpPr>
          <p:grpSpPr>
            <a:xfrm>
              <a:off x="7276724" y="1801799"/>
              <a:ext cx="2577275" cy="1833510"/>
              <a:chOff x="781874" y="1294774"/>
              <a:chExt cx="2577275" cy="1833510"/>
            </a:xfrm>
          </p:grpSpPr>
          <p:sp>
            <p:nvSpPr>
              <p:cNvPr id="372" name="Google Shape;372;p52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3" name="Google Shape;373;p52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4" name="Google Shape;374;p52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5" name="Google Shape;375;p52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6" name="Google Shape;376;p52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7" name="Google Shape;377;p52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8" name="Google Shape;378;p52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9" name="Google Shape;379;p52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0" name="Google Shape;380;p52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1" name="Google Shape;381;p52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82" name="Google Shape;382;p52"/>
            <p:cNvGrpSpPr/>
            <p:nvPr/>
          </p:nvGrpSpPr>
          <p:grpSpPr>
            <a:xfrm>
              <a:off x="1328289" y="-316120"/>
              <a:ext cx="936510" cy="688006"/>
              <a:chOff x="3235964" y="2587955"/>
              <a:chExt cx="936510" cy="688006"/>
            </a:xfrm>
          </p:grpSpPr>
          <p:sp>
            <p:nvSpPr>
              <p:cNvPr id="383" name="Google Shape;383;p52"/>
              <p:cNvSpPr/>
              <p:nvPr/>
            </p:nvSpPr>
            <p:spPr>
              <a:xfrm rot="10800000">
                <a:off x="3647474" y="258795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4" name="Google Shape;384;p52"/>
              <p:cNvSpPr/>
              <p:nvPr/>
            </p:nvSpPr>
            <p:spPr>
              <a:xfrm rot="10800000">
                <a:off x="3235964" y="281786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85" name="Google Shape;385;p52"/>
            <p:cNvGrpSpPr/>
            <p:nvPr/>
          </p:nvGrpSpPr>
          <p:grpSpPr>
            <a:xfrm>
              <a:off x="150003" y="142474"/>
              <a:ext cx="935946" cy="1829159"/>
              <a:chOff x="4738303" y="2509949"/>
              <a:chExt cx="935946" cy="1829159"/>
            </a:xfrm>
          </p:grpSpPr>
          <p:sp>
            <p:nvSpPr>
              <p:cNvPr id="386" name="Google Shape;386;p52"/>
              <p:cNvSpPr/>
              <p:nvPr/>
            </p:nvSpPr>
            <p:spPr>
              <a:xfrm rot="10800000">
                <a:off x="5149249" y="2735637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7" name="Google Shape;387;p52"/>
              <p:cNvSpPr/>
              <p:nvPr/>
            </p:nvSpPr>
            <p:spPr>
              <a:xfrm rot="10800000">
                <a:off x="4739611" y="296660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8" name="Google Shape;388;p52"/>
              <p:cNvSpPr/>
              <p:nvPr/>
            </p:nvSpPr>
            <p:spPr>
              <a:xfrm rot="10800000">
                <a:off x="4738303" y="250994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9" name="Google Shape;389;p52"/>
              <p:cNvSpPr/>
              <p:nvPr/>
            </p:nvSpPr>
            <p:spPr>
              <a:xfrm rot="10800000">
                <a:off x="5149225" y="365539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0" name="Google Shape;390;p52"/>
              <p:cNvSpPr/>
              <p:nvPr/>
            </p:nvSpPr>
            <p:spPr>
              <a:xfrm rot="10800000">
                <a:off x="4739588" y="3881008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1" name="Google Shape;391;p52"/>
              <p:cNvSpPr/>
              <p:nvPr/>
            </p:nvSpPr>
            <p:spPr>
              <a:xfrm rot="10800000">
                <a:off x="4739588" y="342304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12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53"/>
          <p:cNvSpPr txBox="1"/>
          <p:nvPr>
            <p:ph idx="1" type="body"/>
          </p:nvPr>
        </p:nvSpPr>
        <p:spPr>
          <a:xfrm>
            <a:off x="720000" y="1215750"/>
            <a:ext cx="5052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 Light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394" name="Google Shape;394;p5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395" name="Google Shape;395;p53"/>
          <p:cNvGrpSpPr/>
          <p:nvPr/>
        </p:nvGrpSpPr>
        <p:grpSpPr>
          <a:xfrm>
            <a:off x="6492739" y="2722049"/>
            <a:ext cx="3057485" cy="2798710"/>
            <a:chOff x="6492739" y="2722049"/>
            <a:chExt cx="3057485" cy="2798710"/>
          </a:xfrm>
        </p:grpSpPr>
        <p:grpSp>
          <p:nvGrpSpPr>
            <p:cNvPr id="396" name="Google Shape;396;p53"/>
            <p:cNvGrpSpPr/>
            <p:nvPr/>
          </p:nvGrpSpPr>
          <p:grpSpPr>
            <a:xfrm>
              <a:off x="6972949" y="3687249"/>
              <a:ext cx="2577275" cy="1833510"/>
              <a:chOff x="781874" y="1294774"/>
              <a:chExt cx="2577275" cy="1833510"/>
            </a:xfrm>
          </p:grpSpPr>
          <p:sp>
            <p:nvSpPr>
              <p:cNvPr id="397" name="Google Shape;397;p53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8" name="Google Shape;398;p53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9" name="Google Shape;399;p53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0" name="Google Shape;400;p53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1" name="Google Shape;401;p53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2" name="Google Shape;402;p53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3" name="Google Shape;403;p53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4" name="Google Shape;404;p53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5" name="Google Shape;405;p53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6" name="Google Shape;406;p53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7" name="Google Shape;407;p53"/>
            <p:cNvGrpSpPr/>
            <p:nvPr/>
          </p:nvGrpSpPr>
          <p:grpSpPr>
            <a:xfrm>
              <a:off x="6492739" y="4117380"/>
              <a:ext cx="936510" cy="688006"/>
              <a:chOff x="3235964" y="2587955"/>
              <a:chExt cx="936510" cy="688006"/>
            </a:xfrm>
          </p:grpSpPr>
          <p:sp>
            <p:nvSpPr>
              <p:cNvPr id="408" name="Google Shape;408;p53"/>
              <p:cNvSpPr/>
              <p:nvPr/>
            </p:nvSpPr>
            <p:spPr>
              <a:xfrm rot="10800000">
                <a:off x="3647474" y="258795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9" name="Google Shape;409;p53"/>
              <p:cNvSpPr/>
              <p:nvPr/>
            </p:nvSpPr>
            <p:spPr>
              <a:xfrm rot="10800000">
                <a:off x="3235964" y="281786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10" name="Google Shape;410;p53"/>
            <p:cNvGrpSpPr/>
            <p:nvPr/>
          </p:nvGrpSpPr>
          <p:grpSpPr>
            <a:xfrm>
              <a:off x="7429249" y="2722049"/>
              <a:ext cx="1345775" cy="914755"/>
              <a:chOff x="2264799" y="3654374"/>
              <a:chExt cx="1345775" cy="914755"/>
            </a:xfrm>
          </p:grpSpPr>
          <p:sp>
            <p:nvSpPr>
              <p:cNvPr id="411" name="Google Shape;411;p53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2" name="Google Shape;412;p53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3" name="Google Shape;413;p53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4" name="Google Shape;414;p53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54"/>
          <p:cNvSpPr txBox="1"/>
          <p:nvPr>
            <p:ph idx="1" type="subTitle"/>
          </p:nvPr>
        </p:nvSpPr>
        <p:spPr>
          <a:xfrm>
            <a:off x="4973485" y="2787779"/>
            <a:ext cx="3020100" cy="12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7" name="Google Shape;417;p54"/>
          <p:cNvSpPr txBox="1"/>
          <p:nvPr>
            <p:ph idx="2" type="subTitle"/>
          </p:nvPr>
        </p:nvSpPr>
        <p:spPr>
          <a:xfrm>
            <a:off x="1150407" y="2787779"/>
            <a:ext cx="3020100" cy="12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8" name="Google Shape;418;p54"/>
          <p:cNvSpPr txBox="1"/>
          <p:nvPr>
            <p:ph idx="3" type="subTitle"/>
          </p:nvPr>
        </p:nvSpPr>
        <p:spPr>
          <a:xfrm>
            <a:off x="1150408" y="2228879"/>
            <a:ext cx="30201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419" name="Google Shape;419;p54"/>
          <p:cNvSpPr txBox="1"/>
          <p:nvPr>
            <p:ph idx="4" type="subTitle"/>
          </p:nvPr>
        </p:nvSpPr>
        <p:spPr>
          <a:xfrm>
            <a:off x="4973493" y="2228879"/>
            <a:ext cx="30201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420" name="Google Shape;420;p5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421" name="Google Shape;421;p54"/>
          <p:cNvGrpSpPr/>
          <p:nvPr/>
        </p:nvGrpSpPr>
        <p:grpSpPr>
          <a:xfrm>
            <a:off x="-625776" y="3465724"/>
            <a:ext cx="9463650" cy="2543547"/>
            <a:chOff x="-625776" y="3465724"/>
            <a:chExt cx="9463650" cy="2543547"/>
          </a:xfrm>
        </p:grpSpPr>
        <p:grpSp>
          <p:nvGrpSpPr>
            <p:cNvPr id="422" name="Google Shape;422;p54"/>
            <p:cNvGrpSpPr/>
            <p:nvPr/>
          </p:nvGrpSpPr>
          <p:grpSpPr>
            <a:xfrm>
              <a:off x="1927011" y="4175761"/>
              <a:ext cx="2577275" cy="1833510"/>
              <a:chOff x="781874" y="1294774"/>
              <a:chExt cx="2577275" cy="1833510"/>
            </a:xfrm>
          </p:grpSpPr>
          <p:sp>
            <p:nvSpPr>
              <p:cNvPr id="423" name="Google Shape;423;p54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4" name="Google Shape;424;p54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5" name="Google Shape;425;p54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6" name="Google Shape;426;p54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7" name="Google Shape;427;p54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8" name="Google Shape;428;p54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9" name="Google Shape;429;p54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0" name="Google Shape;430;p54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1" name="Google Shape;431;p54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2" name="Google Shape;432;p54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3" name="Google Shape;433;p54"/>
            <p:cNvGrpSpPr/>
            <p:nvPr/>
          </p:nvGrpSpPr>
          <p:grpSpPr>
            <a:xfrm>
              <a:off x="7901928" y="3813647"/>
              <a:ext cx="935946" cy="1829159"/>
              <a:chOff x="4738303" y="2514672"/>
              <a:chExt cx="935946" cy="1829159"/>
            </a:xfrm>
          </p:grpSpPr>
          <p:sp>
            <p:nvSpPr>
              <p:cNvPr id="434" name="Google Shape;434;p54"/>
              <p:cNvSpPr/>
              <p:nvPr/>
            </p:nvSpPr>
            <p:spPr>
              <a:xfrm rot="10800000">
                <a:off x="5149249" y="274036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5" name="Google Shape;435;p54"/>
              <p:cNvSpPr/>
              <p:nvPr/>
            </p:nvSpPr>
            <p:spPr>
              <a:xfrm rot="10800000">
                <a:off x="4739611" y="2971327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6" name="Google Shape;436;p54"/>
              <p:cNvSpPr/>
              <p:nvPr/>
            </p:nvSpPr>
            <p:spPr>
              <a:xfrm rot="10800000">
                <a:off x="4738303" y="251467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" name="Google Shape;437;p54"/>
              <p:cNvSpPr/>
              <p:nvPr/>
            </p:nvSpPr>
            <p:spPr>
              <a:xfrm rot="10800000">
                <a:off x="5149225" y="3660116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" name="Google Shape;438;p54"/>
              <p:cNvSpPr/>
              <p:nvPr/>
            </p:nvSpPr>
            <p:spPr>
              <a:xfrm rot="10800000">
                <a:off x="4739588" y="388573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9" name="Google Shape;439;p54"/>
              <p:cNvSpPr/>
              <p:nvPr/>
            </p:nvSpPr>
            <p:spPr>
              <a:xfrm rot="10800000">
                <a:off x="4739588" y="3427767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0" name="Google Shape;440;p54"/>
            <p:cNvGrpSpPr/>
            <p:nvPr/>
          </p:nvGrpSpPr>
          <p:grpSpPr>
            <a:xfrm>
              <a:off x="-625776" y="3465724"/>
              <a:ext cx="1345775" cy="914755"/>
              <a:chOff x="2264799" y="3654374"/>
              <a:chExt cx="1345775" cy="914755"/>
            </a:xfrm>
          </p:grpSpPr>
          <p:sp>
            <p:nvSpPr>
              <p:cNvPr id="441" name="Google Shape;441;p54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2" name="Google Shape;442;p54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3" name="Google Shape;443;p54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4" name="Google Shape;444;p54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55"/>
          <p:cNvSpPr txBox="1"/>
          <p:nvPr>
            <p:ph idx="1" type="subTitle"/>
          </p:nvPr>
        </p:nvSpPr>
        <p:spPr>
          <a:xfrm>
            <a:off x="4832078" y="1667625"/>
            <a:ext cx="3254100" cy="22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7" name="Google Shape;447;p55"/>
          <p:cNvSpPr txBox="1"/>
          <p:nvPr>
            <p:ph idx="2" type="subTitle"/>
          </p:nvPr>
        </p:nvSpPr>
        <p:spPr>
          <a:xfrm>
            <a:off x="1057900" y="1667625"/>
            <a:ext cx="3254100" cy="22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8" name="Google Shape;448;p5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449" name="Google Shape;449;p55"/>
          <p:cNvGrpSpPr/>
          <p:nvPr/>
        </p:nvGrpSpPr>
        <p:grpSpPr>
          <a:xfrm>
            <a:off x="965824" y="3077647"/>
            <a:ext cx="7932925" cy="1846319"/>
            <a:chOff x="965824" y="3077647"/>
            <a:chExt cx="7932925" cy="1846319"/>
          </a:xfrm>
        </p:grpSpPr>
        <p:grpSp>
          <p:nvGrpSpPr>
            <p:cNvPr id="450" name="Google Shape;450;p55"/>
            <p:cNvGrpSpPr/>
            <p:nvPr/>
          </p:nvGrpSpPr>
          <p:grpSpPr>
            <a:xfrm>
              <a:off x="7962803" y="3077647"/>
              <a:ext cx="935946" cy="1829159"/>
              <a:chOff x="4738303" y="2514672"/>
              <a:chExt cx="935946" cy="1829159"/>
            </a:xfrm>
          </p:grpSpPr>
          <p:sp>
            <p:nvSpPr>
              <p:cNvPr id="451" name="Google Shape;451;p55"/>
              <p:cNvSpPr/>
              <p:nvPr/>
            </p:nvSpPr>
            <p:spPr>
              <a:xfrm rot="10800000">
                <a:off x="5149249" y="274036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2" name="Google Shape;452;p55"/>
              <p:cNvSpPr/>
              <p:nvPr/>
            </p:nvSpPr>
            <p:spPr>
              <a:xfrm rot="10800000">
                <a:off x="4739611" y="2971327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3" name="Google Shape;453;p55"/>
              <p:cNvSpPr/>
              <p:nvPr/>
            </p:nvSpPr>
            <p:spPr>
              <a:xfrm rot="10800000">
                <a:off x="4738303" y="251467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4" name="Google Shape;454;p55"/>
              <p:cNvSpPr/>
              <p:nvPr/>
            </p:nvSpPr>
            <p:spPr>
              <a:xfrm rot="10800000">
                <a:off x="5149225" y="3660116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5" name="Google Shape;455;p55"/>
              <p:cNvSpPr/>
              <p:nvPr/>
            </p:nvSpPr>
            <p:spPr>
              <a:xfrm rot="10800000">
                <a:off x="4739588" y="388573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6" name="Google Shape;456;p55"/>
              <p:cNvSpPr/>
              <p:nvPr/>
            </p:nvSpPr>
            <p:spPr>
              <a:xfrm rot="10800000">
                <a:off x="4739588" y="3427767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7" name="Google Shape;457;p55"/>
            <p:cNvGrpSpPr/>
            <p:nvPr/>
          </p:nvGrpSpPr>
          <p:grpSpPr>
            <a:xfrm>
              <a:off x="965824" y="4009211"/>
              <a:ext cx="1345775" cy="914755"/>
              <a:chOff x="2264799" y="3654374"/>
              <a:chExt cx="1345775" cy="914755"/>
            </a:xfrm>
          </p:grpSpPr>
          <p:sp>
            <p:nvSpPr>
              <p:cNvPr id="458" name="Google Shape;458;p55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9" name="Google Shape;459;p55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0" name="Google Shape;460;p55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1" name="Google Shape;461;p55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56"/>
          <p:cNvSpPr txBox="1"/>
          <p:nvPr>
            <p:ph idx="1" type="subTitle"/>
          </p:nvPr>
        </p:nvSpPr>
        <p:spPr>
          <a:xfrm>
            <a:off x="713225" y="2992402"/>
            <a:ext cx="2356200" cy="10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4" name="Google Shape;464;p56"/>
          <p:cNvSpPr txBox="1"/>
          <p:nvPr>
            <p:ph idx="2" type="subTitle"/>
          </p:nvPr>
        </p:nvSpPr>
        <p:spPr>
          <a:xfrm>
            <a:off x="3393900" y="2992402"/>
            <a:ext cx="2356200" cy="10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5" name="Google Shape;465;p56"/>
          <p:cNvSpPr txBox="1"/>
          <p:nvPr>
            <p:ph idx="3" type="subTitle"/>
          </p:nvPr>
        </p:nvSpPr>
        <p:spPr>
          <a:xfrm>
            <a:off x="6074574" y="2992402"/>
            <a:ext cx="2356200" cy="10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6" name="Google Shape;466;p56"/>
          <p:cNvSpPr txBox="1"/>
          <p:nvPr>
            <p:ph idx="4" type="subTitle"/>
          </p:nvPr>
        </p:nvSpPr>
        <p:spPr>
          <a:xfrm>
            <a:off x="713225" y="2332400"/>
            <a:ext cx="2356200" cy="660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467" name="Google Shape;467;p56"/>
          <p:cNvSpPr txBox="1"/>
          <p:nvPr>
            <p:ph idx="5" type="subTitle"/>
          </p:nvPr>
        </p:nvSpPr>
        <p:spPr>
          <a:xfrm>
            <a:off x="3393900" y="2332400"/>
            <a:ext cx="2356200" cy="660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468" name="Google Shape;468;p56"/>
          <p:cNvSpPr txBox="1"/>
          <p:nvPr>
            <p:ph idx="6" type="subTitle"/>
          </p:nvPr>
        </p:nvSpPr>
        <p:spPr>
          <a:xfrm>
            <a:off x="6074575" y="2332400"/>
            <a:ext cx="2356200" cy="660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469" name="Google Shape;469;p5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470" name="Google Shape;470;p56"/>
          <p:cNvGrpSpPr/>
          <p:nvPr/>
        </p:nvGrpSpPr>
        <p:grpSpPr>
          <a:xfrm>
            <a:off x="-391401" y="1603297"/>
            <a:ext cx="9868275" cy="4284737"/>
            <a:chOff x="-391401" y="1603297"/>
            <a:chExt cx="9868275" cy="4284737"/>
          </a:xfrm>
        </p:grpSpPr>
        <p:grpSp>
          <p:nvGrpSpPr>
            <p:cNvPr id="471" name="Google Shape;471;p56"/>
            <p:cNvGrpSpPr/>
            <p:nvPr/>
          </p:nvGrpSpPr>
          <p:grpSpPr>
            <a:xfrm>
              <a:off x="-391401" y="4054524"/>
              <a:ext cx="2577275" cy="1833510"/>
              <a:chOff x="781874" y="1294774"/>
              <a:chExt cx="2577275" cy="1833510"/>
            </a:xfrm>
          </p:grpSpPr>
          <p:sp>
            <p:nvSpPr>
              <p:cNvPr id="472" name="Google Shape;472;p56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3" name="Google Shape;473;p56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4" name="Google Shape;474;p56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5" name="Google Shape;475;p56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6" name="Google Shape;476;p56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7" name="Google Shape;477;p56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8" name="Google Shape;478;p56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9" name="Google Shape;479;p56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0" name="Google Shape;480;p56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1" name="Google Shape;481;p56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82" name="Google Shape;482;p56"/>
            <p:cNvGrpSpPr/>
            <p:nvPr/>
          </p:nvGrpSpPr>
          <p:grpSpPr>
            <a:xfrm>
              <a:off x="7394764" y="4054530"/>
              <a:ext cx="936510" cy="688006"/>
              <a:chOff x="3235964" y="2587955"/>
              <a:chExt cx="936510" cy="688006"/>
            </a:xfrm>
          </p:grpSpPr>
          <p:sp>
            <p:nvSpPr>
              <p:cNvPr id="483" name="Google Shape;483;p56"/>
              <p:cNvSpPr/>
              <p:nvPr/>
            </p:nvSpPr>
            <p:spPr>
              <a:xfrm rot="10800000">
                <a:off x="3647474" y="258795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4" name="Google Shape;484;p56"/>
              <p:cNvSpPr/>
              <p:nvPr/>
            </p:nvSpPr>
            <p:spPr>
              <a:xfrm rot="10800000">
                <a:off x="3235964" y="281786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85" name="Google Shape;485;p56"/>
            <p:cNvGrpSpPr/>
            <p:nvPr/>
          </p:nvGrpSpPr>
          <p:grpSpPr>
            <a:xfrm>
              <a:off x="8540928" y="1603297"/>
              <a:ext cx="935946" cy="1829159"/>
              <a:chOff x="4738303" y="2514672"/>
              <a:chExt cx="935946" cy="1829159"/>
            </a:xfrm>
          </p:grpSpPr>
          <p:sp>
            <p:nvSpPr>
              <p:cNvPr id="486" name="Google Shape;486;p56"/>
              <p:cNvSpPr/>
              <p:nvPr/>
            </p:nvSpPr>
            <p:spPr>
              <a:xfrm rot="10800000">
                <a:off x="5149249" y="274036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7" name="Google Shape;487;p56"/>
              <p:cNvSpPr/>
              <p:nvPr/>
            </p:nvSpPr>
            <p:spPr>
              <a:xfrm rot="10800000">
                <a:off x="4739611" y="2971327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8" name="Google Shape;488;p56"/>
              <p:cNvSpPr/>
              <p:nvPr/>
            </p:nvSpPr>
            <p:spPr>
              <a:xfrm rot="10800000">
                <a:off x="4738303" y="251467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9" name="Google Shape;489;p56"/>
              <p:cNvSpPr/>
              <p:nvPr/>
            </p:nvSpPr>
            <p:spPr>
              <a:xfrm rot="10800000">
                <a:off x="5149225" y="3660116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0" name="Google Shape;490;p56"/>
              <p:cNvSpPr/>
              <p:nvPr/>
            </p:nvSpPr>
            <p:spPr>
              <a:xfrm rot="10800000">
                <a:off x="4739588" y="388573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1" name="Google Shape;491;p56"/>
              <p:cNvSpPr/>
              <p:nvPr/>
            </p:nvSpPr>
            <p:spPr>
              <a:xfrm rot="10800000">
                <a:off x="4739588" y="3427767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92" name="Google Shape;492;p56"/>
            <p:cNvGrpSpPr/>
            <p:nvPr/>
          </p:nvGrpSpPr>
          <p:grpSpPr>
            <a:xfrm>
              <a:off x="4915099" y="4146624"/>
              <a:ext cx="1345775" cy="914755"/>
              <a:chOff x="2264799" y="3654374"/>
              <a:chExt cx="1345775" cy="914755"/>
            </a:xfrm>
          </p:grpSpPr>
          <p:sp>
            <p:nvSpPr>
              <p:cNvPr id="493" name="Google Shape;493;p56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4" name="Google Shape;494;p56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5" name="Google Shape;495;p56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6" name="Google Shape;496;p56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57"/>
          <p:cNvSpPr txBox="1"/>
          <p:nvPr>
            <p:ph idx="1" type="subTitle"/>
          </p:nvPr>
        </p:nvSpPr>
        <p:spPr>
          <a:xfrm>
            <a:off x="2319753" y="1942803"/>
            <a:ext cx="21141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9" name="Google Shape;499;p57"/>
          <p:cNvSpPr txBox="1"/>
          <p:nvPr>
            <p:ph idx="2" type="subTitle"/>
          </p:nvPr>
        </p:nvSpPr>
        <p:spPr>
          <a:xfrm>
            <a:off x="5467047" y="1942803"/>
            <a:ext cx="21141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0" name="Google Shape;500;p57"/>
          <p:cNvSpPr txBox="1"/>
          <p:nvPr>
            <p:ph idx="3" type="subTitle"/>
          </p:nvPr>
        </p:nvSpPr>
        <p:spPr>
          <a:xfrm>
            <a:off x="2319753" y="3357078"/>
            <a:ext cx="21141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1" name="Google Shape;501;p57"/>
          <p:cNvSpPr txBox="1"/>
          <p:nvPr>
            <p:ph idx="4" type="subTitle"/>
          </p:nvPr>
        </p:nvSpPr>
        <p:spPr>
          <a:xfrm>
            <a:off x="5467047" y="3357078"/>
            <a:ext cx="21141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2" name="Google Shape;502;p57"/>
          <p:cNvSpPr txBox="1"/>
          <p:nvPr>
            <p:ph idx="5" type="subTitle"/>
          </p:nvPr>
        </p:nvSpPr>
        <p:spPr>
          <a:xfrm>
            <a:off x="2319753" y="1537106"/>
            <a:ext cx="21141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503" name="Google Shape;503;p57"/>
          <p:cNvSpPr txBox="1"/>
          <p:nvPr>
            <p:ph idx="6" type="subTitle"/>
          </p:nvPr>
        </p:nvSpPr>
        <p:spPr>
          <a:xfrm>
            <a:off x="2319753" y="2951481"/>
            <a:ext cx="21141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504" name="Google Shape;504;p57"/>
          <p:cNvSpPr txBox="1"/>
          <p:nvPr>
            <p:ph idx="7" type="subTitle"/>
          </p:nvPr>
        </p:nvSpPr>
        <p:spPr>
          <a:xfrm>
            <a:off x="5467043" y="1537106"/>
            <a:ext cx="21141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505" name="Google Shape;505;p57"/>
          <p:cNvSpPr txBox="1"/>
          <p:nvPr>
            <p:ph idx="8" type="subTitle"/>
          </p:nvPr>
        </p:nvSpPr>
        <p:spPr>
          <a:xfrm>
            <a:off x="5467043" y="2951481"/>
            <a:ext cx="21141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506" name="Google Shape;506;p5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507" name="Google Shape;507;p57"/>
          <p:cNvGrpSpPr/>
          <p:nvPr/>
        </p:nvGrpSpPr>
        <p:grpSpPr>
          <a:xfrm>
            <a:off x="171639" y="3687249"/>
            <a:ext cx="9207610" cy="1833510"/>
            <a:chOff x="171639" y="3687249"/>
            <a:chExt cx="9207610" cy="1833510"/>
          </a:xfrm>
        </p:grpSpPr>
        <p:grpSp>
          <p:nvGrpSpPr>
            <p:cNvPr id="508" name="Google Shape;508;p57"/>
            <p:cNvGrpSpPr/>
            <p:nvPr/>
          </p:nvGrpSpPr>
          <p:grpSpPr>
            <a:xfrm>
              <a:off x="6801974" y="3687249"/>
              <a:ext cx="2577275" cy="1833510"/>
              <a:chOff x="781874" y="1294774"/>
              <a:chExt cx="2577275" cy="1833510"/>
            </a:xfrm>
          </p:grpSpPr>
          <p:sp>
            <p:nvSpPr>
              <p:cNvPr id="509" name="Google Shape;509;p57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0" name="Google Shape;510;p57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1" name="Google Shape;511;p57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2" name="Google Shape;512;p57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3" name="Google Shape;513;p57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4" name="Google Shape;514;p57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5" name="Google Shape;515;p57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6" name="Google Shape;516;p57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7" name="Google Shape;517;p57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8" name="Google Shape;518;p57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19" name="Google Shape;519;p57"/>
            <p:cNvGrpSpPr/>
            <p:nvPr/>
          </p:nvGrpSpPr>
          <p:grpSpPr>
            <a:xfrm>
              <a:off x="171639" y="3767755"/>
              <a:ext cx="936510" cy="688006"/>
              <a:chOff x="3235964" y="2587955"/>
              <a:chExt cx="936510" cy="688006"/>
            </a:xfrm>
          </p:grpSpPr>
          <p:sp>
            <p:nvSpPr>
              <p:cNvPr id="520" name="Google Shape;520;p57"/>
              <p:cNvSpPr/>
              <p:nvPr/>
            </p:nvSpPr>
            <p:spPr>
              <a:xfrm rot="10800000">
                <a:off x="3647474" y="258795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1" name="Google Shape;521;p57"/>
              <p:cNvSpPr/>
              <p:nvPr/>
            </p:nvSpPr>
            <p:spPr>
              <a:xfrm rot="10800000">
                <a:off x="3235964" y="281786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22" name="Google Shape;522;p57"/>
            <p:cNvGrpSpPr/>
            <p:nvPr/>
          </p:nvGrpSpPr>
          <p:grpSpPr>
            <a:xfrm>
              <a:off x="1108149" y="4146624"/>
              <a:ext cx="1345775" cy="914755"/>
              <a:chOff x="2264799" y="3654374"/>
              <a:chExt cx="1345775" cy="914755"/>
            </a:xfrm>
          </p:grpSpPr>
          <p:sp>
            <p:nvSpPr>
              <p:cNvPr id="523" name="Google Shape;523;p57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4" name="Google Shape;524;p57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5" name="Google Shape;525;p57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6" name="Google Shape;526;p57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58"/>
          <p:cNvSpPr txBox="1"/>
          <p:nvPr>
            <p:ph idx="1" type="subTitle"/>
          </p:nvPr>
        </p:nvSpPr>
        <p:spPr>
          <a:xfrm>
            <a:off x="726651" y="2073001"/>
            <a:ext cx="2209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9" name="Google Shape;529;p58"/>
          <p:cNvSpPr txBox="1"/>
          <p:nvPr>
            <p:ph idx="2" type="subTitle"/>
          </p:nvPr>
        </p:nvSpPr>
        <p:spPr>
          <a:xfrm>
            <a:off x="3474109" y="2073001"/>
            <a:ext cx="2209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0" name="Google Shape;530;p58"/>
          <p:cNvSpPr txBox="1"/>
          <p:nvPr>
            <p:ph idx="3" type="subTitle"/>
          </p:nvPr>
        </p:nvSpPr>
        <p:spPr>
          <a:xfrm>
            <a:off x="726651" y="3503225"/>
            <a:ext cx="2209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1" name="Google Shape;531;p58"/>
          <p:cNvSpPr txBox="1"/>
          <p:nvPr>
            <p:ph idx="4" type="subTitle"/>
          </p:nvPr>
        </p:nvSpPr>
        <p:spPr>
          <a:xfrm>
            <a:off x="3474109" y="3503225"/>
            <a:ext cx="2209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2" name="Google Shape;532;p58"/>
          <p:cNvSpPr txBox="1"/>
          <p:nvPr>
            <p:ph idx="5" type="subTitle"/>
          </p:nvPr>
        </p:nvSpPr>
        <p:spPr>
          <a:xfrm>
            <a:off x="6221568" y="2073001"/>
            <a:ext cx="2209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3" name="Google Shape;533;p58"/>
          <p:cNvSpPr txBox="1"/>
          <p:nvPr>
            <p:ph idx="6" type="subTitle"/>
          </p:nvPr>
        </p:nvSpPr>
        <p:spPr>
          <a:xfrm>
            <a:off x="6221568" y="3503225"/>
            <a:ext cx="2209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4" name="Google Shape;534;p58"/>
          <p:cNvSpPr txBox="1"/>
          <p:nvPr>
            <p:ph idx="7" type="subTitle"/>
          </p:nvPr>
        </p:nvSpPr>
        <p:spPr>
          <a:xfrm>
            <a:off x="730989" y="1656600"/>
            <a:ext cx="2200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535" name="Google Shape;535;p58"/>
          <p:cNvSpPr txBox="1"/>
          <p:nvPr>
            <p:ph idx="8" type="subTitle"/>
          </p:nvPr>
        </p:nvSpPr>
        <p:spPr>
          <a:xfrm>
            <a:off x="3478447" y="1656600"/>
            <a:ext cx="2200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536" name="Google Shape;536;p58"/>
          <p:cNvSpPr txBox="1"/>
          <p:nvPr>
            <p:ph idx="9" type="subTitle"/>
          </p:nvPr>
        </p:nvSpPr>
        <p:spPr>
          <a:xfrm>
            <a:off x="6225906" y="1656600"/>
            <a:ext cx="2200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537" name="Google Shape;537;p58"/>
          <p:cNvSpPr txBox="1"/>
          <p:nvPr>
            <p:ph idx="13" type="subTitle"/>
          </p:nvPr>
        </p:nvSpPr>
        <p:spPr>
          <a:xfrm>
            <a:off x="730989" y="3086800"/>
            <a:ext cx="2200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538" name="Google Shape;538;p58"/>
          <p:cNvSpPr txBox="1"/>
          <p:nvPr>
            <p:ph idx="14" type="subTitle"/>
          </p:nvPr>
        </p:nvSpPr>
        <p:spPr>
          <a:xfrm>
            <a:off x="3478447" y="3086800"/>
            <a:ext cx="2200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539" name="Google Shape;539;p58"/>
          <p:cNvSpPr txBox="1"/>
          <p:nvPr>
            <p:ph idx="15" type="subTitle"/>
          </p:nvPr>
        </p:nvSpPr>
        <p:spPr>
          <a:xfrm>
            <a:off x="6225906" y="3086800"/>
            <a:ext cx="2200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540" name="Google Shape;540;p5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541" name="Google Shape;541;p58"/>
          <p:cNvGrpSpPr/>
          <p:nvPr/>
        </p:nvGrpSpPr>
        <p:grpSpPr>
          <a:xfrm>
            <a:off x="324089" y="4387674"/>
            <a:ext cx="8509210" cy="926987"/>
            <a:chOff x="313264" y="4021024"/>
            <a:chExt cx="8509210" cy="926987"/>
          </a:xfrm>
        </p:grpSpPr>
        <p:grpSp>
          <p:nvGrpSpPr>
            <p:cNvPr id="542" name="Google Shape;542;p58"/>
            <p:cNvGrpSpPr/>
            <p:nvPr/>
          </p:nvGrpSpPr>
          <p:grpSpPr>
            <a:xfrm>
              <a:off x="313264" y="4260005"/>
              <a:ext cx="936510" cy="688006"/>
              <a:chOff x="3235964" y="2587955"/>
              <a:chExt cx="936510" cy="688006"/>
            </a:xfrm>
          </p:grpSpPr>
          <p:sp>
            <p:nvSpPr>
              <p:cNvPr id="543" name="Google Shape;543;p58"/>
              <p:cNvSpPr/>
              <p:nvPr/>
            </p:nvSpPr>
            <p:spPr>
              <a:xfrm rot="10800000">
                <a:off x="3647474" y="258795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4" name="Google Shape;544;p58"/>
              <p:cNvSpPr/>
              <p:nvPr/>
            </p:nvSpPr>
            <p:spPr>
              <a:xfrm rot="10800000">
                <a:off x="3235964" y="281786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45" name="Google Shape;545;p58"/>
            <p:cNvGrpSpPr/>
            <p:nvPr/>
          </p:nvGrpSpPr>
          <p:grpSpPr>
            <a:xfrm>
              <a:off x="7476699" y="4021024"/>
              <a:ext cx="1345775" cy="914755"/>
              <a:chOff x="2264799" y="3654374"/>
              <a:chExt cx="1345775" cy="914755"/>
            </a:xfrm>
          </p:grpSpPr>
          <p:sp>
            <p:nvSpPr>
              <p:cNvPr id="546" name="Google Shape;546;p58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7" name="Google Shape;547;p58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8" name="Google Shape;548;p58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9" name="Google Shape;549;p58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1" name="Google Shape;551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59"/>
          <p:cNvSpPr txBox="1"/>
          <p:nvPr>
            <p:ph type="title"/>
          </p:nvPr>
        </p:nvSpPr>
        <p:spPr>
          <a:xfrm>
            <a:off x="2223600" y="638357"/>
            <a:ext cx="4696800" cy="76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3" name="Google Shape;553;p59"/>
          <p:cNvSpPr txBox="1"/>
          <p:nvPr>
            <p:ph idx="1" type="subTitle"/>
          </p:nvPr>
        </p:nvSpPr>
        <p:spPr>
          <a:xfrm>
            <a:off x="2223600" y="1327275"/>
            <a:ext cx="46968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54" name="Google Shape;554;p59"/>
          <p:cNvSpPr txBox="1"/>
          <p:nvPr>
            <p:ph idx="2" type="title"/>
          </p:nvPr>
        </p:nvSpPr>
        <p:spPr>
          <a:xfrm>
            <a:off x="2223600" y="1990612"/>
            <a:ext cx="4696800" cy="76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5" name="Google Shape;555;p59"/>
          <p:cNvSpPr txBox="1"/>
          <p:nvPr>
            <p:ph idx="3" type="subTitle"/>
          </p:nvPr>
        </p:nvSpPr>
        <p:spPr>
          <a:xfrm>
            <a:off x="2223600" y="2679527"/>
            <a:ext cx="46968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56" name="Google Shape;556;p59"/>
          <p:cNvSpPr txBox="1"/>
          <p:nvPr>
            <p:ph idx="4" type="title"/>
          </p:nvPr>
        </p:nvSpPr>
        <p:spPr>
          <a:xfrm>
            <a:off x="2223600" y="3342868"/>
            <a:ext cx="4696800" cy="76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7" name="Google Shape;557;p59"/>
          <p:cNvSpPr txBox="1"/>
          <p:nvPr>
            <p:ph idx="5" type="subTitle"/>
          </p:nvPr>
        </p:nvSpPr>
        <p:spPr>
          <a:xfrm>
            <a:off x="2223600" y="4031797"/>
            <a:ext cx="46968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558" name="Google Shape;558;p59"/>
          <p:cNvGrpSpPr/>
          <p:nvPr/>
        </p:nvGrpSpPr>
        <p:grpSpPr>
          <a:xfrm>
            <a:off x="202374" y="239324"/>
            <a:ext cx="9683050" cy="4722185"/>
            <a:chOff x="202374" y="239324"/>
            <a:chExt cx="9683050" cy="4722185"/>
          </a:xfrm>
        </p:grpSpPr>
        <p:grpSp>
          <p:nvGrpSpPr>
            <p:cNvPr id="559" name="Google Shape;559;p59"/>
            <p:cNvGrpSpPr/>
            <p:nvPr/>
          </p:nvGrpSpPr>
          <p:grpSpPr>
            <a:xfrm>
              <a:off x="7308149" y="3127999"/>
              <a:ext cx="2577275" cy="1833510"/>
              <a:chOff x="781874" y="1294774"/>
              <a:chExt cx="2577275" cy="1833510"/>
            </a:xfrm>
          </p:grpSpPr>
          <p:sp>
            <p:nvSpPr>
              <p:cNvPr id="560" name="Google Shape;560;p59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1" name="Google Shape;561;p59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2" name="Google Shape;562;p59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3" name="Google Shape;563;p59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4" name="Google Shape;564;p59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5" name="Google Shape;565;p59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6" name="Google Shape;566;p59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7" name="Google Shape;567;p59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8" name="Google Shape;568;p59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9" name="Google Shape;569;p59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70" name="Google Shape;570;p59"/>
            <p:cNvGrpSpPr/>
            <p:nvPr/>
          </p:nvGrpSpPr>
          <p:grpSpPr>
            <a:xfrm>
              <a:off x="7918539" y="1927980"/>
              <a:ext cx="936510" cy="688006"/>
              <a:chOff x="3235964" y="2587955"/>
              <a:chExt cx="936510" cy="688006"/>
            </a:xfrm>
          </p:grpSpPr>
          <p:sp>
            <p:nvSpPr>
              <p:cNvPr id="571" name="Google Shape;571;p59"/>
              <p:cNvSpPr/>
              <p:nvPr/>
            </p:nvSpPr>
            <p:spPr>
              <a:xfrm rot="10800000">
                <a:off x="3647474" y="258795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2" name="Google Shape;572;p59"/>
              <p:cNvSpPr/>
              <p:nvPr/>
            </p:nvSpPr>
            <p:spPr>
              <a:xfrm rot="10800000">
                <a:off x="3235964" y="281786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73" name="Google Shape;573;p59"/>
            <p:cNvGrpSpPr/>
            <p:nvPr/>
          </p:nvGrpSpPr>
          <p:grpSpPr>
            <a:xfrm>
              <a:off x="202378" y="3017522"/>
              <a:ext cx="935946" cy="1829159"/>
              <a:chOff x="4738303" y="2514672"/>
              <a:chExt cx="935946" cy="1829159"/>
            </a:xfrm>
          </p:grpSpPr>
          <p:sp>
            <p:nvSpPr>
              <p:cNvPr id="574" name="Google Shape;574;p59"/>
              <p:cNvSpPr/>
              <p:nvPr/>
            </p:nvSpPr>
            <p:spPr>
              <a:xfrm rot="10800000">
                <a:off x="5149249" y="274036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5" name="Google Shape;575;p59"/>
              <p:cNvSpPr/>
              <p:nvPr/>
            </p:nvSpPr>
            <p:spPr>
              <a:xfrm rot="10800000">
                <a:off x="4739611" y="2971327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6" name="Google Shape;576;p59"/>
              <p:cNvSpPr/>
              <p:nvPr/>
            </p:nvSpPr>
            <p:spPr>
              <a:xfrm rot="10800000">
                <a:off x="4738303" y="251467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7" name="Google Shape;577;p59"/>
              <p:cNvSpPr/>
              <p:nvPr/>
            </p:nvSpPr>
            <p:spPr>
              <a:xfrm rot="10800000">
                <a:off x="5149225" y="3660116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8" name="Google Shape;578;p59"/>
              <p:cNvSpPr/>
              <p:nvPr/>
            </p:nvSpPr>
            <p:spPr>
              <a:xfrm rot="10800000">
                <a:off x="4739588" y="388573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9" name="Google Shape;579;p59"/>
              <p:cNvSpPr/>
              <p:nvPr/>
            </p:nvSpPr>
            <p:spPr>
              <a:xfrm rot="10800000">
                <a:off x="4739588" y="3427767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80" name="Google Shape;580;p59"/>
            <p:cNvGrpSpPr/>
            <p:nvPr/>
          </p:nvGrpSpPr>
          <p:grpSpPr>
            <a:xfrm>
              <a:off x="202374" y="239324"/>
              <a:ext cx="1345775" cy="914755"/>
              <a:chOff x="2264799" y="3654374"/>
              <a:chExt cx="1345775" cy="914755"/>
            </a:xfrm>
          </p:grpSpPr>
          <p:sp>
            <p:nvSpPr>
              <p:cNvPr id="581" name="Google Shape;581;p59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2" name="Google Shape;582;p59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3" name="Google Shape;583;p59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4" name="Google Shape;584;p59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8_1"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60"/>
          <p:cNvSpPr txBox="1"/>
          <p:nvPr>
            <p:ph type="title"/>
          </p:nvPr>
        </p:nvSpPr>
        <p:spPr>
          <a:xfrm>
            <a:off x="1147374" y="1581150"/>
            <a:ext cx="1544100" cy="406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24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7" name="Google Shape;587;p60"/>
          <p:cNvSpPr txBox="1"/>
          <p:nvPr>
            <p:ph idx="1" type="subTitle"/>
          </p:nvPr>
        </p:nvSpPr>
        <p:spPr>
          <a:xfrm>
            <a:off x="720043" y="3248175"/>
            <a:ext cx="2398800" cy="8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88" name="Google Shape;588;p60"/>
          <p:cNvSpPr txBox="1"/>
          <p:nvPr>
            <p:ph idx="2" type="subTitle"/>
          </p:nvPr>
        </p:nvSpPr>
        <p:spPr>
          <a:xfrm>
            <a:off x="720043" y="2751150"/>
            <a:ext cx="23988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89" name="Google Shape;589;p60"/>
          <p:cNvSpPr txBox="1"/>
          <p:nvPr>
            <p:ph idx="3" type="title"/>
          </p:nvPr>
        </p:nvSpPr>
        <p:spPr>
          <a:xfrm>
            <a:off x="3800538" y="1581150"/>
            <a:ext cx="1542600" cy="406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24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0" name="Google Shape;590;p60"/>
          <p:cNvSpPr txBox="1"/>
          <p:nvPr>
            <p:ph idx="4" type="subTitle"/>
          </p:nvPr>
        </p:nvSpPr>
        <p:spPr>
          <a:xfrm>
            <a:off x="3372600" y="3248175"/>
            <a:ext cx="2398800" cy="8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91" name="Google Shape;591;p60"/>
          <p:cNvSpPr txBox="1"/>
          <p:nvPr>
            <p:ph idx="5" type="subTitle"/>
          </p:nvPr>
        </p:nvSpPr>
        <p:spPr>
          <a:xfrm>
            <a:off x="3372600" y="2751150"/>
            <a:ext cx="23988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92" name="Google Shape;592;p60"/>
          <p:cNvSpPr txBox="1"/>
          <p:nvPr>
            <p:ph idx="6" type="title"/>
          </p:nvPr>
        </p:nvSpPr>
        <p:spPr>
          <a:xfrm>
            <a:off x="6450528" y="1581150"/>
            <a:ext cx="1542600" cy="406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24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3" name="Google Shape;593;p60"/>
          <p:cNvSpPr txBox="1"/>
          <p:nvPr>
            <p:ph idx="7" type="subTitle"/>
          </p:nvPr>
        </p:nvSpPr>
        <p:spPr>
          <a:xfrm>
            <a:off x="6025157" y="3248175"/>
            <a:ext cx="2398800" cy="8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94" name="Google Shape;594;p60"/>
          <p:cNvSpPr txBox="1"/>
          <p:nvPr>
            <p:ph idx="8" type="subTitle"/>
          </p:nvPr>
        </p:nvSpPr>
        <p:spPr>
          <a:xfrm>
            <a:off x="6025157" y="2751150"/>
            <a:ext cx="23988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95" name="Google Shape;595;p60"/>
          <p:cNvSpPr txBox="1"/>
          <p:nvPr>
            <p:ph idx="9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596" name="Google Shape;596;p60"/>
          <p:cNvGrpSpPr/>
          <p:nvPr/>
        </p:nvGrpSpPr>
        <p:grpSpPr>
          <a:xfrm>
            <a:off x="-184236" y="1886080"/>
            <a:ext cx="9122035" cy="4187626"/>
            <a:chOff x="-223286" y="1666105"/>
            <a:chExt cx="9122035" cy="4187626"/>
          </a:xfrm>
        </p:grpSpPr>
        <p:grpSp>
          <p:nvGrpSpPr>
            <p:cNvPr id="597" name="Google Shape;597;p60"/>
            <p:cNvGrpSpPr/>
            <p:nvPr/>
          </p:nvGrpSpPr>
          <p:grpSpPr>
            <a:xfrm>
              <a:off x="-223286" y="1666105"/>
              <a:ext cx="936510" cy="688006"/>
              <a:chOff x="3235964" y="2587955"/>
              <a:chExt cx="936510" cy="688006"/>
            </a:xfrm>
          </p:grpSpPr>
          <p:sp>
            <p:nvSpPr>
              <p:cNvPr id="598" name="Google Shape;598;p60"/>
              <p:cNvSpPr/>
              <p:nvPr/>
            </p:nvSpPr>
            <p:spPr>
              <a:xfrm rot="10800000">
                <a:off x="3647474" y="258795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9" name="Google Shape;599;p60"/>
              <p:cNvSpPr/>
              <p:nvPr/>
            </p:nvSpPr>
            <p:spPr>
              <a:xfrm rot="10800000">
                <a:off x="3235964" y="281786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00" name="Google Shape;600;p60"/>
            <p:cNvGrpSpPr/>
            <p:nvPr/>
          </p:nvGrpSpPr>
          <p:grpSpPr>
            <a:xfrm>
              <a:off x="7962803" y="4019849"/>
              <a:ext cx="935946" cy="1833882"/>
              <a:chOff x="4738303" y="2509949"/>
              <a:chExt cx="935946" cy="1833882"/>
            </a:xfrm>
          </p:grpSpPr>
          <p:sp>
            <p:nvSpPr>
              <p:cNvPr id="601" name="Google Shape;601;p60"/>
              <p:cNvSpPr/>
              <p:nvPr/>
            </p:nvSpPr>
            <p:spPr>
              <a:xfrm rot="10800000">
                <a:off x="5149249" y="2735637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2" name="Google Shape;602;p60"/>
              <p:cNvSpPr/>
              <p:nvPr/>
            </p:nvSpPr>
            <p:spPr>
              <a:xfrm rot="10800000">
                <a:off x="4739611" y="296660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3" name="Google Shape;603;p60"/>
              <p:cNvSpPr/>
              <p:nvPr/>
            </p:nvSpPr>
            <p:spPr>
              <a:xfrm rot="10800000">
                <a:off x="4738303" y="250994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4" name="Google Shape;604;p60"/>
              <p:cNvSpPr/>
              <p:nvPr/>
            </p:nvSpPr>
            <p:spPr>
              <a:xfrm rot="10800000">
                <a:off x="5149225" y="3660116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5" name="Google Shape;605;p60"/>
              <p:cNvSpPr/>
              <p:nvPr/>
            </p:nvSpPr>
            <p:spPr>
              <a:xfrm rot="10800000">
                <a:off x="4739588" y="388573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6" name="Google Shape;606;p60"/>
              <p:cNvSpPr/>
              <p:nvPr/>
            </p:nvSpPr>
            <p:spPr>
              <a:xfrm rot="10800000">
                <a:off x="4739588" y="3427767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8" name="Google Shape;608;p6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609;p61"/>
          <p:cNvSpPr txBox="1"/>
          <p:nvPr>
            <p:ph type="title"/>
          </p:nvPr>
        </p:nvSpPr>
        <p:spPr>
          <a:xfrm>
            <a:off x="2347938" y="538472"/>
            <a:ext cx="4448100" cy="10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10" name="Google Shape;610;p61"/>
          <p:cNvSpPr txBox="1"/>
          <p:nvPr>
            <p:ph idx="1" type="subTitle"/>
          </p:nvPr>
        </p:nvSpPr>
        <p:spPr>
          <a:xfrm>
            <a:off x="2347900" y="1841450"/>
            <a:ext cx="4448100" cy="10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1" name="Google Shape;611;p61"/>
          <p:cNvSpPr txBox="1"/>
          <p:nvPr/>
        </p:nvSpPr>
        <p:spPr>
          <a:xfrm>
            <a:off x="1897650" y="3611950"/>
            <a:ext cx="53487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CREDITS:</a:t>
            </a:r>
            <a:r>
              <a:rPr b="0" i="0" lang="en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This presentation template was created by </a:t>
            </a:r>
            <a:r>
              <a:rPr b="1" i="0" lang="en" sz="1200" u="sng" cap="none" strike="noStrike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3"/>
              </a:rPr>
              <a:t>Slidesgo</a:t>
            </a:r>
            <a:r>
              <a:rPr b="0" i="0" lang="en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and includes icons by </a:t>
            </a:r>
            <a:r>
              <a:rPr b="1" i="0" lang="en" sz="1200" u="sng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en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and infographics &amp; images by </a:t>
            </a:r>
            <a:r>
              <a:rPr b="1" i="0" lang="en" sz="1200" u="sng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0" i="0" lang="en" sz="1200" u="sng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 i="0" sz="1200" u="sng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612" name="Google Shape;612;p61"/>
          <p:cNvGrpSpPr/>
          <p:nvPr/>
        </p:nvGrpSpPr>
        <p:grpSpPr>
          <a:xfrm>
            <a:off x="202378" y="1912824"/>
            <a:ext cx="9621246" cy="3038210"/>
            <a:chOff x="202378" y="1912824"/>
            <a:chExt cx="9621246" cy="3038210"/>
          </a:xfrm>
        </p:grpSpPr>
        <p:grpSp>
          <p:nvGrpSpPr>
            <p:cNvPr id="613" name="Google Shape;613;p61"/>
            <p:cNvGrpSpPr/>
            <p:nvPr/>
          </p:nvGrpSpPr>
          <p:grpSpPr>
            <a:xfrm>
              <a:off x="7246349" y="3117524"/>
              <a:ext cx="2577275" cy="1833510"/>
              <a:chOff x="781874" y="1294774"/>
              <a:chExt cx="2577275" cy="1833510"/>
            </a:xfrm>
          </p:grpSpPr>
          <p:sp>
            <p:nvSpPr>
              <p:cNvPr id="614" name="Google Shape;614;p61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5" name="Google Shape;615;p61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6" name="Google Shape;616;p61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7" name="Google Shape;617;p61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8" name="Google Shape;618;p61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9" name="Google Shape;619;p61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0" name="Google Shape;620;p61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1" name="Google Shape;621;p61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2" name="Google Shape;622;p61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3" name="Google Shape;623;p61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24" name="Google Shape;624;p61"/>
            <p:cNvGrpSpPr/>
            <p:nvPr/>
          </p:nvGrpSpPr>
          <p:grpSpPr>
            <a:xfrm>
              <a:off x="202378" y="1912824"/>
              <a:ext cx="935946" cy="1833882"/>
              <a:chOff x="4738303" y="2509949"/>
              <a:chExt cx="935946" cy="1833882"/>
            </a:xfrm>
          </p:grpSpPr>
          <p:sp>
            <p:nvSpPr>
              <p:cNvPr id="625" name="Google Shape;625;p61"/>
              <p:cNvSpPr/>
              <p:nvPr/>
            </p:nvSpPr>
            <p:spPr>
              <a:xfrm rot="10800000">
                <a:off x="5149249" y="2735637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6" name="Google Shape;626;p61"/>
              <p:cNvSpPr/>
              <p:nvPr/>
            </p:nvSpPr>
            <p:spPr>
              <a:xfrm rot="10800000">
                <a:off x="4739611" y="296660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7" name="Google Shape;627;p61"/>
              <p:cNvSpPr/>
              <p:nvPr/>
            </p:nvSpPr>
            <p:spPr>
              <a:xfrm rot="10800000">
                <a:off x="4738303" y="250994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8" name="Google Shape;628;p61"/>
              <p:cNvSpPr/>
              <p:nvPr/>
            </p:nvSpPr>
            <p:spPr>
              <a:xfrm rot="10800000">
                <a:off x="5149225" y="3660116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9" name="Google Shape;629;p61"/>
              <p:cNvSpPr/>
              <p:nvPr/>
            </p:nvSpPr>
            <p:spPr>
              <a:xfrm rot="10800000">
                <a:off x="4739588" y="388573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0" name="Google Shape;630;p61"/>
              <p:cNvSpPr/>
              <p:nvPr/>
            </p:nvSpPr>
            <p:spPr>
              <a:xfrm rot="10800000">
                <a:off x="4739588" y="3427767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6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3" name="Google Shape;633;p62"/>
          <p:cNvGrpSpPr/>
          <p:nvPr/>
        </p:nvGrpSpPr>
        <p:grpSpPr>
          <a:xfrm>
            <a:off x="-234251" y="-297501"/>
            <a:ext cx="9082600" cy="5165107"/>
            <a:chOff x="-234251" y="-297501"/>
            <a:chExt cx="9082600" cy="5165107"/>
          </a:xfrm>
        </p:grpSpPr>
        <p:grpSp>
          <p:nvGrpSpPr>
            <p:cNvPr id="634" name="Google Shape;634;p62"/>
            <p:cNvGrpSpPr/>
            <p:nvPr/>
          </p:nvGrpSpPr>
          <p:grpSpPr>
            <a:xfrm>
              <a:off x="-234251" y="-297501"/>
              <a:ext cx="2577275" cy="1833510"/>
              <a:chOff x="781874" y="1294774"/>
              <a:chExt cx="2577275" cy="1833510"/>
            </a:xfrm>
          </p:grpSpPr>
          <p:sp>
            <p:nvSpPr>
              <p:cNvPr id="635" name="Google Shape;635;p62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6" name="Google Shape;636;p62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7" name="Google Shape;637;p62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8" name="Google Shape;638;p62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9" name="Google Shape;639;p62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0" name="Google Shape;640;p62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1" name="Google Shape;641;p62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2" name="Google Shape;642;p62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3" name="Google Shape;643;p62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4" name="Google Shape;644;p62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45" name="Google Shape;645;p62"/>
            <p:cNvGrpSpPr/>
            <p:nvPr/>
          </p:nvGrpSpPr>
          <p:grpSpPr>
            <a:xfrm>
              <a:off x="7866164" y="275255"/>
              <a:ext cx="936510" cy="688006"/>
              <a:chOff x="3235964" y="2587955"/>
              <a:chExt cx="936510" cy="688006"/>
            </a:xfrm>
          </p:grpSpPr>
          <p:sp>
            <p:nvSpPr>
              <p:cNvPr id="646" name="Google Shape;646;p62"/>
              <p:cNvSpPr/>
              <p:nvPr/>
            </p:nvSpPr>
            <p:spPr>
              <a:xfrm rot="10800000">
                <a:off x="3647474" y="258795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7" name="Google Shape;647;p62"/>
              <p:cNvSpPr/>
              <p:nvPr/>
            </p:nvSpPr>
            <p:spPr>
              <a:xfrm rot="10800000">
                <a:off x="3235964" y="281786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48" name="Google Shape;648;p62"/>
            <p:cNvGrpSpPr/>
            <p:nvPr/>
          </p:nvGrpSpPr>
          <p:grpSpPr>
            <a:xfrm>
              <a:off x="7912403" y="3038447"/>
              <a:ext cx="935946" cy="1829159"/>
              <a:chOff x="4738303" y="2514672"/>
              <a:chExt cx="935946" cy="1829159"/>
            </a:xfrm>
          </p:grpSpPr>
          <p:sp>
            <p:nvSpPr>
              <p:cNvPr id="649" name="Google Shape;649;p62"/>
              <p:cNvSpPr/>
              <p:nvPr/>
            </p:nvSpPr>
            <p:spPr>
              <a:xfrm rot="10800000">
                <a:off x="5149249" y="274036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0" name="Google Shape;650;p62"/>
              <p:cNvSpPr/>
              <p:nvPr/>
            </p:nvSpPr>
            <p:spPr>
              <a:xfrm rot="10800000">
                <a:off x="4739611" y="2971327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1" name="Google Shape;651;p62"/>
              <p:cNvSpPr/>
              <p:nvPr/>
            </p:nvSpPr>
            <p:spPr>
              <a:xfrm rot="10800000">
                <a:off x="4738303" y="251467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2" name="Google Shape;652;p62"/>
              <p:cNvSpPr/>
              <p:nvPr/>
            </p:nvSpPr>
            <p:spPr>
              <a:xfrm rot="10800000">
                <a:off x="5149225" y="3660116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3" name="Google Shape;653;p62"/>
              <p:cNvSpPr/>
              <p:nvPr/>
            </p:nvSpPr>
            <p:spPr>
              <a:xfrm rot="10800000">
                <a:off x="4739588" y="388573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4" name="Google Shape;654;p62"/>
              <p:cNvSpPr/>
              <p:nvPr/>
            </p:nvSpPr>
            <p:spPr>
              <a:xfrm rot="10800000">
                <a:off x="4739588" y="3427767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55" name="Google Shape;655;p62"/>
            <p:cNvGrpSpPr/>
            <p:nvPr/>
          </p:nvGrpSpPr>
          <p:grpSpPr>
            <a:xfrm>
              <a:off x="381499" y="3884824"/>
              <a:ext cx="1345775" cy="914755"/>
              <a:chOff x="2264799" y="3654374"/>
              <a:chExt cx="1345775" cy="914755"/>
            </a:xfrm>
          </p:grpSpPr>
          <p:sp>
            <p:nvSpPr>
              <p:cNvPr id="656" name="Google Shape;656;p62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7" name="Google Shape;657;p62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8" name="Google Shape;658;p62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9" name="Google Shape;659;p62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1" name="Google Shape;661;p63"/>
          <p:cNvGrpSpPr/>
          <p:nvPr/>
        </p:nvGrpSpPr>
        <p:grpSpPr>
          <a:xfrm>
            <a:off x="159224" y="251905"/>
            <a:ext cx="8751975" cy="4709604"/>
            <a:chOff x="159224" y="251905"/>
            <a:chExt cx="8751975" cy="4709604"/>
          </a:xfrm>
        </p:grpSpPr>
        <p:grpSp>
          <p:nvGrpSpPr>
            <p:cNvPr id="662" name="Google Shape;662;p63"/>
            <p:cNvGrpSpPr/>
            <p:nvPr/>
          </p:nvGrpSpPr>
          <p:grpSpPr>
            <a:xfrm>
              <a:off x="6333924" y="3127999"/>
              <a:ext cx="2577275" cy="1833510"/>
              <a:chOff x="781874" y="1294774"/>
              <a:chExt cx="2577275" cy="1833510"/>
            </a:xfrm>
          </p:grpSpPr>
          <p:sp>
            <p:nvSpPr>
              <p:cNvPr id="663" name="Google Shape;663;p63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4" name="Google Shape;664;p63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5" name="Google Shape;665;p63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6" name="Google Shape;666;p63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7" name="Google Shape;667;p63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8" name="Google Shape;668;p63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9" name="Google Shape;669;p63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0" name="Google Shape;670;p63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1" name="Google Shape;671;p63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2" name="Google Shape;672;p63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73" name="Google Shape;673;p63"/>
            <p:cNvGrpSpPr/>
            <p:nvPr/>
          </p:nvGrpSpPr>
          <p:grpSpPr>
            <a:xfrm>
              <a:off x="1580814" y="251905"/>
              <a:ext cx="936510" cy="688006"/>
              <a:chOff x="3235964" y="2587955"/>
              <a:chExt cx="936510" cy="688006"/>
            </a:xfrm>
          </p:grpSpPr>
          <p:sp>
            <p:nvSpPr>
              <p:cNvPr id="674" name="Google Shape;674;p63"/>
              <p:cNvSpPr/>
              <p:nvPr/>
            </p:nvSpPr>
            <p:spPr>
              <a:xfrm rot="10800000">
                <a:off x="3647474" y="258795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5" name="Google Shape;675;p63"/>
              <p:cNvSpPr/>
              <p:nvPr/>
            </p:nvSpPr>
            <p:spPr>
              <a:xfrm rot="10800000">
                <a:off x="3235964" y="281786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76" name="Google Shape;676;p63"/>
            <p:cNvGrpSpPr/>
            <p:nvPr/>
          </p:nvGrpSpPr>
          <p:grpSpPr>
            <a:xfrm>
              <a:off x="307128" y="346247"/>
              <a:ext cx="935946" cy="1829159"/>
              <a:chOff x="4738303" y="2514672"/>
              <a:chExt cx="935946" cy="1829159"/>
            </a:xfrm>
          </p:grpSpPr>
          <p:sp>
            <p:nvSpPr>
              <p:cNvPr id="677" name="Google Shape;677;p63"/>
              <p:cNvSpPr/>
              <p:nvPr/>
            </p:nvSpPr>
            <p:spPr>
              <a:xfrm rot="10800000">
                <a:off x="5149249" y="274036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8" name="Google Shape;678;p63"/>
              <p:cNvSpPr/>
              <p:nvPr/>
            </p:nvSpPr>
            <p:spPr>
              <a:xfrm rot="10800000">
                <a:off x="4739611" y="2971327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9" name="Google Shape;679;p63"/>
              <p:cNvSpPr/>
              <p:nvPr/>
            </p:nvSpPr>
            <p:spPr>
              <a:xfrm rot="10800000">
                <a:off x="4738303" y="251467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0" name="Google Shape;680;p63"/>
              <p:cNvSpPr/>
              <p:nvPr/>
            </p:nvSpPr>
            <p:spPr>
              <a:xfrm rot="10800000">
                <a:off x="5149225" y="3660116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1" name="Google Shape;681;p63"/>
              <p:cNvSpPr/>
              <p:nvPr/>
            </p:nvSpPr>
            <p:spPr>
              <a:xfrm rot="10800000">
                <a:off x="4739588" y="388573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2" name="Google Shape;682;p63"/>
              <p:cNvSpPr/>
              <p:nvPr/>
            </p:nvSpPr>
            <p:spPr>
              <a:xfrm rot="10800000">
                <a:off x="4739588" y="3427767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83" name="Google Shape;683;p63"/>
            <p:cNvGrpSpPr/>
            <p:nvPr/>
          </p:nvGrpSpPr>
          <p:grpSpPr>
            <a:xfrm>
              <a:off x="159224" y="2418249"/>
              <a:ext cx="1345775" cy="914755"/>
              <a:chOff x="2264799" y="3654374"/>
              <a:chExt cx="1345775" cy="914755"/>
            </a:xfrm>
          </p:grpSpPr>
          <p:sp>
            <p:nvSpPr>
              <p:cNvPr id="684" name="Google Shape;684;p63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5" name="Google Shape;685;p63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6" name="Google Shape;686;p63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7" name="Google Shape;687;p63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32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2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b="1" i="0" sz="3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b="1" i="0" sz="3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b="1" i="0" sz="3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b="1" i="0" sz="3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b="1" i="0" sz="3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b="1" i="0" sz="3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b="1" i="0" sz="3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b="1" i="0" sz="3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b="1" i="0" sz="3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7" name="Google Shape;7;p32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b="0" i="0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b="0" i="0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b="0" i="0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b="0" i="0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b="0" i="0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b="0" i="0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b="0" i="0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b="0" i="0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b="0" i="0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slide" Target="/ppt/slides/slide11.xml"/><Relationship Id="rId5" Type="http://schemas.openxmlformats.org/officeDocument/2006/relationships/slide" Target="/ppt/slides/slide10.xml"/><Relationship Id="rId6" Type="http://schemas.openxmlformats.org/officeDocument/2006/relationships/slide" Target="/ppt/slides/slide9.xml"/><Relationship Id="rId7" Type="http://schemas.openxmlformats.org/officeDocument/2006/relationships/slide" Target="/ppt/slides/slide8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slide" Target="/ppt/slides/slide7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slide" Target="/ppt/slides/slide7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slide" Target="/ppt/slides/slide7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7.gif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slide" Target="/ppt/slides/slide13.xml"/><Relationship Id="rId5" Type="http://schemas.openxmlformats.org/officeDocument/2006/relationships/slide" Target="/ppt/slides/slide15.xml"/><Relationship Id="rId6" Type="http://schemas.openxmlformats.org/officeDocument/2006/relationships/slide" Target="/ppt/slides/slide16.xml"/><Relationship Id="rId7" Type="http://schemas.openxmlformats.org/officeDocument/2006/relationships/slide" Target="/ppt/slides/slide14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slide" Target="/ppt/slides/slide11.xml"/><Relationship Id="rId5" Type="http://schemas.openxmlformats.org/officeDocument/2006/relationships/slide" Target="/ppt/slides/slide10.xml"/><Relationship Id="rId6" Type="http://schemas.openxmlformats.org/officeDocument/2006/relationships/slide" Target="/ppt/slides/slide9.xml"/><Relationship Id="rId7" Type="http://schemas.openxmlformats.org/officeDocument/2006/relationships/slide" Target="/ppt/slides/slide8.xml"/><Relationship Id="rId8" Type="http://schemas.openxmlformats.org/officeDocument/2006/relationships/slide" Target="/ppt/slides/slide12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slide" Target="/ppt/slides/slide10.xml"/><Relationship Id="rId5" Type="http://schemas.openxmlformats.org/officeDocument/2006/relationships/slide" Target="/ppt/slides/slide10.xml"/><Relationship Id="rId6" Type="http://schemas.openxmlformats.org/officeDocument/2006/relationships/slide" Target="/ppt/slides/slide9.xml"/><Relationship Id="rId7" Type="http://schemas.openxmlformats.org/officeDocument/2006/relationships/slide" Target="/ppt/slides/slide11.xml"/><Relationship Id="rId8" Type="http://schemas.openxmlformats.org/officeDocument/2006/relationships/slide" Target="/ppt/slides/slide12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slide" Target="/ppt/slides/slide10.xml"/><Relationship Id="rId5" Type="http://schemas.openxmlformats.org/officeDocument/2006/relationships/slide" Target="/ppt/slides/slide11.xml"/><Relationship Id="rId6" Type="http://schemas.openxmlformats.org/officeDocument/2006/relationships/slide" Target="/ppt/slides/slide9.xml"/><Relationship Id="rId7" Type="http://schemas.openxmlformats.org/officeDocument/2006/relationships/slide" Target="/ppt/slides/slide9.xml"/><Relationship Id="rId8" Type="http://schemas.openxmlformats.org/officeDocument/2006/relationships/slide" Target="/ppt/slides/slide12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slide" Target="/ppt/slides/slide10.xml"/><Relationship Id="rId4" Type="http://schemas.openxmlformats.org/officeDocument/2006/relationships/image" Target="../media/image8.png"/><Relationship Id="rId9" Type="http://schemas.openxmlformats.org/officeDocument/2006/relationships/image" Target="../media/image7.gif"/><Relationship Id="rId5" Type="http://schemas.openxmlformats.org/officeDocument/2006/relationships/slide" Target="/ppt/slides/slide10.xml"/><Relationship Id="rId6" Type="http://schemas.openxmlformats.org/officeDocument/2006/relationships/slide" Target="/ppt/slides/slide9.xml"/><Relationship Id="rId7" Type="http://schemas.openxmlformats.org/officeDocument/2006/relationships/slide" Target="/ppt/slides/slide11.xml"/><Relationship Id="rId8" Type="http://schemas.openxmlformats.org/officeDocument/2006/relationships/slide" Target="/ppt/slides/slide9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Relationship Id="rId4" Type="http://schemas.openxmlformats.org/officeDocument/2006/relationships/slide" Target="/ppt/slides/slide18.xml"/><Relationship Id="rId5" Type="http://schemas.openxmlformats.org/officeDocument/2006/relationships/slide" Target="/ppt/slides/slide20.xml"/><Relationship Id="rId6" Type="http://schemas.openxmlformats.org/officeDocument/2006/relationships/slide" Target="/ppt/slides/slide19.xml"/><Relationship Id="rId7" Type="http://schemas.openxmlformats.org/officeDocument/2006/relationships/slide" Target="/ppt/slides/slide21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Relationship Id="rId4" Type="http://schemas.openxmlformats.org/officeDocument/2006/relationships/slide" Target="/ppt/slides/slide17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Relationship Id="rId4" Type="http://schemas.openxmlformats.org/officeDocument/2006/relationships/slide" Target="/ppt/slides/slide17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Relationship Id="rId4" Type="http://schemas.openxmlformats.org/officeDocument/2006/relationships/slide" Target="/ppt/slides/slide17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Relationship Id="rId4" Type="http://schemas.openxmlformats.org/officeDocument/2006/relationships/image" Target="../media/image7.gif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Relationship Id="rId4" Type="http://schemas.openxmlformats.org/officeDocument/2006/relationships/slide" Target="/ppt/slides/slide23.xml"/><Relationship Id="rId5" Type="http://schemas.openxmlformats.org/officeDocument/2006/relationships/slide" Target="/ppt/slides/slide26.xml"/><Relationship Id="rId6" Type="http://schemas.openxmlformats.org/officeDocument/2006/relationships/slide" Target="/ppt/slides/slide24.xml"/><Relationship Id="rId7" Type="http://schemas.openxmlformats.org/officeDocument/2006/relationships/slide" Target="/ppt/slides/slide25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Relationship Id="rId4" Type="http://schemas.openxmlformats.org/officeDocument/2006/relationships/slide" Target="/ppt/slides/slide18.xml"/><Relationship Id="rId5" Type="http://schemas.openxmlformats.org/officeDocument/2006/relationships/slide" Target="/ppt/slides/slide18.xml"/><Relationship Id="rId6" Type="http://schemas.openxmlformats.org/officeDocument/2006/relationships/slide" Target="/ppt/slides/slide18.xml"/><Relationship Id="rId7" Type="http://schemas.openxmlformats.org/officeDocument/2006/relationships/slide" Target="/ppt/slides/slide18.xml"/><Relationship Id="rId8" Type="http://schemas.openxmlformats.org/officeDocument/2006/relationships/slide" Target="/ppt/slides/slide22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png"/><Relationship Id="rId4" Type="http://schemas.openxmlformats.org/officeDocument/2006/relationships/slide" Target="/ppt/slides/slide18.xml"/><Relationship Id="rId5" Type="http://schemas.openxmlformats.org/officeDocument/2006/relationships/slide" Target="/ppt/slides/slide18.xml"/><Relationship Id="rId6" Type="http://schemas.openxmlformats.org/officeDocument/2006/relationships/slide" Target="/ppt/slides/slide18.xml"/><Relationship Id="rId7" Type="http://schemas.openxmlformats.org/officeDocument/2006/relationships/slide" Target="/ppt/slides/slide18.xml"/><Relationship Id="rId8" Type="http://schemas.openxmlformats.org/officeDocument/2006/relationships/slide" Target="/ppt/slides/slide22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.png"/><Relationship Id="rId4" Type="http://schemas.openxmlformats.org/officeDocument/2006/relationships/slide" Target="/ppt/slides/slide18.xml"/><Relationship Id="rId5" Type="http://schemas.openxmlformats.org/officeDocument/2006/relationships/slide" Target="/ppt/slides/slide18.xml"/><Relationship Id="rId6" Type="http://schemas.openxmlformats.org/officeDocument/2006/relationships/slide" Target="/ppt/slides/slide18.xml"/><Relationship Id="rId7" Type="http://schemas.openxmlformats.org/officeDocument/2006/relationships/slide" Target="/ppt/slides/slide18.xml"/><Relationship Id="rId8" Type="http://schemas.openxmlformats.org/officeDocument/2006/relationships/slide" Target="/ppt/slides/slide22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.png"/><Relationship Id="rId4" Type="http://schemas.openxmlformats.org/officeDocument/2006/relationships/slide" Target="/ppt/slides/slide18.xml"/><Relationship Id="rId5" Type="http://schemas.openxmlformats.org/officeDocument/2006/relationships/slide" Target="/ppt/slides/slide18.xml"/><Relationship Id="rId6" Type="http://schemas.openxmlformats.org/officeDocument/2006/relationships/slide" Target="/ppt/slides/slide18.xml"/><Relationship Id="rId7" Type="http://schemas.openxmlformats.org/officeDocument/2006/relationships/slide" Target="/ppt/slides/slide18.xml"/><Relationship Id="rId8" Type="http://schemas.openxmlformats.org/officeDocument/2006/relationships/image" Target="../media/image7.gif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1"/>
          <p:cNvSpPr txBox="1"/>
          <p:nvPr/>
        </p:nvSpPr>
        <p:spPr>
          <a:xfrm>
            <a:off x="846900" y="1098283"/>
            <a:ext cx="7584000" cy="2247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</a:pPr>
            <a:r>
              <a:rPr b="1" i="0" lang="en" sz="57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Introduction to Data Science </a:t>
            </a:r>
            <a:endParaRPr b="1" i="0" sz="57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Lesson 3</a:t>
            </a:r>
            <a:endParaRPr b="0" i="0" sz="20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93" name="Google Shape;693;p1"/>
          <p:cNvSpPr txBox="1"/>
          <p:nvPr/>
        </p:nvSpPr>
        <p:spPr>
          <a:xfrm>
            <a:off x="846900" y="3880738"/>
            <a:ext cx="45288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Prof. Hugo Hernandez</a:t>
            </a:r>
            <a:endParaRPr b="0" i="0" sz="13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Prof. </a:t>
            </a:r>
            <a:r>
              <a:rPr lang="en" sz="1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Giorgio Cunto</a:t>
            </a:r>
            <a:endParaRPr b="0" i="0" sz="13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694" name="Google Shape;694;p1"/>
          <p:cNvCxnSpPr/>
          <p:nvPr/>
        </p:nvCxnSpPr>
        <p:spPr>
          <a:xfrm>
            <a:off x="953922" y="3527687"/>
            <a:ext cx="931200" cy="0"/>
          </a:xfrm>
          <a:prstGeom prst="straightConnector1">
            <a:avLst/>
          </a:prstGeom>
          <a:noFill/>
          <a:ln cap="flat" cmpd="sng" w="76200">
            <a:solidFill>
              <a:srgbClr val="00DF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5" name="Google Shape;695;p1"/>
          <p:cNvSpPr/>
          <p:nvPr/>
        </p:nvSpPr>
        <p:spPr>
          <a:xfrm>
            <a:off x="5684700" y="159575"/>
            <a:ext cx="3307200" cy="648300"/>
          </a:xfrm>
          <a:prstGeom prst="rect">
            <a:avLst/>
          </a:prstGeom>
          <a:solidFill>
            <a:srgbClr val="F8FAFB"/>
          </a:solidFill>
          <a:ln cap="flat" cmpd="sng" w="9525">
            <a:solidFill>
              <a:srgbClr val="0A24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96" name="Google Shape;69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4000" y="127545"/>
            <a:ext cx="3318349" cy="68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01" name="Google Shape;701;p2"/>
          <p:cNvCxnSpPr/>
          <p:nvPr/>
        </p:nvCxnSpPr>
        <p:spPr>
          <a:xfrm>
            <a:off x="568129" y="1844327"/>
            <a:ext cx="931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2" name="Google Shape;702;p2"/>
          <p:cNvSpPr txBox="1"/>
          <p:nvPr>
            <p:ph type="title"/>
          </p:nvPr>
        </p:nvSpPr>
        <p:spPr>
          <a:xfrm>
            <a:off x="494250" y="1799900"/>
            <a:ext cx="8255100" cy="211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 b="0"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b="0" lang="en" sz="1800"/>
              <a:t>Brief review of Lesson 2</a:t>
            </a:r>
            <a:endParaRPr b="0"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b="0" lang="en" sz="1800"/>
              <a:t>Basic programming in R: ordering, vectors and indexing </a:t>
            </a:r>
            <a:endParaRPr b="0" sz="1800"/>
          </a:p>
        </p:txBody>
      </p:sp>
      <p:sp>
        <p:nvSpPr>
          <p:cNvPr id="703" name="Google Shape;703;p2"/>
          <p:cNvSpPr txBox="1"/>
          <p:nvPr/>
        </p:nvSpPr>
        <p:spPr>
          <a:xfrm>
            <a:off x="444450" y="437925"/>
            <a:ext cx="82551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Module I </a:t>
            </a:r>
            <a:endParaRPr b="0" i="0" sz="30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04" name="Google Shape;704;p2"/>
          <p:cNvSpPr txBox="1"/>
          <p:nvPr/>
        </p:nvSpPr>
        <p:spPr>
          <a:xfrm>
            <a:off x="444450" y="924225"/>
            <a:ext cx="6594300" cy="92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" sz="5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Introduction to R </a:t>
            </a:r>
            <a:endParaRPr b="1" i="0" sz="50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3"/>
          <p:cNvSpPr txBox="1"/>
          <p:nvPr>
            <p:ph type="title"/>
          </p:nvPr>
        </p:nvSpPr>
        <p:spPr>
          <a:xfrm>
            <a:off x="158150" y="129450"/>
            <a:ext cx="82551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000"/>
              <a:t>Brief review - Lesson 2 </a:t>
            </a:r>
            <a:endParaRPr sz="3000"/>
          </a:p>
        </p:txBody>
      </p:sp>
      <p:sp>
        <p:nvSpPr>
          <p:cNvPr id="710" name="Google Shape;710;p3"/>
          <p:cNvSpPr txBox="1"/>
          <p:nvPr/>
        </p:nvSpPr>
        <p:spPr>
          <a:xfrm>
            <a:off x="352950" y="1024450"/>
            <a:ext cx="8295300" cy="3131400"/>
          </a:xfrm>
          <a:prstGeom prst="rect">
            <a:avLst/>
          </a:prstGeom>
          <a:solidFill>
            <a:srgbClr val="00255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★"/>
            </a:pPr>
            <a:r>
              <a:rPr b="0" i="0" lang="en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Basic shortcuts to facilitate the use of R: 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21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○"/>
            </a:pPr>
            <a:r>
              <a:rPr b="0" i="0" lang="en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CTRL + ENTER →  Allows you to run the line or chunk of code from the script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21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○"/>
            </a:pPr>
            <a:r>
              <a:rPr b="0" i="0" lang="en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CTRL + SHIFT + ENTER → Allows you to run our complete script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21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○"/>
            </a:pPr>
            <a:r>
              <a:rPr b="0" i="0" lang="en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CTRL + SHIFT + C → Allows you to insert a comment (It is also valid to use #)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21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○"/>
            </a:pPr>
            <a:r>
              <a:rPr b="0" i="0" lang="en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CTRL + SHIFT + R → Allows you to insert a section in the code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21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○"/>
            </a:pPr>
            <a:r>
              <a:rPr b="0" i="0" lang="en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ALT + O → Collapse all sections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21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Poppins"/>
              <a:buChar char="○"/>
            </a:pPr>
            <a:r>
              <a:rPr b="0" i="1" lang="en" sz="1000" u="none" cap="none" strike="noStrik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?function </a:t>
            </a:r>
            <a:r>
              <a:rPr b="0" i="0" lang="en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→ To search in the help panel for descriptions and arguments of functions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★"/>
            </a:pPr>
            <a:r>
              <a:rPr b="0" i="0" lang="en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We can do basic numerical operations (addition, subtraction, divisions, powers, etc.)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★"/>
            </a:pPr>
            <a:r>
              <a:rPr b="0" i="0" lang="en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We assign values to objects using the operator '</a:t>
            </a:r>
            <a:r>
              <a:rPr b="0" i="0" lang="en" sz="1000" u="none" cap="none" strike="noStrik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&lt;-</a:t>
            </a:r>
            <a:r>
              <a:rPr b="0" i="0" lang="en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', in which the variable is to the left of the operator and the value to the right (Example: </a:t>
            </a:r>
            <a:r>
              <a:rPr b="0" i="0" lang="en" sz="1000" u="none" cap="none" strike="noStrik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x &lt;- 5</a:t>
            </a:r>
            <a:r>
              <a:rPr b="0" i="0" lang="en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★"/>
            </a:pPr>
            <a:r>
              <a:rPr b="0" i="0" lang="en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We can create vectors of numerical values and perform operations with them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★"/>
            </a:pPr>
            <a:r>
              <a:rPr b="0" i="0" lang="en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We can create vectors of text values or strings and perform transformations with functions like </a:t>
            </a:r>
            <a:r>
              <a:rPr b="0" i="0" lang="en" sz="1000" u="none" cap="none" strike="noStrik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paste()</a:t>
            </a:r>
            <a:endParaRPr b="0" i="0" sz="1000" u="none" cap="none" strike="noStrike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★"/>
            </a:pPr>
            <a:r>
              <a:rPr b="0" i="0" lang="en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We install packages with the function </a:t>
            </a:r>
            <a:r>
              <a:rPr b="0" i="0" lang="en" sz="1000" u="none" cap="none" strike="noStrik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install.packages(“package”)</a:t>
            </a:r>
            <a:r>
              <a:rPr b="0" i="0" lang="en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and we know that to access and use functions of a package, we MUST ALWAYS execute the </a:t>
            </a:r>
            <a:r>
              <a:rPr b="0" i="0" lang="en" sz="1000" u="none" cap="none" strike="noStrik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library(package)</a:t>
            </a:r>
            <a:r>
              <a:rPr b="0" i="0" lang="en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command  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11" name="Google Shape;71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16899" y="3927599"/>
            <a:ext cx="2496349" cy="106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4"/>
          <p:cNvSpPr txBox="1"/>
          <p:nvPr>
            <p:ph type="title"/>
          </p:nvPr>
        </p:nvSpPr>
        <p:spPr>
          <a:xfrm>
            <a:off x="2135550" y="1541188"/>
            <a:ext cx="4872900" cy="116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5000"/>
              <a:t>Let’s continue</a:t>
            </a:r>
            <a:endParaRPr sz="5000"/>
          </a:p>
        </p:txBody>
      </p:sp>
      <p:sp>
        <p:nvSpPr>
          <p:cNvPr id="717" name="Google Shape;717;p4"/>
          <p:cNvSpPr txBox="1"/>
          <p:nvPr>
            <p:ph type="title"/>
          </p:nvPr>
        </p:nvSpPr>
        <p:spPr>
          <a:xfrm>
            <a:off x="1728825" y="2552975"/>
            <a:ext cx="58326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b="0" sz="15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0" lang="en" sz="1500"/>
              <a:t>Scripts  </a:t>
            </a:r>
            <a:r>
              <a:rPr b="0" i="1" lang="en" sz="1500"/>
              <a:t>04_ordering_vectors.R y 05_vectors.R</a:t>
            </a:r>
            <a:endParaRPr b="0" i="1"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5"/>
          <p:cNvSpPr txBox="1"/>
          <p:nvPr>
            <p:ph type="title"/>
          </p:nvPr>
        </p:nvSpPr>
        <p:spPr>
          <a:xfrm>
            <a:off x="158150" y="129450"/>
            <a:ext cx="82551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000"/>
              <a:t>Brief review scripts 04 and 05</a:t>
            </a:r>
            <a:endParaRPr sz="3000"/>
          </a:p>
        </p:txBody>
      </p:sp>
      <p:sp>
        <p:nvSpPr>
          <p:cNvPr id="723" name="Google Shape;723;p5"/>
          <p:cNvSpPr txBox="1"/>
          <p:nvPr/>
        </p:nvSpPr>
        <p:spPr>
          <a:xfrm>
            <a:off x="352950" y="1024450"/>
            <a:ext cx="8295300" cy="3628200"/>
          </a:xfrm>
          <a:prstGeom prst="rect">
            <a:avLst/>
          </a:prstGeom>
          <a:solidFill>
            <a:srgbClr val="00255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★"/>
            </a:pPr>
            <a:r>
              <a:rPr b="0" i="0" lang="en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We understand the different types of data and data structures available in R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★"/>
            </a:pPr>
            <a:r>
              <a:rPr b="0" i="0" lang="en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We know what a vector is and how to handle them, how to name the elements within a vector with the </a:t>
            </a:r>
            <a:r>
              <a:rPr b="0" i="1" lang="en" sz="1200" u="none" cap="none" strike="noStrik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names()</a:t>
            </a:r>
            <a:r>
              <a:rPr b="0" i="0" lang="en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function, access each of the elements (SUBSETTING) and change the class of a vector (COERCION)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★"/>
            </a:pPr>
            <a:r>
              <a:rPr b="0" i="0" lang="en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We learned to use functions like </a:t>
            </a:r>
            <a:r>
              <a:rPr b="0" i="1" lang="en" sz="1200" u="none" cap="none" strike="noStrik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order()</a:t>
            </a:r>
            <a:r>
              <a:rPr b="0" i="0" lang="en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and </a:t>
            </a:r>
            <a:r>
              <a:rPr b="0" i="1" lang="en" sz="1200" u="none" cap="none" strike="noStrik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sort()</a:t>
            </a:r>
            <a:r>
              <a:rPr b="0" i="0" lang="en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to order data from a data.frame    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24" name="Google Shape;72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8500" y="2400275"/>
            <a:ext cx="6584199" cy="247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6"/>
          <p:cNvSpPr txBox="1"/>
          <p:nvPr/>
        </p:nvSpPr>
        <p:spPr>
          <a:xfrm>
            <a:off x="564650" y="328600"/>
            <a:ext cx="7737300" cy="30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1" lang="en" sz="19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Now we will test our knowledge</a:t>
            </a:r>
            <a:endParaRPr b="0" i="1" sz="1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" sz="3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RULES OF THE GAME</a:t>
            </a:r>
            <a:endParaRPr b="1" i="0" sz="3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1" i="0" sz="2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925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Char char="●"/>
            </a:pPr>
            <a:r>
              <a:rPr b="0" i="0" lang="en" sz="19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Interactive game of 4 practical questions</a:t>
            </a:r>
            <a:endParaRPr b="0" i="0" sz="1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925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Char char="●"/>
            </a:pPr>
            <a:r>
              <a:rPr b="0" i="0" lang="en" sz="19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You must raise your hand and the first to raise it gives their answer</a:t>
            </a:r>
            <a:endParaRPr b="0" i="0" sz="1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925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Char char="●"/>
            </a:pPr>
            <a:r>
              <a:rPr b="0" i="0" lang="en" sz="19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If you get an incorrect answer, you lose the opportunity to participate in the next round</a:t>
            </a:r>
            <a:endParaRPr b="0" i="0" sz="1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925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Char char="●"/>
            </a:pPr>
            <a:r>
              <a:rPr b="0" i="0" lang="en" sz="19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If you get a correct answer, you cannot continue participating. A correct answer is equivalent to an extra point (you can use it for your future assignments)</a:t>
            </a:r>
            <a:endParaRPr b="0" i="0" sz="1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7"/>
          <p:cNvSpPr txBox="1"/>
          <p:nvPr>
            <p:ph type="title"/>
          </p:nvPr>
        </p:nvSpPr>
        <p:spPr>
          <a:xfrm>
            <a:off x="2135550" y="1541188"/>
            <a:ext cx="4872900" cy="116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735" name="Google Shape;735;p7"/>
          <p:cNvSpPr txBox="1"/>
          <p:nvPr>
            <p:ph idx="1" type="subTitle"/>
          </p:nvPr>
        </p:nvSpPr>
        <p:spPr>
          <a:xfrm>
            <a:off x="2135550" y="2931213"/>
            <a:ext cx="48729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pic>
        <p:nvPicPr>
          <p:cNvPr id="736" name="Google Shape;73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27500"/>
            <a:ext cx="8839199" cy="4869450"/>
          </a:xfrm>
          <a:prstGeom prst="rect">
            <a:avLst/>
          </a:prstGeom>
          <a:noFill/>
          <a:ln>
            <a:noFill/>
          </a:ln>
        </p:spPr>
      </p:pic>
      <p:sp>
        <p:nvSpPr>
          <p:cNvPr id="737" name="Google Shape;737;p7"/>
          <p:cNvSpPr txBox="1"/>
          <p:nvPr/>
        </p:nvSpPr>
        <p:spPr>
          <a:xfrm>
            <a:off x="1113700" y="1934475"/>
            <a:ext cx="7253700" cy="1667700"/>
          </a:xfrm>
          <a:prstGeom prst="rect">
            <a:avLst/>
          </a:prstGeom>
          <a:solidFill>
            <a:srgbClr val="223D9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If we evaluate the following line of code, what is the result? </a:t>
            </a:r>
            <a:r>
              <a:rPr b="1" i="0" lang="en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What is the class of object x? </a:t>
            </a:r>
            <a:endParaRPr b="1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y &lt;- 9</a:t>
            </a:r>
            <a:endParaRPr b="1" i="0" sz="1400" u="none" cap="none" strike="noStrike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x &lt;- c(1,  y , 4) </a:t>
            </a:r>
            <a:endParaRPr b="1" i="0" sz="1500" u="none" cap="none" strike="noStrike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class (x) </a:t>
            </a:r>
            <a:endParaRPr b="1" i="0" sz="1500" u="none" cap="none" strike="noStrike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38" name="Google Shape;738;p7">
            <a:hlinkClick action="ppaction://hlinksldjump" r:id="rId4"/>
          </p:cNvPr>
          <p:cNvSpPr txBox="1"/>
          <p:nvPr/>
        </p:nvSpPr>
        <p:spPr>
          <a:xfrm>
            <a:off x="2225825" y="3757175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Numeric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7">
            <a:hlinkClick action="ppaction://hlinksldjump" r:id="rId5"/>
          </p:cNvPr>
          <p:cNvSpPr txBox="1"/>
          <p:nvPr/>
        </p:nvSpPr>
        <p:spPr>
          <a:xfrm>
            <a:off x="2225825" y="4297075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Factor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7">
            <a:hlinkClick action="ppaction://hlinksldjump" r:id="rId6"/>
          </p:cNvPr>
          <p:cNvSpPr txBox="1"/>
          <p:nvPr/>
        </p:nvSpPr>
        <p:spPr>
          <a:xfrm>
            <a:off x="5225825" y="3757175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Logical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7">
            <a:hlinkClick action="ppaction://hlinksldjump" r:id="rId7"/>
          </p:cNvPr>
          <p:cNvSpPr txBox="1"/>
          <p:nvPr/>
        </p:nvSpPr>
        <p:spPr>
          <a:xfrm>
            <a:off x="5225825" y="4297075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Character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8"/>
          <p:cNvSpPr txBox="1"/>
          <p:nvPr>
            <p:ph type="title"/>
          </p:nvPr>
        </p:nvSpPr>
        <p:spPr>
          <a:xfrm>
            <a:off x="2135550" y="1541188"/>
            <a:ext cx="4872900" cy="116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747" name="Google Shape;747;p8"/>
          <p:cNvSpPr txBox="1"/>
          <p:nvPr>
            <p:ph idx="1" type="subTitle"/>
          </p:nvPr>
        </p:nvSpPr>
        <p:spPr>
          <a:xfrm>
            <a:off x="2135550" y="2931213"/>
            <a:ext cx="48729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pic>
        <p:nvPicPr>
          <p:cNvPr id="748" name="Google Shape;74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27500"/>
            <a:ext cx="8839199" cy="4869450"/>
          </a:xfrm>
          <a:prstGeom prst="rect">
            <a:avLst/>
          </a:prstGeom>
          <a:noFill/>
          <a:ln>
            <a:noFill/>
          </a:ln>
        </p:spPr>
      </p:pic>
      <p:sp>
        <p:nvSpPr>
          <p:cNvPr id="749" name="Google Shape;749;p8"/>
          <p:cNvSpPr txBox="1"/>
          <p:nvPr/>
        </p:nvSpPr>
        <p:spPr>
          <a:xfrm>
            <a:off x="1113700" y="1934475"/>
            <a:ext cx="7253700" cy="1667700"/>
          </a:xfrm>
          <a:prstGeom prst="rect">
            <a:avLst/>
          </a:prstGeom>
          <a:solidFill>
            <a:srgbClr val="223D9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If we evaluate the following line of code, what is the result? </a:t>
            </a:r>
            <a:r>
              <a:rPr b="1" i="0" lang="en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What is the class of object x? </a:t>
            </a:r>
            <a:endParaRPr b="0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y &lt;- 9</a:t>
            </a:r>
            <a:endParaRPr b="1" i="0" sz="1400" u="none" cap="none" strike="noStrike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x &lt;- c(1,  y , 4) </a:t>
            </a:r>
            <a:endParaRPr b="1" i="0" sz="1500" u="none" cap="none" strike="noStrike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class (x) </a:t>
            </a:r>
            <a:endParaRPr b="1" i="0" sz="1500" u="none" cap="none" strike="noStrike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50" name="Google Shape;750;p8"/>
          <p:cNvSpPr txBox="1"/>
          <p:nvPr/>
        </p:nvSpPr>
        <p:spPr>
          <a:xfrm>
            <a:off x="2225825" y="3757175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B7B7B7"/>
                </a:solidFill>
                <a:latin typeface="Poppins"/>
                <a:ea typeface="Poppins"/>
                <a:cs typeface="Poppins"/>
                <a:sym typeface="Poppins"/>
              </a:rPr>
              <a:t>Numeric</a:t>
            </a:r>
            <a:endParaRPr b="0" i="0" sz="1400" u="none" cap="none" strike="noStrike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8"/>
          <p:cNvSpPr txBox="1"/>
          <p:nvPr/>
        </p:nvSpPr>
        <p:spPr>
          <a:xfrm>
            <a:off x="2225825" y="4297075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B7B7B7"/>
                </a:solidFill>
                <a:latin typeface="Poppins"/>
                <a:ea typeface="Poppins"/>
                <a:cs typeface="Poppins"/>
                <a:sym typeface="Poppins"/>
              </a:rPr>
              <a:t>Factor</a:t>
            </a:r>
            <a:endParaRPr b="0" i="0" sz="1400" u="none" cap="none" strike="noStrike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p8"/>
          <p:cNvSpPr txBox="1"/>
          <p:nvPr/>
        </p:nvSpPr>
        <p:spPr>
          <a:xfrm>
            <a:off x="5225825" y="3757175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B7B7B7"/>
                </a:solidFill>
                <a:latin typeface="Poppins"/>
                <a:ea typeface="Poppins"/>
                <a:cs typeface="Poppins"/>
                <a:sym typeface="Poppins"/>
              </a:rPr>
              <a:t>Logical</a:t>
            </a:r>
            <a:endParaRPr b="0" i="0" sz="1400" u="none" cap="none" strike="noStrike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8"/>
          <p:cNvSpPr txBox="1"/>
          <p:nvPr/>
        </p:nvSpPr>
        <p:spPr>
          <a:xfrm>
            <a:off x="5225825" y="4297075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CC4125"/>
                </a:solidFill>
                <a:latin typeface="Poppins"/>
                <a:ea typeface="Poppins"/>
                <a:cs typeface="Poppins"/>
                <a:sym typeface="Poppins"/>
              </a:rPr>
              <a:t>Character</a:t>
            </a:r>
            <a:endParaRPr b="1" i="0" sz="1400" u="none" cap="none" strike="noStrike">
              <a:solidFill>
                <a:srgbClr val="CC412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8">
            <a:hlinkClick action="ppaction://hlinksldjump" r:id="rId4"/>
          </p:cNvPr>
          <p:cNvSpPr txBox="1"/>
          <p:nvPr/>
        </p:nvSpPr>
        <p:spPr>
          <a:xfrm>
            <a:off x="8044950" y="4601300"/>
            <a:ext cx="908400" cy="384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Back</a:t>
            </a:r>
            <a:endParaRPr b="1"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9"/>
          <p:cNvSpPr txBox="1"/>
          <p:nvPr>
            <p:ph type="title"/>
          </p:nvPr>
        </p:nvSpPr>
        <p:spPr>
          <a:xfrm>
            <a:off x="2135550" y="1541188"/>
            <a:ext cx="4872900" cy="116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760" name="Google Shape;760;p9"/>
          <p:cNvSpPr txBox="1"/>
          <p:nvPr>
            <p:ph idx="1" type="subTitle"/>
          </p:nvPr>
        </p:nvSpPr>
        <p:spPr>
          <a:xfrm>
            <a:off x="2135550" y="2931213"/>
            <a:ext cx="48729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pic>
        <p:nvPicPr>
          <p:cNvPr id="761" name="Google Shape;76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27500"/>
            <a:ext cx="8839199" cy="4869450"/>
          </a:xfrm>
          <a:prstGeom prst="rect">
            <a:avLst/>
          </a:prstGeom>
          <a:noFill/>
          <a:ln>
            <a:noFill/>
          </a:ln>
        </p:spPr>
      </p:pic>
      <p:sp>
        <p:nvSpPr>
          <p:cNvPr id="762" name="Google Shape;762;p9"/>
          <p:cNvSpPr txBox="1"/>
          <p:nvPr/>
        </p:nvSpPr>
        <p:spPr>
          <a:xfrm>
            <a:off x="1113700" y="1934475"/>
            <a:ext cx="7253700" cy="1667700"/>
          </a:xfrm>
          <a:prstGeom prst="rect">
            <a:avLst/>
          </a:prstGeom>
          <a:solidFill>
            <a:srgbClr val="223D9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If we evaluate the following line of code, what is the result? </a:t>
            </a:r>
            <a:r>
              <a:rPr b="1" i="0" lang="en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What is the class of object x? </a:t>
            </a:r>
            <a:endParaRPr b="1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y &lt;- 9</a:t>
            </a:r>
            <a:endParaRPr b="1" i="0" sz="1400" u="none" cap="none" strike="noStrike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x &lt;- c(1,  y , 4) </a:t>
            </a:r>
            <a:endParaRPr b="1" i="0" sz="1500" u="none" cap="none" strike="noStrike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class (x) </a:t>
            </a:r>
            <a:endParaRPr b="1" i="0" sz="1500" u="none" cap="none" strike="noStrike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63" name="Google Shape;763;p9"/>
          <p:cNvSpPr txBox="1"/>
          <p:nvPr/>
        </p:nvSpPr>
        <p:spPr>
          <a:xfrm>
            <a:off x="2225825" y="3757175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B7B7B7"/>
                </a:solidFill>
                <a:latin typeface="Poppins"/>
                <a:ea typeface="Poppins"/>
                <a:cs typeface="Poppins"/>
                <a:sym typeface="Poppins"/>
              </a:rPr>
              <a:t>Numeric</a:t>
            </a:r>
            <a:endParaRPr b="0" i="0" sz="1400" u="none" cap="none" strike="noStrike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9"/>
          <p:cNvSpPr txBox="1"/>
          <p:nvPr/>
        </p:nvSpPr>
        <p:spPr>
          <a:xfrm>
            <a:off x="2225825" y="4297075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B7B7B7"/>
                </a:solidFill>
                <a:latin typeface="Poppins"/>
                <a:ea typeface="Poppins"/>
                <a:cs typeface="Poppins"/>
                <a:sym typeface="Poppins"/>
              </a:rPr>
              <a:t>Factor</a:t>
            </a:r>
            <a:endParaRPr b="0" i="0" sz="1400" u="none" cap="none" strike="noStrike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9"/>
          <p:cNvSpPr txBox="1"/>
          <p:nvPr/>
        </p:nvSpPr>
        <p:spPr>
          <a:xfrm>
            <a:off x="5225825" y="3757175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CC4125"/>
                </a:solidFill>
                <a:latin typeface="Poppins"/>
                <a:ea typeface="Poppins"/>
                <a:cs typeface="Poppins"/>
                <a:sym typeface="Poppins"/>
              </a:rPr>
              <a:t>Logical</a:t>
            </a:r>
            <a:endParaRPr b="0" i="0" sz="1400" u="none" cap="none" strike="noStrike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9"/>
          <p:cNvSpPr txBox="1"/>
          <p:nvPr/>
        </p:nvSpPr>
        <p:spPr>
          <a:xfrm>
            <a:off x="5225825" y="4297075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B7B7B7"/>
                </a:solidFill>
                <a:latin typeface="Poppins"/>
                <a:ea typeface="Poppins"/>
                <a:cs typeface="Poppins"/>
                <a:sym typeface="Poppins"/>
              </a:rPr>
              <a:t>Character</a:t>
            </a:r>
            <a:endParaRPr b="1" i="0" sz="1400" u="none" cap="none" strike="noStrike">
              <a:solidFill>
                <a:srgbClr val="CC412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9">
            <a:hlinkClick action="ppaction://hlinksldjump" r:id="rId4"/>
          </p:cNvPr>
          <p:cNvSpPr txBox="1"/>
          <p:nvPr/>
        </p:nvSpPr>
        <p:spPr>
          <a:xfrm>
            <a:off x="8044950" y="4601300"/>
            <a:ext cx="908400" cy="384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Back</a:t>
            </a:r>
            <a:endParaRPr b="1"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10"/>
          <p:cNvSpPr txBox="1"/>
          <p:nvPr>
            <p:ph type="title"/>
          </p:nvPr>
        </p:nvSpPr>
        <p:spPr>
          <a:xfrm>
            <a:off x="2135550" y="1541188"/>
            <a:ext cx="4872900" cy="116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773" name="Google Shape;773;p10"/>
          <p:cNvSpPr txBox="1"/>
          <p:nvPr>
            <p:ph idx="1" type="subTitle"/>
          </p:nvPr>
        </p:nvSpPr>
        <p:spPr>
          <a:xfrm>
            <a:off x="2135550" y="2931213"/>
            <a:ext cx="48729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pic>
        <p:nvPicPr>
          <p:cNvPr id="774" name="Google Shape;77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27500"/>
            <a:ext cx="8839199" cy="4869450"/>
          </a:xfrm>
          <a:prstGeom prst="rect">
            <a:avLst/>
          </a:prstGeom>
          <a:noFill/>
          <a:ln>
            <a:noFill/>
          </a:ln>
        </p:spPr>
      </p:pic>
      <p:sp>
        <p:nvSpPr>
          <p:cNvPr id="775" name="Google Shape;775;p10"/>
          <p:cNvSpPr txBox="1"/>
          <p:nvPr/>
        </p:nvSpPr>
        <p:spPr>
          <a:xfrm>
            <a:off x="1113700" y="1934475"/>
            <a:ext cx="7253700" cy="1667700"/>
          </a:xfrm>
          <a:prstGeom prst="rect">
            <a:avLst/>
          </a:prstGeom>
          <a:solidFill>
            <a:srgbClr val="223D9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If we evaluate the following line of code, what is the result? </a:t>
            </a:r>
            <a:r>
              <a:rPr b="1" i="0" lang="en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What is the class of object x? </a:t>
            </a:r>
            <a:endParaRPr b="0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y &lt;- 9</a:t>
            </a:r>
            <a:endParaRPr b="1" i="0" sz="1400" u="none" cap="none" strike="noStrike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x &lt;- c(1,  y , 4) </a:t>
            </a:r>
            <a:endParaRPr b="1" i="0" sz="1500" u="none" cap="none" strike="noStrike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class (x) </a:t>
            </a:r>
            <a:endParaRPr b="1" i="0" sz="1500" u="none" cap="none" strike="noStrike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76" name="Google Shape;776;p10"/>
          <p:cNvSpPr txBox="1"/>
          <p:nvPr/>
        </p:nvSpPr>
        <p:spPr>
          <a:xfrm>
            <a:off x="2225825" y="3757175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B7B7B7"/>
                </a:solidFill>
                <a:latin typeface="Poppins"/>
                <a:ea typeface="Poppins"/>
                <a:cs typeface="Poppins"/>
                <a:sym typeface="Poppins"/>
              </a:rPr>
              <a:t>Numeric</a:t>
            </a:r>
            <a:endParaRPr b="0" i="0" sz="1400" u="none" cap="none" strike="noStrike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10"/>
          <p:cNvSpPr txBox="1"/>
          <p:nvPr/>
        </p:nvSpPr>
        <p:spPr>
          <a:xfrm>
            <a:off x="2225825" y="4297075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CC4125"/>
                </a:solidFill>
                <a:latin typeface="Poppins"/>
                <a:ea typeface="Poppins"/>
                <a:cs typeface="Poppins"/>
                <a:sym typeface="Poppins"/>
              </a:rPr>
              <a:t>Factor</a:t>
            </a:r>
            <a:endParaRPr b="1" i="0" sz="1300" u="none" cap="none" strike="noStrike">
              <a:solidFill>
                <a:srgbClr val="CC412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78" name="Google Shape;778;p10"/>
          <p:cNvSpPr txBox="1"/>
          <p:nvPr/>
        </p:nvSpPr>
        <p:spPr>
          <a:xfrm>
            <a:off x="5225825" y="3757175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B7B7B7"/>
                </a:solidFill>
                <a:latin typeface="Poppins"/>
                <a:ea typeface="Poppins"/>
                <a:cs typeface="Poppins"/>
                <a:sym typeface="Poppins"/>
              </a:rPr>
              <a:t>Logical</a:t>
            </a:r>
            <a:endParaRPr b="0" i="0" sz="1400" u="none" cap="none" strike="noStrike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10"/>
          <p:cNvSpPr txBox="1"/>
          <p:nvPr/>
        </p:nvSpPr>
        <p:spPr>
          <a:xfrm>
            <a:off x="5225825" y="4297075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B7B7B7"/>
                </a:solidFill>
                <a:latin typeface="Poppins"/>
                <a:ea typeface="Poppins"/>
                <a:cs typeface="Poppins"/>
                <a:sym typeface="Poppins"/>
              </a:rPr>
              <a:t>Character</a:t>
            </a:r>
            <a:endParaRPr b="1" i="0" sz="1400" u="none" cap="none" strike="noStrike">
              <a:solidFill>
                <a:srgbClr val="CC412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10">
            <a:hlinkClick action="ppaction://hlinksldjump" r:id="rId4"/>
          </p:cNvPr>
          <p:cNvSpPr txBox="1"/>
          <p:nvPr/>
        </p:nvSpPr>
        <p:spPr>
          <a:xfrm>
            <a:off x="8044950" y="4601300"/>
            <a:ext cx="908400" cy="384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Back</a:t>
            </a:r>
            <a:endParaRPr b="1"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11"/>
          <p:cNvSpPr txBox="1"/>
          <p:nvPr>
            <p:ph type="title"/>
          </p:nvPr>
        </p:nvSpPr>
        <p:spPr>
          <a:xfrm>
            <a:off x="2135550" y="1541188"/>
            <a:ext cx="4872900" cy="116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786" name="Google Shape;786;p11"/>
          <p:cNvSpPr txBox="1"/>
          <p:nvPr>
            <p:ph idx="1" type="subTitle"/>
          </p:nvPr>
        </p:nvSpPr>
        <p:spPr>
          <a:xfrm>
            <a:off x="2135550" y="2931213"/>
            <a:ext cx="48729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pic>
        <p:nvPicPr>
          <p:cNvPr id="787" name="Google Shape;78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27500"/>
            <a:ext cx="8839199" cy="4869450"/>
          </a:xfrm>
          <a:prstGeom prst="rect">
            <a:avLst/>
          </a:prstGeom>
          <a:noFill/>
          <a:ln>
            <a:noFill/>
          </a:ln>
        </p:spPr>
      </p:pic>
      <p:sp>
        <p:nvSpPr>
          <p:cNvPr id="788" name="Google Shape;788;p11"/>
          <p:cNvSpPr txBox="1"/>
          <p:nvPr/>
        </p:nvSpPr>
        <p:spPr>
          <a:xfrm>
            <a:off x="1113700" y="1934475"/>
            <a:ext cx="7253700" cy="1667700"/>
          </a:xfrm>
          <a:prstGeom prst="rect">
            <a:avLst/>
          </a:prstGeom>
          <a:solidFill>
            <a:srgbClr val="223D9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If we evaluate the following line of code, what is the result? </a:t>
            </a:r>
            <a:r>
              <a:rPr b="1" i="0" lang="en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What is the class of object x? </a:t>
            </a:r>
            <a:endParaRPr b="0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y &lt;- 9</a:t>
            </a:r>
            <a:endParaRPr b="1" i="0" sz="1400" u="none" cap="none" strike="noStrike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x &lt;- c(1,  y , 4) </a:t>
            </a:r>
            <a:endParaRPr b="1" i="0" sz="1500" u="none" cap="none" strike="noStrike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class (x) </a:t>
            </a:r>
            <a:endParaRPr b="1" i="0" sz="1500" u="none" cap="none" strike="noStrike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9" name="Google Shape;789;p11"/>
          <p:cNvSpPr txBox="1"/>
          <p:nvPr/>
        </p:nvSpPr>
        <p:spPr>
          <a:xfrm>
            <a:off x="2225825" y="3757175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93C47D"/>
                </a:solidFill>
                <a:latin typeface="Poppins"/>
                <a:ea typeface="Poppins"/>
                <a:cs typeface="Poppins"/>
                <a:sym typeface="Poppins"/>
              </a:rPr>
              <a:t>Numeric</a:t>
            </a:r>
            <a:endParaRPr b="1" i="0" sz="1400" u="none" cap="none" strike="noStrike">
              <a:solidFill>
                <a:srgbClr val="93C4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11"/>
          <p:cNvSpPr txBox="1"/>
          <p:nvPr/>
        </p:nvSpPr>
        <p:spPr>
          <a:xfrm>
            <a:off x="2225825" y="4297075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Factor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11"/>
          <p:cNvSpPr txBox="1"/>
          <p:nvPr/>
        </p:nvSpPr>
        <p:spPr>
          <a:xfrm>
            <a:off x="5225825" y="3757175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Logical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11"/>
          <p:cNvSpPr txBox="1"/>
          <p:nvPr/>
        </p:nvSpPr>
        <p:spPr>
          <a:xfrm>
            <a:off x="5225825" y="4297075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Character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93" name="Google Shape;793;p11"/>
          <p:cNvPicPr preferRelativeResize="0"/>
          <p:nvPr/>
        </p:nvPicPr>
        <p:blipFill rotWithShape="1">
          <a:blip r:embed="rId4">
            <a:alphaModFix/>
          </a:blip>
          <a:srcRect b="5681" l="16830" r="17375" t="7051"/>
          <a:stretch/>
        </p:blipFill>
        <p:spPr>
          <a:xfrm>
            <a:off x="7121700" y="3329250"/>
            <a:ext cx="1670700" cy="16677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12"/>
          <p:cNvSpPr txBox="1"/>
          <p:nvPr>
            <p:ph type="title"/>
          </p:nvPr>
        </p:nvSpPr>
        <p:spPr>
          <a:xfrm>
            <a:off x="2135550" y="1541188"/>
            <a:ext cx="4872900" cy="116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799" name="Google Shape;799;p12"/>
          <p:cNvSpPr txBox="1"/>
          <p:nvPr>
            <p:ph idx="1" type="subTitle"/>
          </p:nvPr>
        </p:nvSpPr>
        <p:spPr>
          <a:xfrm>
            <a:off x="2135550" y="2931213"/>
            <a:ext cx="48729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pic>
        <p:nvPicPr>
          <p:cNvPr id="800" name="Google Shape;80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27500"/>
            <a:ext cx="8839199" cy="4869450"/>
          </a:xfrm>
          <a:prstGeom prst="rect">
            <a:avLst/>
          </a:prstGeom>
          <a:noFill/>
          <a:ln>
            <a:noFill/>
          </a:ln>
        </p:spPr>
      </p:pic>
      <p:sp>
        <p:nvSpPr>
          <p:cNvPr id="801" name="Google Shape;801;p12"/>
          <p:cNvSpPr txBox="1"/>
          <p:nvPr/>
        </p:nvSpPr>
        <p:spPr>
          <a:xfrm>
            <a:off x="394650" y="1541175"/>
            <a:ext cx="8354700" cy="2061000"/>
          </a:xfrm>
          <a:prstGeom prst="rect">
            <a:avLst/>
          </a:prstGeom>
          <a:solidFill>
            <a:srgbClr val="223D9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 want to access the student's identification element or </a:t>
            </a:r>
            <a:r>
              <a:rPr b="1" i="0" lang="en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student_id </a:t>
            </a:r>
            <a:r>
              <a:rPr b="0" i="0" lang="en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from the list below, which of the options is </a:t>
            </a:r>
            <a:r>
              <a:rPr b="1" i="0" lang="en" sz="1500" u="sng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NOT </a:t>
            </a:r>
            <a:r>
              <a:rPr b="0" i="0" lang="en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correct?</a:t>
            </a:r>
            <a:endParaRPr b="0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lista_data &lt;-list(name = "John Doe",</a:t>
            </a:r>
            <a:endParaRPr b="1" i="0" sz="1400" u="none" cap="none" strike="noStrike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               age = 19, </a:t>
            </a:r>
            <a:endParaRPr b="1" i="0" sz="1400" u="none" cap="none" strike="noStrike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           student_id = 1234,</a:t>
            </a:r>
            <a:endParaRPr b="1" i="0" sz="1400" u="none" cap="none" strike="noStrike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                                   grades = c(95, 82, 91, 97, 93),</a:t>
            </a:r>
            <a:endParaRPr b="1" i="0" sz="1400" u="none" cap="none" strike="noStrike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           final_grade = "A")</a:t>
            </a:r>
            <a:endParaRPr b="1" i="0" sz="1400" u="none" cap="none" strike="noStrike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2" name="Google Shape;802;p12">
            <a:hlinkClick action="ppaction://hlinksldjump" r:id="rId4"/>
          </p:cNvPr>
          <p:cNvSpPr txBox="1"/>
          <p:nvPr/>
        </p:nvSpPr>
        <p:spPr>
          <a:xfrm>
            <a:off x="2225825" y="3757175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lista_data[[3]]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p12">
            <a:hlinkClick action="ppaction://hlinksldjump" r:id="rId5"/>
          </p:cNvPr>
          <p:cNvSpPr txBox="1"/>
          <p:nvPr/>
        </p:nvSpPr>
        <p:spPr>
          <a:xfrm>
            <a:off x="2135550" y="4296925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lista_data[[“student_id”]]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12">
            <a:hlinkClick action="ppaction://hlinksldjump" r:id="rId6"/>
          </p:cNvPr>
          <p:cNvSpPr txBox="1"/>
          <p:nvPr/>
        </p:nvSpPr>
        <p:spPr>
          <a:xfrm>
            <a:off x="5225825" y="4296925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lista_data[student_id]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p12">
            <a:hlinkClick action="ppaction://hlinksldjump" r:id="rId7"/>
          </p:cNvPr>
          <p:cNvSpPr txBox="1"/>
          <p:nvPr/>
        </p:nvSpPr>
        <p:spPr>
          <a:xfrm>
            <a:off x="5225825" y="375710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lista_data$student_id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13"/>
          <p:cNvSpPr txBox="1"/>
          <p:nvPr>
            <p:ph type="title"/>
          </p:nvPr>
        </p:nvSpPr>
        <p:spPr>
          <a:xfrm>
            <a:off x="2135550" y="1541188"/>
            <a:ext cx="4872900" cy="116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811" name="Google Shape;811;p13"/>
          <p:cNvSpPr txBox="1"/>
          <p:nvPr>
            <p:ph idx="1" type="subTitle"/>
          </p:nvPr>
        </p:nvSpPr>
        <p:spPr>
          <a:xfrm>
            <a:off x="2135550" y="2931213"/>
            <a:ext cx="48729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pic>
        <p:nvPicPr>
          <p:cNvPr id="812" name="Google Shape;81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27500"/>
            <a:ext cx="8839199" cy="4869450"/>
          </a:xfrm>
          <a:prstGeom prst="rect">
            <a:avLst/>
          </a:prstGeom>
          <a:noFill/>
          <a:ln>
            <a:noFill/>
          </a:ln>
        </p:spPr>
      </p:pic>
      <p:sp>
        <p:nvSpPr>
          <p:cNvPr id="813" name="Google Shape;813;p13"/>
          <p:cNvSpPr txBox="1"/>
          <p:nvPr/>
        </p:nvSpPr>
        <p:spPr>
          <a:xfrm>
            <a:off x="394650" y="1541175"/>
            <a:ext cx="8354700" cy="2061000"/>
          </a:xfrm>
          <a:prstGeom prst="rect">
            <a:avLst/>
          </a:prstGeom>
          <a:solidFill>
            <a:srgbClr val="223D9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 want to access the student's identification element or </a:t>
            </a:r>
            <a:r>
              <a:rPr b="1" i="0" lang="en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student_id </a:t>
            </a:r>
            <a:r>
              <a:rPr b="0" i="0" lang="en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from the list below, which of the options is </a:t>
            </a:r>
            <a:r>
              <a:rPr b="1" i="0" lang="en" sz="1500" u="sng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NOT </a:t>
            </a:r>
            <a:r>
              <a:rPr b="0" i="0" lang="en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correct?</a:t>
            </a:r>
            <a:endParaRPr b="0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lista_data &lt;-list(name = "John Doe",</a:t>
            </a:r>
            <a:endParaRPr b="1" i="0" sz="1400" u="none" cap="none" strike="noStrike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               age = 19, </a:t>
            </a:r>
            <a:endParaRPr b="1" i="0" sz="1400" u="none" cap="none" strike="noStrike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           student_id = 1234,</a:t>
            </a:r>
            <a:endParaRPr b="1" i="0" sz="1400" u="none" cap="none" strike="noStrike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                                   grades = c(95, 82, 91, 97, 93),</a:t>
            </a:r>
            <a:endParaRPr b="1" i="0" sz="1400" u="none" cap="none" strike="noStrike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           final_grade = "A")</a:t>
            </a:r>
            <a:endParaRPr b="1" i="0" sz="1400" u="none" cap="none" strike="noStrike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4" name="Google Shape;814;p13">
            <a:hlinkClick action="ppaction://hlinksldjump" r:id="rId4"/>
          </p:cNvPr>
          <p:cNvSpPr txBox="1"/>
          <p:nvPr/>
        </p:nvSpPr>
        <p:spPr>
          <a:xfrm>
            <a:off x="2225825" y="3757175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DD7E6B"/>
                </a:solidFill>
                <a:latin typeface="Poppins"/>
                <a:ea typeface="Poppins"/>
                <a:cs typeface="Poppins"/>
                <a:sym typeface="Poppins"/>
              </a:rPr>
              <a:t>lista_data[[3]]</a:t>
            </a:r>
            <a:endParaRPr b="1" i="0" sz="1400" u="none" cap="none" strike="noStrike">
              <a:solidFill>
                <a:srgbClr val="DD7E6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5" name="Google Shape;815;p13">
            <a:hlinkClick action="ppaction://hlinksldjump" r:id="rId5"/>
          </p:cNvPr>
          <p:cNvSpPr txBox="1"/>
          <p:nvPr/>
        </p:nvSpPr>
        <p:spPr>
          <a:xfrm>
            <a:off x="2225825" y="4297075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B7B7B7"/>
                </a:solidFill>
                <a:latin typeface="Poppins"/>
                <a:ea typeface="Poppins"/>
                <a:cs typeface="Poppins"/>
                <a:sym typeface="Poppins"/>
              </a:rPr>
              <a:t>lista_data[[“student_id”]]</a:t>
            </a:r>
            <a:endParaRPr b="0" i="0" sz="1400" u="none" cap="none" strike="noStrike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6" name="Google Shape;816;p13">
            <a:hlinkClick action="ppaction://hlinksldjump" r:id="rId6"/>
          </p:cNvPr>
          <p:cNvSpPr txBox="1"/>
          <p:nvPr/>
        </p:nvSpPr>
        <p:spPr>
          <a:xfrm>
            <a:off x="5225825" y="4296925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B7B7B7"/>
                </a:solidFill>
                <a:latin typeface="Poppins"/>
                <a:ea typeface="Poppins"/>
                <a:cs typeface="Poppins"/>
                <a:sym typeface="Poppins"/>
              </a:rPr>
              <a:t>lista_data[student_id]</a:t>
            </a:r>
            <a:endParaRPr b="0" i="0" sz="1400" u="none" cap="none" strike="noStrike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p13">
            <a:hlinkClick action="ppaction://hlinksldjump" r:id="rId7"/>
          </p:cNvPr>
          <p:cNvSpPr txBox="1"/>
          <p:nvPr/>
        </p:nvSpPr>
        <p:spPr>
          <a:xfrm>
            <a:off x="5225825" y="375710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B7B7B7"/>
                </a:solidFill>
                <a:latin typeface="Poppins"/>
                <a:ea typeface="Poppins"/>
                <a:cs typeface="Poppins"/>
                <a:sym typeface="Poppins"/>
              </a:rPr>
              <a:t>lista_data$student_id</a:t>
            </a:r>
            <a:endParaRPr b="0" i="0" sz="1400" u="none" cap="none" strike="noStrike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8" name="Google Shape;818;p13">
            <a:hlinkClick action="ppaction://hlinksldjump" r:id="rId8"/>
          </p:cNvPr>
          <p:cNvSpPr txBox="1"/>
          <p:nvPr/>
        </p:nvSpPr>
        <p:spPr>
          <a:xfrm>
            <a:off x="8044950" y="4601300"/>
            <a:ext cx="908400" cy="384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Back</a:t>
            </a:r>
            <a:endParaRPr b="1"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14"/>
          <p:cNvSpPr txBox="1"/>
          <p:nvPr>
            <p:ph type="title"/>
          </p:nvPr>
        </p:nvSpPr>
        <p:spPr>
          <a:xfrm>
            <a:off x="2135550" y="1541188"/>
            <a:ext cx="4872900" cy="116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824" name="Google Shape;824;p14"/>
          <p:cNvSpPr txBox="1"/>
          <p:nvPr>
            <p:ph idx="1" type="subTitle"/>
          </p:nvPr>
        </p:nvSpPr>
        <p:spPr>
          <a:xfrm>
            <a:off x="2135550" y="2931213"/>
            <a:ext cx="48729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pic>
        <p:nvPicPr>
          <p:cNvPr id="825" name="Google Shape;82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27500"/>
            <a:ext cx="8839199" cy="4869450"/>
          </a:xfrm>
          <a:prstGeom prst="rect">
            <a:avLst/>
          </a:prstGeom>
          <a:noFill/>
          <a:ln>
            <a:noFill/>
          </a:ln>
        </p:spPr>
      </p:pic>
      <p:sp>
        <p:nvSpPr>
          <p:cNvPr id="826" name="Google Shape;826;p14"/>
          <p:cNvSpPr txBox="1"/>
          <p:nvPr/>
        </p:nvSpPr>
        <p:spPr>
          <a:xfrm>
            <a:off x="394650" y="1541175"/>
            <a:ext cx="8354700" cy="2061000"/>
          </a:xfrm>
          <a:prstGeom prst="rect">
            <a:avLst/>
          </a:prstGeom>
          <a:solidFill>
            <a:srgbClr val="223D9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 want to access the student's identification element or </a:t>
            </a:r>
            <a:r>
              <a:rPr b="1" i="0" lang="en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student_id </a:t>
            </a:r>
            <a:r>
              <a:rPr b="0" i="0" lang="en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from the list below, which of the options is </a:t>
            </a:r>
            <a:r>
              <a:rPr b="1" i="0" lang="en" sz="1500" u="sng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NOT </a:t>
            </a:r>
            <a:r>
              <a:rPr b="0" i="0" lang="en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correct?</a:t>
            </a:r>
            <a:endParaRPr b="0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lista_data &lt;-list(name = "John Doe",</a:t>
            </a:r>
            <a:endParaRPr b="1" i="0" sz="1400" u="none" cap="none" strike="noStrike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               age = 19, </a:t>
            </a:r>
            <a:endParaRPr b="1" i="0" sz="1400" u="none" cap="none" strike="noStrike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           student_id = 1234,</a:t>
            </a:r>
            <a:endParaRPr b="1" i="0" sz="1400" u="none" cap="none" strike="noStrike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                                   grades = c(95, 82, 91, 97, 93),</a:t>
            </a:r>
            <a:endParaRPr b="1" i="0" sz="1400" u="none" cap="none" strike="noStrike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           final_grade = "A")</a:t>
            </a:r>
            <a:endParaRPr b="1" i="0" sz="1400" u="none" cap="none" strike="noStrike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7" name="Google Shape;827;p14">
            <a:hlinkClick action="ppaction://hlinksldjump" r:id="rId4"/>
          </p:cNvPr>
          <p:cNvSpPr txBox="1"/>
          <p:nvPr/>
        </p:nvSpPr>
        <p:spPr>
          <a:xfrm>
            <a:off x="2225825" y="3757175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B7B7B7"/>
                </a:solidFill>
                <a:latin typeface="Poppins"/>
                <a:ea typeface="Poppins"/>
                <a:cs typeface="Poppins"/>
                <a:sym typeface="Poppins"/>
              </a:rPr>
              <a:t>lista_data[[3]]</a:t>
            </a:r>
            <a:endParaRPr b="1" i="0" sz="1400" u="none" cap="none" strike="noStrike">
              <a:solidFill>
                <a:srgbClr val="DD7E6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14">
            <a:hlinkClick action="ppaction://hlinksldjump" r:id="rId5"/>
          </p:cNvPr>
          <p:cNvSpPr txBox="1"/>
          <p:nvPr/>
        </p:nvSpPr>
        <p:spPr>
          <a:xfrm>
            <a:off x="2225825" y="4297075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B7B7B7"/>
                </a:solidFill>
                <a:latin typeface="Poppins"/>
                <a:ea typeface="Poppins"/>
                <a:cs typeface="Poppins"/>
                <a:sym typeface="Poppins"/>
              </a:rPr>
              <a:t>lista_data[[“student_id”]]</a:t>
            </a:r>
            <a:endParaRPr b="0" i="0" sz="1400" u="none" cap="none" strike="noStrike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p14">
            <a:hlinkClick action="ppaction://hlinksldjump" r:id="rId6"/>
          </p:cNvPr>
          <p:cNvSpPr txBox="1"/>
          <p:nvPr/>
        </p:nvSpPr>
        <p:spPr>
          <a:xfrm>
            <a:off x="5225825" y="4296925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B7B7B7"/>
                </a:solidFill>
                <a:latin typeface="Poppins"/>
                <a:ea typeface="Poppins"/>
                <a:cs typeface="Poppins"/>
                <a:sym typeface="Poppins"/>
              </a:rPr>
              <a:t>lista_data[student_id]</a:t>
            </a:r>
            <a:endParaRPr b="0" i="0" sz="1400" u="none" cap="none" strike="noStrike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p14">
            <a:hlinkClick action="ppaction://hlinksldjump" r:id="rId7"/>
          </p:cNvPr>
          <p:cNvSpPr txBox="1"/>
          <p:nvPr/>
        </p:nvSpPr>
        <p:spPr>
          <a:xfrm>
            <a:off x="5225825" y="375710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DD7E6B"/>
                </a:solidFill>
                <a:latin typeface="Poppins"/>
                <a:ea typeface="Poppins"/>
                <a:cs typeface="Poppins"/>
                <a:sym typeface="Poppins"/>
              </a:rPr>
              <a:t>lista_data$student_id</a:t>
            </a:r>
            <a:endParaRPr b="1" i="0" sz="1300" u="none" cap="none" strike="noStrike">
              <a:solidFill>
                <a:srgbClr val="DD7E6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31" name="Google Shape;831;p14">
            <a:hlinkClick action="ppaction://hlinksldjump" r:id="rId8"/>
          </p:cNvPr>
          <p:cNvSpPr txBox="1"/>
          <p:nvPr/>
        </p:nvSpPr>
        <p:spPr>
          <a:xfrm>
            <a:off x="8044950" y="4601300"/>
            <a:ext cx="908400" cy="384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Back</a:t>
            </a:r>
            <a:endParaRPr b="1"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15"/>
          <p:cNvSpPr txBox="1"/>
          <p:nvPr>
            <p:ph type="title"/>
          </p:nvPr>
        </p:nvSpPr>
        <p:spPr>
          <a:xfrm>
            <a:off x="2135550" y="1541188"/>
            <a:ext cx="4872900" cy="116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837" name="Google Shape;837;p15"/>
          <p:cNvSpPr txBox="1"/>
          <p:nvPr>
            <p:ph idx="1" type="subTitle"/>
          </p:nvPr>
        </p:nvSpPr>
        <p:spPr>
          <a:xfrm>
            <a:off x="2135550" y="2931213"/>
            <a:ext cx="48729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pic>
        <p:nvPicPr>
          <p:cNvPr id="838" name="Google Shape;83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27500"/>
            <a:ext cx="8839199" cy="4869450"/>
          </a:xfrm>
          <a:prstGeom prst="rect">
            <a:avLst/>
          </a:prstGeom>
          <a:noFill/>
          <a:ln>
            <a:noFill/>
          </a:ln>
        </p:spPr>
      </p:pic>
      <p:sp>
        <p:nvSpPr>
          <p:cNvPr id="839" name="Google Shape;839;p15"/>
          <p:cNvSpPr txBox="1"/>
          <p:nvPr/>
        </p:nvSpPr>
        <p:spPr>
          <a:xfrm>
            <a:off x="394650" y="1541175"/>
            <a:ext cx="8354700" cy="2061000"/>
          </a:xfrm>
          <a:prstGeom prst="rect">
            <a:avLst/>
          </a:prstGeom>
          <a:solidFill>
            <a:srgbClr val="223D9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 want to access the student's identification element or </a:t>
            </a:r>
            <a:r>
              <a:rPr b="1" i="0" lang="en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student_id </a:t>
            </a:r>
            <a:r>
              <a:rPr b="0" i="0" lang="en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from the list below, which of the options is </a:t>
            </a:r>
            <a:r>
              <a:rPr b="1" i="0" lang="en" sz="1500" u="sng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NOT </a:t>
            </a:r>
            <a:r>
              <a:rPr b="0" i="0" lang="en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correct?</a:t>
            </a:r>
            <a:endParaRPr b="0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lista_data &lt;-list(name = "John Doe",</a:t>
            </a:r>
            <a:endParaRPr b="1" i="0" sz="1400" u="none" cap="none" strike="noStrike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               age = 19, </a:t>
            </a:r>
            <a:endParaRPr b="1" i="0" sz="1400" u="none" cap="none" strike="noStrike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           student_id = 1234,</a:t>
            </a:r>
            <a:endParaRPr b="1" i="0" sz="1400" u="none" cap="none" strike="noStrike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                                   grades = c(95, 82, 91, 97, 93),</a:t>
            </a:r>
            <a:endParaRPr b="1" i="0" sz="1400" u="none" cap="none" strike="noStrike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           final_grade = "A")</a:t>
            </a:r>
            <a:endParaRPr b="1" i="0" sz="1400" u="none" cap="none" strike="noStrike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40" name="Google Shape;840;p15">
            <a:hlinkClick action="ppaction://hlinksldjump" r:id="rId4"/>
          </p:cNvPr>
          <p:cNvSpPr txBox="1"/>
          <p:nvPr/>
        </p:nvSpPr>
        <p:spPr>
          <a:xfrm>
            <a:off x="2225825" y="3757175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B7B7B7"/>
                </a:solidFill>
                <a:latin typeface="Poppins"/>
                <a:ea typeface="Poppins"/>
                <a:cs typeface="Poppins"/>
                <a:sym typeface="Poppins"/>
              </a:rPr>
              <a:t>lista_data[[3]]</a:t>
            </a:r>
            <a:endParaRPr b="1" i="0" sz="1400" u="none" cap="none" strike="noStrike">
              <a:solidFill>
                <a:srgbClr val="DD7E6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p15">
            <a:hlinkClick action="ppaction://hlinksldjump" r:id="rId5"/>
          </p:cNvPr>
          <p:cNvSpPr txBox="1"/>
          <p:nvPr/>
        </p:nvSpPr>
        <p:spPr>
          <a:xfrm>
            <a:off x="2225825" y="4297075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DD7E6B"/>
                </a:solidFill>
                <a:latin typeface="Poppins"/>
                <a:ea typeface="Poppins"/>
                <a:cs typeface="Poppins"/>
                <a:sym typeface="Poppins"/>
              </a:rPr>
              <a:t>lista_data[[“student_id”]]</a:t>
            </a:r>
            <a:endParaRPr b="1" i="0" sz="1300" u="none" cap="none" strike="noStrike">
              <a:solidFill>
                <a:srgbClr val="DD7E6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42" name="Google Shape;842;p15">
            <a:hlinkClick action="ppaction://hlinksldjump" r:id="rId6"/>
          </p:cNvPr>
          <p:cNvSpPr txBox="1"/>
          <p:nvPr/>
        </p:nvSpPr>
        <p:spPr>
          <a:xfrm>
            <a:off x="5225825" y="4296925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B7B7B7"/>
                </a:solidFill>
                <a:latin typeface="Poppins"/>
                <a:ea typeface="Poppins"/>
                <a:cs typeface="Poppins"/>
                <a:sym typeface="Poppins"/>
              </a:rPr>
              <a:t>lista_data[student_id]</a:t>
            </a:r>
            <a:endParaRPr b="0" i="0" sz="1400" u="none" cap="none" strike="noStrike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3" name="Google Shape;843;p15">
            <a:hlinkClick action="ppaction://hlinksldjump" r:id="rId7"/>
          </p:cNvPr>
          <p:cNvSpPr txBox="1"/>
          <p:nvPr/>
        </p:nvSpPr>
        <p:spPr>
          <a:xfrm>
            <a:off x="5225825" y="375710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B7B7B7"/>
                </a:solidFill>
                <a:latin typeface="Poppins"/>
                <a:ea typeface="Poppins"/>
                <a:cs typeface="Poppins"/>
                <a:sym typeface="Poppins"/>
              </a:rPr>
              <a:t>lista_data$student_id</a:t>
            </a:r>
            <a:endParaRPr b="0" i="0" sz="1300" u="none" cap="none" strike="noStrike">
              <a:solidFill>
                <a:srgbClr val="B7B7B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44" name="Google Shape;844;p15">
            <a:hlinkClick action="ppaction://hlinksldjump" r:id="rId8"/>
          </p:cNvPr>
          <p:cNvSpPr txBox="1"/>
          <p:nvPr/>
        </p:nvSpPr>
        <p:spPr>
          <a:xfrm>
            <a:off x="8044950" y="4601300"/>
            <a:ext cx="908400" cy="384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Back</a:t>
            </a:r>
            <a:endParaRPr b="1"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16"/>
          <p:cNvSpPr txBox="1"/>
          <p:nvPr>
            <p:ph type="title"/>
          </p:nvPr>
        </p:nvSpPr>
        <p:spPr>
          <a:xfrm>
            <a:off x="2135550" y="1541188"/>
            <a:ext cx="4872900" cy="116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850" name="Google Shape;850;p16"/>
          <p:cNvSpPr txBox="1"/>
          <p:nvPr>
            <p:ph idx="1" type="subTitle"/>
          </p:nvPr>
        </p:nvSpPr>
        <p:spPr>
          <a:xfrm>
            <a:off x="2135550" y="2931213"/>
            <a:ext cx="48729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pic>
        <p:nvPicPr>
          <p:cNvPr id="851" name="Google Shape;851;p16">
            <a:hlinkClick action="ppaction://hlinksldjump"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127500"/>
            <a:ext cx="8839199" cy="4869450"/>
          </a:xfrm>
          <a:prstGeom prst="rect">
            <a:avLst/>
          </a:prstGeom>
          <a:noFill/>
          <a:ln>
            <a:noFill/>
          </a:ln>
        </p:spPr>
      </p:pic>
      <p:sp>
        <p:nvSpPr>
          <p:cNvPr id="852" name="Google Shape;852;p16"/>
          <p:cNvSpPr txBox="1"/>
          <p:nvPr/>
        </p:nvSpPr>
        <p:spPr>
          <a:xfrm>
            <a:off x="394650" y="1541175"/>
            <a:ext cx="8354700" cy="2061000"/>
          </a:xfrm>
          <a:prstGeom prst="rect">
            <a:avLst/>
          </a:prstGeom>
          <a:solidFill>
            <a:srgbClr val="223D9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 want to access the student's identification element or </a:t>
            </a:r>
            <a:r>
              <a:rPr b="1" i="0" lang="en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student_id </a:t>
            </a:r>
            <a:r>
              <a:rPr b="0" i="0" lang="en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from the list below, which of the options is </a:t>
            </a:r>
            <a:r>
              <a:rPr b="1" i="0" lang="en" sz="1500" u="sng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NOT </a:t>
            </a:r>
            <a:r>
              <a:rPr b="0" i="0" lang="en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correct?</a:t>
            </a:r>
            <a:endParaRPr b="0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lista_data &lt;-list(name = "John Doe",</a:t>
            </a:r>
            <a:endParaRPr b="1" i="0" sz="1400" u="none" cap="none" strike="noStrike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               age = 19, </a:t>
            </a:r>
            <a:endParaRPr b="1" i="0" sz="1400" u="none" cap="none" strike="noStrike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           student_id = 1234,</a:t>
            </a:r>
            <a:endParaRPr b="1" i="0" sz="1400" u="none" cap="none" strike="noStrike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                                   grades = c(95, 82, 91, 97, 93),</a:t>
            </a:r>
            <a:endParaRPr b="1" i="0" sz="1400" u="none" cap="none" strike="noStrike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           final_grade = "A")</a:t>
            </a:r>
            <a:endParaRPr b="1" i="0" sz="1400" u="none" cap="none" strike="noStrike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3" name="Google Shape;853;p16">
            <a:hlinkClick action="ppaction://hlinksldjump" r:id="rId5"/>
          </p:cNvPr>
          <p:cNvSpPr txBox="1"/>
          <p:nvPr/>
        </p:nvSpPr>
        <p:spPr>
          <a:xfrm>
            <a:off x="2225825" y="3757175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B7B7B7"/>
                </a:solidFill>
                <a:latin typeface="Poppins"/>
                <a:ea typeface="Poppins"/>
                <a:cs typeface="Poppins"/>
                <a:sym typeface="Poppins"/>
              </a:rPr>
              <a:t>lista_data[[3]]</a:t>
            </a:r>
            <a:endParaRPr b="1" i="0" sz="1400" u="none" cap="none" strike="noStrike">
              <a:solidFill>
                <a:srgbClr val="DD7E6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Google Shape;854;p16">
            <a:hlinkClick action="ppaction://hlinksldjump" r:id="rId6"/>
          </p:cNvPr>
          <p:cNvSpPr txBox="1"/>
          <p:nvPr/>
        </p:nvSpPr>
        <p:spPr>
          <a:xfrm>
            <a:off x="2225825" y="4297075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B7B7B7"/>
                </a:solidFill>
                <a:latin typeface="Poppins"/>
                <a:ea typeface="Poppins"/>
                <a:cs typeface="Poppins"/>
                <a:sym typeface="Poppins"/>
              </a:rPr>
              <a:t>lista_data[[“student_id”]]</a:t>
            </a:r>
            <a:endParaRPr b="0" i="0" sz="1300" u="none" cap="none" strike="noStrike">
              <a:solidFill>
                <a:srgbClr val="B7B7B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5" name="Google Shape;855;p16">
            <a:hlinkClick action="ppaction://hlinksldjump" r:id="rId7"/>
          </p:cNvPr>
          <p:cNvSpPr txBox="1"/>
          <p:nvPr/>
        </p:nvSpPr>
        <p:spPr>
          <a:xfrm>
            <a:off x="5225825" y="4296925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93C47D"/>
                </a:solidFill>
                <a:latin typeface="Poppins"/>
                <a:ea typeface="Poppins"/>
                <a:cs typeface="Poppins"/>
                <a:sym typeface="Poppins"/>
              </a:rPr>
              <a:t>lista_data[student_id”]</a:t>
            </a:r>
            <a:endParaRPr b="1" i="0" sz="1300" u="none" cap="none" strike="noStrike">
              <a:solidFill>
                <a:srgbClr val="93C47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6" name="Google Shape;856;p16">
            <a:hlinkClick action="ppaction://hlinksldjump" r:id="rId8"/>
          </p:cNvPr>
          <p:cNvSpPr txBox="1"/>
          <p:nvPr/>
        </p:nvSpPr>
        <p:spPr>
          <a:xfrm>
            <a:off x="5225825" y="375710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B7B7B7"/>
                </a:solidFill>
                <a:latin typeface="Poppins"/>
                <a:ea typeface="Poppins"/>
                <a:cs typeface="Poppins"/>
                <a:sym typeface="Poppins"/>
              </a:rPr>
              <a:t>lista_data$student_id"</a:t>
            </a:r>
            <a:endParaRPr b="0" i="0" sz="1300" u="none" cap="none" strike="noStrike">
              <a:solidFill>
                <a:srgbClr val="B7B7B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57" name="Google Shape;857;p16"/>
          <p:cNvPicPr preferRelativeResize="0"/>
          <p:nvPr/>
        </p:nvPicPr>
        <p:blipFill rotWithShape="1">
          <a:blip r:embed="rId9">
            <a:alphaModFix/>
          </a:blip>
          <a:srcRect b="5681" l="16830" r="17375" t="7051"/>
          <a:stretch/>
        </p:blipFill>
        <p:spPr>
          <a:xfrm>
            <a:off x="7121700" y="3329250"/>
            <a:ext cx="1670700" cy="16677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17"/>
          <p:cNvSpPr txBox="1"/>
          <p:nvPr>
            <p:ph type="title"/>
          </p:nvPr>
        </p:nvSpPr>
        <p:spPr>
          <a:xfrm>
            <a:off x="2135550" y="1541188"/>
            <a:ext cx="4872900" cy="116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863" name="Google Shape;863;p17"/>
          <p:cNvSpPr txBox="1"/>
          <p:nvPr>
            <p:ph idx="1" type="subTitle"/>
          </p:nvPr>
        </p:nvSpPr>
        <p:spPr>
          <a:xfrm>
            <a:off x="2135550" y="2931213"/>
            <a:ext cx="48729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pic>
        <p:nvPicPr>
          <p:cNvPr id="864" name="Google Shape;86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27500"/>
            <a:ext cx="8839199" cy="4869450"/>
          </a:xfrm>
          <a:prstGeom prst="rect">
            <a:avLst/>
          </a:prstGeom>
          <a:noFill/>
          <a:ln>
            <a:noFill/>
          </a:ln>
        </p:spPr>
      </p:pic>
      <p:sp>
        <p:nvSpPr>
          <p:cNvPr id="865" name="Google Shape;865;p17"/>
          <p:cNvSpPr txBox="1"/>
          <p:nvPr/>
        </p:nvSpPr>
        <p:spPr>
          <a:xfrm>
            <a:off x="2077200" y="2873100"/>
            <a:ext cx="4989600" cy="620700"/>
          </a:xfrm>
          <a:prstGeom prst="rect">
            <a:avLst/>
          </a:prstGeom>
          <a:solidFill>
            <a:srgbClr val="223D9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Which of the following options does NOT generate the vector with the elements 0, 0.2, 0.4, 0.6, 0.8, 1? </a:t>
            </a:r>
            <a:endParaRPr b="1" i="0" sz="1400" u="none" cap="none" strike="noStrike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66" name="Google Shape;866;p17">
            <a:hlinkClick action="ppaction://hlinksldjump" r:id="rId4"/>
          </p:cNvPr>
          <p:cNvSpPr txBox="1"/>
          <p:nvPr/>
        </p:nvSpPr>
        <p:spPr>
          <a:xfrm>
            <a:off x="2077425" y="371480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x &lt;- c(0, 0.2, 0.4, 0.6, 0.8, 1)</a:t>
            </a:r>
            <a:endParaRPr b="0"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67" name="Google Shape;867;p17">
            <a:hlinkClick action="ppaction://hlinksldjump" r:id="rId5"/>
          </p:cNvPr>
          <p:cNvSpPr txBox="1"/>
          <p:nvPr/>
        </p:nvSpPr>
        <p:spPr>
          <a:xfrm>
            <a:off x="5230675" y="371480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seq(0, 1, by = 0.2)</a:t>
            </a:r>
            <a:endParaRPr b="0"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68" name="Google Shape;868;p17">
            <a:hlinkClick action="ppaction://hlinksldjump" r:id="rId6"/>
          </p:cNvPr>
          <p:cNvSpPr txBox="1"/>
          <p:nvPr/>
        </p:nvSpPr>
        <p:spPr>
          <a:xfrm>
            <a:off x="2230675" y="431530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seq(0, 1, by = 1/5)</a:t>
            </a:r>
            <a:endParaRPr b="0"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69" name="Google Shape;869;p17">
            <a:hlinkClick action="ppaction://hlinksldjump" r:id="rId7"/>
          </p:cNvPr>
          <p:cNvSpPr txBox="1"/>
          <p:nvPr/>
        </p:nvSpPr>
        <p:spPr>
          <a:xfrm>
            <a:off x="5201625" y="432440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vector(0, 0.2, 0.4, 0.6, 0.8, 1)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18"/>
          <p:cNvSpPr txBox="1"/>
          <p:nvPr>
            <p:ph type="title"/>
          </p:nvPr>
        </p:nvSpPr>
        <p:spPr>
          <a:xfrm>
            <a:off x="2135550" y="1541188"/>
            <a:ext cx="4872900" cy="116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875" name="Google Shape;875;p18"/>
          <p:cNvSpPr txBox="1"/>
          <p:nvPr>
            <p:ph idx="1" type="subTitle"/>
          </p:nvPr>
        </p:nvSpPr>
        <p:spPr>
          <a:xfrm>
            <a:off x="2135550" y="2931213"/>
            <a:ext cx="48729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pic>
        <p:nvPicPr>
          <p:cNvPr id="876" name="Google Shape;87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27500"/>
            <a:ext cx="8839199" cy="4869450"/>
          </a:xfrm>
          <a:prstGeom prst="rect">
            <a:avLst/>
          </a:prstGeom>
          <a:noFill/>
          <a:ln>
            <a:noFill/>
          </a:ln>
        </p:spPr>
      </p:pic>
      <p:sp>
        <p:nvSpPr>
          <p:cNvPr id="877" name="Google Shape;877;p18"/>
          <p:cNvSpPr txBox="1"/>
          <p:nvPr/>
        </p:nvSpPr>
        <p:spPr>
          <a:xfrm>
            <a:off x="2077200" y="2873100"/>
            <a:ext cx="4989600" cy="620700"/>
          </a:xfrm>
          <a:prstGeom prst="rect">
            <a:avLst/>
          </a:prstGeom>
          <a:solidFill>
            <a:srgbClr val="223D9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Which of the following options does NOT generate the vector with the elements 0, 0.2, 0.4, 0.6, 0.8, 1? </a:t>
            </a:r>
            <a:endParaRPr b="0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78" name="Google Shape;878;p18"/>
          <p:cNvSpPr txBox="1"/>
          <p:nvPr/>
        </p:nvSpPr>
        <p:spPr>
          <a:xfrm>
            <a:off x="2077425" y="371480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DD7E6B"/>
                </a:solidFill>
                <a:latin typeface="Poppins"/>
                <a:ea typeface="Poppins"/>
                <a:cs typeface="Poppins"/>
                <a:sym typeface="Poppins"/>
              </a:rPr>
              <a:t>x &lt;- c(0, 0.2, 0.4, 0.6, 0.8, 1)</a:t>
            </a:r>
            <a:endParaRPr b="1" i="0" sz="1300" u="none" cap="none" strike="noStrike">
              <a:solidFill>
                <a:srgbClr val="DD7E6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79" name="Google Shape;879;p18"/>
          <p:cNvSpPr txBox="1"/>
          <p:nvPr/>
        </p:nvSpPr>
        <p:spPr>
          <a:xfrm>
            <a:off x="5230675" y="371480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B7B7B7"/>
                </a:solidFill>
                <a:latin typeface="Poppins"/>
                <a:ea typeface="Poppins"/>
                <a:cs typeface="Poppins"/>
                <a:sym typeface="Poppins"/>
              </a:rPr>
              <a:t>seq(0, 1, by = 0.2)</a:t>
            </a:r>
            <a:endParaRPr b="0" i="0" sz="1300" u="none" cap="none" strike="noStrike">
              <a:solidFill>
                <a:srgbClr val="B7B7B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0" name="Google Shape;880;p18"/>
          <p:cNvSpPr txBox="1"/>
          <p:nvPr/>
        </p:nvSpPr>
        <p:spPr>
          <a:xfrm>
            <a:off x="2230675" y="431530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B7B7B7"/>
                </a:solidFill>
                <a:latin typeface="Poppins"/>
                <a:ea typeface="Poppins"/>
                <a:cs typeface="Poppins"/>
                <a:sym typeface="Poppins"/>
              </a:rPr>
              <a:t>seq(0, 1, by = 1/5)</a:t>
            </a:r>
            <a:endParaRPr b="0" i="0" sz="1300" u="none" cap="none" strike="noStrike">
              <a:solidFill>
                <a:srgbClr val="B7B7B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1" name="Google Shape;881;p18"/>
          <p:cNvSpPr txBox="1"/>
          <p:nvPr/>
        </p:nvSpPr>
        <p:spPr>
          <a:xfrm>
            <a:off x="5201625" y="432440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B7B7B7"/>
                </a:solidFill>
                <a:latin typeface="Poppins"/>
                <a:ea typeface="Poppins"/>
                <a:cs typeface="Poppins"/>
                <a:sym typeface="Poppins"/>
              </a:rPr>
              <a:t>vector(0, 0.2, 0.4, 0.6, 0.8, 1)</a:t>
            </a:r>
            <a:endParaRPr b="0" i="0" sz="1200" u="none" cap="none" strike="noStrike">
              <a:solidFill>
                <a:srgbClr val="B7B7B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2" name="Google Shape;882;p18">
            <a:hlinkClick action="ppaction://hlinksldjump" r:id="rId4"/>
          </p:cNvPr>
          <p:cNvSpPr txBox="1"/>
          <p:nvPr/>
        </p:nvSpPr>
        <p:spPr>
          <a:xfrm>
            <a:off x="8044950" y="4601300"/>
            <a:ext cx="908400" cy="384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Back</a:t>
            </a:r>
            <a:endParaRPr b="1"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19"/>
          <p:cNvSpPr txBox="1"/>
          <p:nvPr>
            <p:ph type="title"/>
          </p:nvPr>
        </p:nvSpPr>
        <p:spPr>
          <a:xfrm>
            <a:off x="2135550" y="1541188"/>
            <a:ext cx="4872900" cy="116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888" name="Google Shape;888;p19"/>
          <p:cNvSpPr txBox="1"/>
          <p:nvPr>
            <p:ph idx="1" type="subTitle"/>
          </p:nvPr>
        </p:nvSpPr>
        <p:spPr>
          <a:xfrm>
            <a:off x="2135550" y="2931213"/>
            <a:ext cx="48729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pic>
        <p:nvPicPr>
          <p:cNvPr id="889" name="Google Shape;88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27500"/>
            <a:ext cx="8839199" cy="4869450"/>
          </a:xfrm>
          <a:prstGeom prst="rect">
            <a:avLst/>
          </a:prstGeom>
          <a:noFill/>
          <a:ln>
            <a:noFill/>
          </a:ln>
        </p:spPr>
      </p:pic>
      <p:sp>
        <p:nvSpPr>
          <p:cNvPr id="890" name="Google Shape;890;p19"/>
          <p:cNvSpPr txBox="1"/>
          <p:nvPr/>
        </p:nvSpPr>
        <p:spPr>
          <a:xfrm>
            <a:off x="2077200" y="2873100"/>
            <a:ext cx="4989600" cy="620700"/>
          </a:xfrm>
          <a:prstGeom prst="rect">
            <a:avLst/>
          </a:prstGeom>
          <a:solidFill>
            <a:srgbClr val="223D9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Which of the following options does NOT generate the vector with the elements 0, 0.2, 0.4, 0.6, 0.8, 1? </a:t>
            </a:r>
            <a:endParaRPr b="0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1" name="Google Shape;891;p19"/>
          <p:cNvSpPr txBox="1"/>
          <p:nvPr/>
        </p:nvSpPr>
        <p:spPr>
          <a:xfrm>
            <a:off x="2077425" y="371480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B7B7B7"/>
                </a:solidFill>
                <a:latin typeface="Poppins"/>
                <a:ea typeface="Poppins"/>
                <a:cs typeface="Poppins"/>
                <a:sym typeface="Poppins"/>
              </a:rPr>
              <a:t>x &lt;- c(0, 0.2, 0.4, 0.6, 0.8, 1)</a:t>
            </a:r>
            <a:endParaRPr b="0" i="0" sz="1300" u="none" cap="none" strike="noStrike">
              <a:solidFill>
                <a:srgbClr val="B7B7B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2" name="Google Shape;892;p19"/>
          <p:cNvSpPr txBox="1"/>
          <p:nvPr/>
        </p:nvSpPr>
        <p:spPr>
          <a:xfrm>
            <a:off x="5230675" y="371480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B7B7B7"/>
                </a:solidFill>
                <a:latin typeface="Poppins"/>
                <a:ea typeface="Poppins"/>
                <a:cs typeface="Poppins"/>
                <a:sym typeface="Poppins"/>
              </a:rPr>
              <a:t>seq(0, 1, by = 0.2)</a:t>
            </a:r>
            <a:endParaRPr b="0" i="0" sz="1300" u="none" cap="none" strike="noStrike">
              <a:solidFill>
                <a:srgbClr val="B7B7B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3" name="Google Shape;893;p19"/>
          <p:cNvSpPr txBox="1"/>
          <p:nvPr/>
        </p:nvSpPr>
        <p:spPr>
          <a:xfrm>
            <a:off x="2230675" y="431530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DD7E6B"/>
                </a:solidFill>
                <a:latin typeface="Poppins"/>
                <a:ea typeface="Poppins"/>
                <a:cs typeface="Poppins"/>
                <a:sym typeface="Poppins"/>
              </a:rPr>
              <a:t>seq(0, 1, by = 1/5)</a:t>
            </a:r>
            <a:endParaRPr b="1" i="0" sz="1300" u="none" cap="none" strike="noStrike">
              <a:solidFill>
                <a:srgbClr val="DD7E6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4" name="Google Shape;894;p19"/>
          <p:cNvSpPr txBox="1"/>
          <p:nvPr/>
        </p:nvSpPr>
        <p:spPr>
          <a:xfrm>
            <a:off x="5201625" y="432440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B7B7B7"/>
                </a:solidFill>
                <a:latin typeface="Poppins"/>
                <a:ea typeface="Poppins"/>
                <a:cs typeface="Poppins"/>
                <a:sym typeface="Poppins"/>
              </a:rPr>
              <a:t>vector(0, 0.2, 0.4, 0.6, 0.8, 1)</a:t>
            </a:r>
            <a:endParaRPr b="0" i="0" sz="1200" u="none" cap="none" strike="noStrike">
              <a:solidFill>
                <a:srgbClr val="B7B7B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5" name="Google Shape;895;p19">
            <a:hlinkClick action="ppaction://hlinksldjump" r:id="rId4"/>
          </p:cNvPr>
          <p:cNvSpPr txBox="1"/>
          <p:nvPr/>
        </p:nvSpPr>
        <p:spPr>
          <a:xfrm>
            <a:off x="8044950" y="4601300"/>
            <a:ext cx="908400" cy="384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Back</a:t>
            </a:r>
            <a:endParaRPr b="1"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20"/>
          <p:cNvSpPr txBox="1"/>
          <p:nvPr>
            <p:ph type="title"/>
          </p:nvPr>
        </p:nvSpPr>
        <p:spPr>
          <a:xfrm>
            <a:off x="2135550" y="1541188"/>
            <a:ext cx="4872900" cy="116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901" name="Google Shape;901;p20"/>
          <p:cNvSpPr txBox="1"/>
          <p:nvPr>
            <p:ph idx="1" type="subTitle"/>
          </p:nvPr>
        </p:nvSpPr>
        <p:spPr>
          <a:xfrm>
            <a:off x="2135550" y="2931213"/>
            <a:ext cx="48729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pic>
        <p:nvPicPr>
          <p:cNvPr id="902" name="Google Shape;90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27500"/>
            <a:ext cx="8839199" cy="4869450"/>
          </a:xfrm>
          <a:prstGeom prst="rect">
            <a:avLst/>
          </a:prstGeom>
          <a:noFill/>
          <a:ln>
            <a:noFill/>
          </a:ln>
        </p:spPr>
      </p:pic>
      <p:sp>
        <p:nvSpPr>
          <p:cNvPr id="903" name="Google Shape;903;p20"/>
          <p:cNvSpPr txBox="1"/>
          <p:nvPr/>
        </p:nvSpPr>
        <p:spPr>
          <a:xfrm>
            <a:off x="2077200" y="2873100"/>
            <a:ext cx="4989600" cy="620700"/>
          </a:xfrm>
          <a:prstGeom prst="rect">
            <a:avLst/>
          </a:prstGeom>
          <a:solidFill>
            <a:srgbClr val="223D9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Which of the following options does NOT generate the vector with the elements 0, 0.2, 0.4, 0.6, 0.8, 1? </a:t>
            </a:r>
            <a:endParaRPr b="1" i="0" sz="1400" u="none" cap="none" strike="noStrike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04" name="Google Shape;904;p20"/>
          <p:cNvSpPr txBox="1"/>
          <p:nvPr/>
        </p:nvSpPr>
        <p:spPr>
          <a:xfrm>
            <a:off x="2077425" y="371480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B7B7B7"/>
                </a:solidFill>
                <a:latin typeface="Poppins"/>
                <a:ea typeface="Poppins"/>
                <a:cs typeface="Poppins"/>
                <a:sym typeface="Poppins"/>
              </a:rPr>
              <a:t>x &lt;- c(0, 0.2, 0.4, 0.6, 0.8, 1)</a:t>
            </a:r>
            <a:endParaRPr b="0" i="0" sz="1300" u="none" cap="none" strike="noStrike">
              <a:solidFill>
                <a:srgbClr val="B7B7B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05" name="Google Shape;905;p20"/>
          <p:cNvSpPr txBox="1"/>
          <p:nvPr/>
        </p:nvSpPr>
        <p:spPr>
          <a:xfrm>
            <a:off x="5230675" y="371480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DD7E6B"/>
                </a:solidFill>
                <a:latin typeface="Poppins"/>
                <a:ea typeface="Poppins"/>
                <a:cs typeface="Poppins"/>
                <a:sym typeface="Poppins"/>
              </a:rPr>
              <a:t>seq(0, 1, by = 0.2)</a:t>
            </a:r>
            <a:endParaRPr b="1" i="0" sz="1300" u="none" cap="none" strike="noStrike">
              <a:solidFill>
                <a:srgbClr val="DD7E6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06" name="Google Shape;906;p20"/>
          <p:cNvSpPr txBox="1"/>
          <p:nvPr/>
        </p:nvSpPr>
        <p:spPr>
          <a:xfrm>
            <a:off x="2230675" y="431530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B7B7B7"/>
                </a:solidFill>
                <a:latin typeface="Poppins"/>
                <a:ea typeface="Poppins"/>
                <a:cs typeface="Poppins"/>
                <a:sym typeface="Poppins"/>
              </a:rPr>
              <a:t>seq(0, 1, by = 1/5)</a:t>
            </a:r>
            <a:endParaRPr b="0" i="0" sz="1300" u="none" cap="none" strike="noStrike">
              <a:solidFill>
                <a:srgbClr val="B7B7B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07" name="Google Shape;907;p20"/>
          <p:cNvSpPr txBox="1"/>
          <p:nvPr/>
        </p:nvSpPr>
        <p:spPr>
          <a:xfrm>
            <a:off x="5201625" y="432440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B7B7B7"/>
                </a:solidFill>
                <a:latin typeface="Poppins"/>
                <a:ea typeface="Poppins"/>
                <a:cs typeface="Poppins"/>
                <a:sym typeface="Poppins"/>
              </a:rPr>
              <a:t>vector(0, 0.2, 0.4, 0.6, 0.8, 1)</a:t>
            </a:r>
            <a:endParaRPr b="0" i="0" sz="1200" u="none" cap="none" strike="noStrike">
              <a:solidFill>
                <a:srgbClr val="B7B7B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08" name="Google Shape;908;p20">
            <a:hlinkClick action="ppaction://hlinksldjump" r:id="rId4"/>
          </p:cNvPr>
          <p:cNvSpPr txBox="1"/>
          <p:nvPr/>
        </p:nvSpPr>
        <p:spPr>
          <a:xfrm>
            <a:off x="8044950" y="4601300"/>
            <a:ext cx="908400" cy="384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Back</a:t>
            </a:r>
            <a:endParaRPr b="1"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21"/>
          <p:cNvSpPr txBox="1"/>
          <p:nvPr>
            <p:ph type="title"/>
          </p:nvPr>
        </p:nvSpPr>
        <p:spPr>
          <a:xfrm>
            <a:off x="2135550" y="1541188"/>
            <a:ext cx="4872900" cy="116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914" name="Google Shape;914;p21"/>
          <p:cNvSpPr txBox="1"/>
          <p:nvPr>
            <p:ph idx="1" type="subTitle"/>
          </p:nvPr>
        </p:nvSpPr>
        <p:spPr>
          <a:xfrm>
            <a:off x="2135550" y="2931213"/>
            <a:ext cx="48729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pic>
        <p:nvPicPr>
          <p:cNvPr id="915" name="Google Shape;91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27500"/>
            <a:ext cx="8839199" cy="4869450"/>
          </a:xfrm>
          <a:prstGeom prst="rect">
            <a:avLst/>
          </a:prstGeom>
          <a:noFill/>
          <a:ln>
            <a:noFill/>
          </a:ln>
        </p:spPr>
      </p:pic>
      <p:sp>
        <p:nvSpPr>
          <p:cNvPr id="916" name="Google Shape;916;p21"/>
          <p:cNvSpPr txBox="1"/>
          <p:nvPr/>
        </p:nvSpPr>
        <p:spPr>
          <a:xfrm>
            <a:off x="2077200" y="2873100"/>
            <a:ext cx="4989600" cy="620700"/>
          </a:xfrm>
          <a:prstGeom prst="rect">
            <a:avLst/>
          </a:prstGeom>
          <a:solidFill>
            <a:srgbClr val="223D9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Which of the following options does NOT generate the vector with the elements 0, 0.2, 0.4, 0.6, 0.8, 1? </a:t>
            </a:r>
            <a:endParaRPr b="0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17" name="Google Shape;917;p21"/>
          <p:cNvSpPr txBox="1"/>
          <p:nvPr/>
        </p:nvSpPr>
        <p:spPr>
          <a:xfrm>
            <a:off x="2077425" y="371480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B7B7B7"/>
                </a:solidFill>
                <a:latin typeface="Poppins"/>
                <a:ea typeface="Poppins"/>
                <a:cs typeface="Poppins"/>
                <a:sym typeface="Poppins"/>
              </a:rPr>
              <a:t>x &lt;- c(0, 0.2, 0.4, 0.6, 0.8, 1)</a:t>
            </a:r>
            <a:endParaRPr b="0" i="0" sz="1300" u="none" cap="none" strike="noStrike">
              <a:solidFill>
                <a:srgbClr val="B7B7B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18" name="Google Shape;918;p21"/>
          <p:cNvSpPr txBox="1"/>
          <p:nvPr/>
        </p:nvSpPr>
        <p:spPr>
          <a:xfrm>
            <a:off x="5230675" y="371480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B7B7B7"/>
                </a:solidFill>
                <a:latin typeface="Poppins"/>
                <a:ea typeface="Poppins"/>
                <a:cs typeface="Poppins"/>
                <a:sym typeface="Poppins"/>
              </a:rPr>
              <a:t>seq(0, 1, by = 0.2)</a:t>
            </a:r>
            <a:endParaRPr b="0" i="0" sz="1300" u="none" cap="none" strike="noStrike">
              <a:solidFill>
                <a:srgbClr val="B7B7B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19" name="Google Shape;919;p21"/>
          <p:cNvSpPr txBox="1"/>
          <p:nvPr/>
        </p:nvSpPr>
        <p:spPr>
          <a:xfrm>
            <a:off x="2230675" y="431530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B7B7B7"/>
                </a:solidFill>
                <a:latin typeface="Poppins"/>
                <a:ea typeface="Poppins"/>
                <a:cs typeface="Poppins"/>
                <a:sym typeface="Poppins"/>
              </a:rPr>
              <a:t>seq(0, 1, by = 1/5)</a:t>
            </a:r>
            <a:endParaRPr b="0" i="0" sz="1300" u="none" cap="none" strike="noStrike">
              <a:solidFill>
                <a:srgbClr val="B7B7B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20" name="Google Shape;920;p21"/>
          <p:cNvSpPr txBox="1"/>
          <p:nvPr/>
        </p:nvSpPr>
        <p:spPr>
          <a:xfrm>
            <a:off x="5201625" y="432440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93C47D"/>
                </a:solidFill>
                <a:latin typeface="Poppins"/>
                <a:ea typeface="Poppins"/>
                <a:cs typeface="Poppins"/>
                <a:sym typeface="Poppins"/>
              </a:rPr>
              <a:t>vector(0, 0.2, 0.4, 0.6, 0.8, 1)</a:t>
            </a:r>
            <a:endParaRPr b="1" i="0" sz="1300" u="none" cap="none" strike="noStrike">
              <a:solidFill>
                <a:srgbClr val="93C47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21" name="Google Shape;921;p21"/>
          <p:cNvPicPr preferRelativeResize="0"/>
          <p:nvPr/>
        </p:nvPicPr>
        <p:blipFill rotWithShape="1">
          <a:blip r:embed="rId4">
            <a:alphaModFix/>
          </a:blip>
          <a:srcRect b="5681" l="16830" r="17375" t="7051"/>
          <a:stretch/>
        </p:blipFill>
        <p:spPr>
          <a:xfrm>
            <a:off x="7121700" y="3329250"/>
            <a:ext cx="1670700" cy="16677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22"/>
          <p:cNvSpPr txBox="1"/>
          <p:nvPr>
            <p:ph type="title"/>
          </p:nvPr>
        </p:nvSpPr>
        <p:spPr>
          <a:xfrm>
            <a:off x="2135550" y="1541188"/>
            <a:ext cx="4872900" cy="116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927" name="Google Shape;927;p22"/>
          <p:cNvSpPr txBox="1"/>
          <p:nvPr>
            <p:ph idx="1" type="subTitle"/>
          </p:nvPr>
        </p:nvSpPr>
        <p:spPr>
          <a:xfrm>
            <a:off x="2135550" y="2931213"/>
            <a:ext cx="48729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pic>
        <p:nvPicPr>
          <p:cNvPr id="928" name="Google Shape;92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27500"/>
            <a:ext cx="8839199" cy="4869450"/>
          </a:xfrm>
          <a:prstGeom prst="rect">
            <a:avLst/>
          </a:prstGeom>
          <a:noFill/>
          <a:ln>
            <a:noFill/>
          </a:ln>
        </p:spPr>
      </p:pic>
      <p:sp>
        <p:nvSpPr>
          <p:cNvPr id="929" name="Google Shape;929;p22"/>
          <p:cNvSpPr txBox="1"/>
          <p:nvPr/>
        </p:nvSpPr>
        <p:spPr>
          <a:xfrm>
            <a:off x="624225" y="1597550"/>
            <a:ext cx="7948200" cy="2004900"/>
          </a:xfrm>
          <a:prstGeom prst="rect">
            <a:avLst/>
          </a:prstGeom>
          <a:solidFill>
            <a:srgbClr val="223D9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We are working with a data.frame named “murders” with homicide data by state in the United States for 2010. The data.frame has a column named “total”, which indicates the number of homicides per state; and a column named “state”, which indicates the name of the state of the corresponding observation or row.</a:t>
            </a:r>
            <a:endParaRPr b="0" i="0" sz="1400" u="none" cap="none" strike="noStrike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Which of the following commands would allow me to know the name of the state with the lowest number of homicides, according to the data in the “murders” data.frame?</a:t>
            </a:r>
            <a:endParaRPr b="1"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30" name="Google Shape;930;p22">
            <a:hlinkClick action="ppaction://hlinksldjump" r:id="rId4"/>
          </p:cNvPr>
          <p:cNvSpPr txBox="1"/>
          <p:nvPr/>
        </p:nvSpPr>
        <p:spPr>
          <a:xfrm>
            <a:off x="1438100" y="3745688"/>
            <a:ext cx="3000000" cy="338700"/>
          </a:xfrm>
          <a:prstGeom prst="rect">
            <a:avLst/>
          </a:prstGeom>
          <a:solidFill>
            <a:srgbClr val="223D94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murders$state[which.max(murders$total)]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31" name="Google Shape;931;p22">
            <a:hlinkClick action="ppaction://hlinksldjump" r:id="rId5"/>
          </p:cNvPr>
          <p:cNvSpPr txBox="1"/>
          <p:nvPr/>
        </p:nvSpPr>
        <p:spPr>
          <a:xfrm>
            <a:off x="1663550" y="4341425"/>
            <a:ext cx="3000000" cy="338700"/>
          </a:xfrm>
          <a:prstGeom prst="rect">
            <a:avLst/>
          </a:prstGeom>
          <a:solidFill>
            <a:srgbClr val="223D94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murders$state[which.min(murders$total)]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32" name="Google Shape;932;p22">
            <a:hlinkClick action="ppaction://hlinksldjump" r:id="rId6"/>
          </p:cNvPr>
          <p:cNvSpPr txBox="1"/>
          <p:nvPr/>
        </p:nvSpPr>
        <p:spPr>
          <a:xfrm>
            <a:off x="5179350" y="3745700"/>
            <a:ext cx="2528100" cy="338700"/>
          </a:xfrm>
          <a:prstGeom prst="rect">
            <a:avLst/>
          </a:prstGeom>
          <a:solidFill>
            <a:srgbClr val="223D94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murders$state[min(murders$total)]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33" name="Google Shape;933;p22">
            <a:hlinkClick action="ppaction://hlinksldjump" r:id="rId7"/>
          </p:cNvPr>
          <p:cNvSpPr txBox="1"/>
          <p:nvPr/>
        </p:nvSpPr>
        <p:spPr>
          <a:xfrm>
            <a:off x="5273625" y="4341425"/>
            <a:ext cx="3066300" cy="338700"/>
          </a:xfrm>
          <a:prstGeom prst="rect">
            <a:avLst/>
          </a:prstGeom>
          <a:solidFill>
            <a:srgbClr val="223D94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murders[, 'state'][which.max(murders$total)]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23"/>
          <p:cNvSpPr txBox="1"/>
          <p:nvPr>
            <p:ph type="title"/>
          </p:nvPr>
        </p:nvSpPr>
        <p:spPr>
          <a:xfrm>
            <a:off x="2135550" y="1541188"/>
            <a:ext cx="4872900" cy="116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939" name="Google Shape;939;p23"/>
          <p:cNvSpPr txBox="1"/>
          <p:nvPr>
            <p:ph idx="1" type="subTitle"/>
          </p:nvPr>
        </p:nvSpPr>
        <p:spPr>
          <a:xfrm>
            <a:off x="2135550" y="2931213"/>
            <a:ext cx="48729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pic>
        <p:nvPicPr>
          <p:cNvPr id="940" name="Google Shape;94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27500"/>
            <a:ext cx="8839199" cy="4869450"/>
          </a:xfrm>
          <a:prstGeom prst="rect">
            <a:avLst/>
          </a:prstGeom>
          <a:noFill/>
          <a:ln>
            <a:noFill/>
          </a:ln>
        </p:spPr>
      </p:pic>
      <p:sp>
        <p:nvSpPr>
          <p:cNvPr id="941" name="Google Shape;941;p23"/>
          <p:cNvSpPr txBox="1"/>
          <p:nvPr/>
        </p:nvSpPr>
        <p:spPr>
          <a:xfrm>
            <a:off x="624225" y="1597550"/>
            <a:ext cx="7948200" cy="2004900"/>
          </a:xfrm>
          <a:prstGeom prst="rect">
            <a:avLst/>
          </a:prstGeom>
          <a:solidFill>
            <a:srgbClr val="223D9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We are working with a data.frame named “murders” with homicide data by state in the United States for 2010. The data.frame has a column named “total”, which indicates the number of homicides per state; and a column named “state”, which indicates the name of the state of the corresponding observation or row.</a:t>
            </a:r>
            <a:endParaRPr b="0" i="0" sz="1400" u="none" cap="none" strike="noStrike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Which of the following commands would allow me to know the name of the state with the lowest number of homicides, according to the data in the “murders” data.frame?</a:t>
            </a:r>
            <a:endParaRPr b="0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42" name="Google Shape;942;p23">
            <a:hlinkClick action="ppaction://hlinksldjump" r:id="rId4"/>
          </p:cNvPr>
          <p:cNvSpPr txBox="1"/>
          <p:nvPr/>
        </p:nvSpPr>
        <p:spPr>
          <a:xfrm>
            <a:off x="1278600" y="3745700"/>
            <a:ext cx="3159600" cy="338700"/>
          </a:xfrm>
          <a:prstGeom prst="rect">
            <a:avLst/>
          </a:prstGeom>
          <a:solidFill>
            <a:srgbClr val="223D94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DD7E6B"/>
                </a:solidFill>
                <a:latin typeface="Poppins"/>
                <a:ea typeface="Poppins"/>
                <a:cs typeface="Poppins"/>
                <a:sym typeface="Poppins"/>
              </a:rPr>
              <a:t>murders$state[which.max(murders$total)]</a:t>
            </a:r>
            <a:endParaRPr b="1" i="0" sz="1000" u="none" cap="none" strike="noStrike">
              <a:solidFill>
                <a:srgbClr val="DD7E6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43" name="Google Shape;943;p23">
            <a:hlinkClick action="ppaction://hlinksldjump" r:id="rId5"/>
          </p:cNvPr>
          <p:cNvSpPr txBox="1"/>
          <p:nvPr/>
        </p:nvSpPr>
        <p:spPr>
          <a:xfrm>
            <a:off x="1663550" y="4341425"/>
            <a:ext cx="3000000" cy="338700"/>
          </a:xfrm>
          <a:prstGeom prst="rect">
            <a:avLst/>
          </a:prstGeom>
          <a:solidFill>
            <a:srgbClr val="223D94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murders$state[which.min(murders$total)]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44" name="Google Shape;944;p23">
            <a:hlinkClick action="ppaction://hlinksldjump" r:id="rId6"/>
          </p:cNvPr>
          <p:cNvSpPr txBox="1"/>
          <p:nvPr/>
        </p:nvSpPr>
        <p:spPr>
          <a:xfrm>
            <a:off x="5179350" y="3745700"/>
            <a:ext cx="2528100" cy="338700"/>
          </a:xfrm>
          <a:prstGeom prst="rect">
            <a:avLst/>
          </a:prstGeom>
          <a:solidFill>
            <a:srgbClr val="223D94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murders$state[min(murders$total)]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45" name="Google Shape;945;p23">
            <a:hlinkClick action="ppaction://hlinksldjump" r:id="rId7"/>
          </p:cNvPr>
          <p:cNvSpPr txBox="1"/>
          <p:nvPr/>
        </p:nvSpPr>
        <p:spPr>
          <a:xfrm>
            <a:off x="5273625" y="4341425"/>
            <a:ext cx="3066300" cy="338700"/>
          </a:xfrm>
          <a:prstGeom prst="rect">
            <a:avLst/>
          </a:prstGeom>
          <a:solidFill>
            <a:srgbClr val="223D94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murders[, 'state'][which.max(murders$total)]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46" name="Google Shape;946;p23">
            <a:hlinkClick action="ppaction://hlinksldjump" r:id="rId8"/>
          </p:cNvPr>
          <p:cNvSpPr txBox="1"/>
          <p:nvPr/>
        </p:nvSpPr>
        <p:spPr>
          <a:xfrm>
            <a:off x="8044950" y="4601300"/>
            <a:ext cx="908400" cy="384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Back</a:t>
            </a:r>
            <a:endParaRPr b="1"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24"/>
          <p:cNvSpPr txBox="1"/>
          <p:nvPr>
            <p:ph type="title"/>
          </p:nvPr>
        </p:nvSpPr>
        <p:spPr>
          <a:xfrm>
            <a:off x="2135550" y="1541188"/>
            <a:ext cx="4872900" cy="116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952" name="Google Shape;952;p24"/>
          <p:cNvSpPr txBox="1"/>
          <p:nvPr>
            <p:ph idx="1" type="subTitle"/>
          </p:nvPr>
        </p:nvSpPr>
        <p:spPr>
          <a:xfrm>
            <a:off x="2135550" y="2931213"/>
            <a:ext cx="48729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pic>
        <p:nvPicPr>
          <p:cNvPr id="953" name="Google Shape;95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27500"/>
            <a:ext cx="8839199" cy="4869450"/>
          </a:xfrm>
          <a:prstGeom prst="rect">
            <a:avLst/>
          </a:prstGeom>
          <a:noFill/>
          <a:ln>
            <a:noFill/>
          </a:ln>
        </p:spPr>
      </p:pic>
      <p:sp>
        <p:nvSpPr>
          <p:cNvPr id="954" name="Google Shape;954;p24"/>
          <p:cNvSpPr txBox="1"/>
          <p:nvPr/>
        </p:nvSpPr>
        <p:spPr>
          <a:xfrm>
            <a:off x="624225" y="1597550"/>
            <a:ext cx="7948200" cy="2004900"/>
          </a:xfrm>
          <a:prstGeom prst="rect">
            <a:avLst/>
          </a:prstGeom>
          <a:solidFill>
            <a:srgbClr val="223D9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We are working with a data.frame named “murders” with homicide data by state in the United States for 2010. The data.frame has a column named “total”, which indicates the number of homicides per state; and a column named “state”, which indicates the name of the state of the corresponding observation or row.</a:t>
            </a:r>
            <a:endParaRPr b="0" i="0" sz="1400" u="none" cap="none" strike="noStrike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Which of the following commands would allow me to know the name of the state with the lowest number of homicides, according to the data in the “murders” data.frame? </a:t>
            </a:r>
            <a:endParaRPr b="1"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55" name="Google Shape;955;p24">
            <a:hlinkClick action="ppaction://hlinksldjump" r:id="rId4"/>
          </p:cNvPr>
          <p:cNvSpPr txBox="1"/>
          <p:nvPr/>
        </p:nvSpPr>
        <p:spPr>
          <a:xfrm>
            <a:off x="1278600" y="3745700"/>
            <a:ext cx="3159600" cy="338700"/>
          </a:xfrm>
          <a:prstGeom prst="rect">
            <a:avLst/>
          </a:prstGeom>
          <a:solidFill>
            <a:srgbClr val="223D94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B7B7B7"/>
                </a:solidFill>
                <a:latin typeface="Poppins"/>
                <a:ea typeface="Poppins"/>
                <a:cs typeface="Poppins"/>
                <a:sym typeface="Poppins"/>
              </a:rPr>
              <a:t>murders$state[which.max(murders$total)]</a:t>
            </a:r>
            <a:endParaRPr b="0" i="0" sz="1000" u="none" cap="none" strike="noStrike">
              <a:solidFill>
                <a:srgbClr val="B7B7B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56" name="Google Shape;956;p24">
            <a:hlinkClick action="ppaction://hlinksldjump" r:id="rId5"/>
          </p:cNvPr>
          <p:cNvSpPr txBox="1"/>
          <p:nvPr/>
        </p:nvSpPr>
        <p:spPr>
          <a:xfrm>
            <a:off x="1663550" y="4341425"/>
            <a:ext cx="3000000" cy="338700"/>
          </a:xfrm>
          <a:prstGeom prst="rect">
            <a:avLst/>
          </a:prstGeom>
          <a:solidFill>
            <a:srgbClr val="223D94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B7B7B7"/>
                </a:solidFill>
                <a:latin typeface="Poppins"/>
                <a:ea typeface="Poppins"/>
                <a:cs typeface="Poppins"/>
                <a:sym typeface="Poppins"/>
              </a:rPr>
              <a:t>murders$state[which.min(murders$total)]</a:t>
            </a:r>
            <a:endParaRPr b="0" i="0" sz="1000" u="none" cap="none" strike="noStrike">
              <a:solidFill>
                <a:srgbClr val="B7B7B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57" name="Google Shape;957;p24">
            <a:hlinkClick action="ppaction://hlinksldjump" r:id="rId6"/>
          </p:cNvPr>
          <p:cNvSpPr txBox="1"/>
          <p:nvPr/>
        </p:nvSpPr>
        <p:spPr>
          <a:xfrm>
            <a:off x="5179350" y="3745700"/>
            <a:ext cx="2695800" cy="338700"/>
          </a:xfrm>
          <a:prstGeom prst="rect">
            <a:avLst/>
          </a:prstGeom>
          <a:solidFill>
            <a:srgbClr val="223D94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DD7E6B"/>
                </a:solidFill>
                <a:latin typeface="Poppins"/>
                <a:ea typeface="Poppins"/>
                <a:cs typeface="Poppins"/>
                <a:sym typeface="Poppins"/>
              </a:rPr>
              <a:t>murders$state[min(murders$total)]</a:t>
            </a:r>
            <a:endParaRPr b="1" i="0" sz="1000" u="none" cap="none" strike="noStrike">
              <a:solidFill>
                <a:srgbClr val="DD7E6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58" name="Google Shape;958;p24">
            <a:hlinkClick action="ppaction://hlinksldjump" r:id="rId7"/>
          </p:cNvPr>
          <p:cNvSpPr txBox="1"/>
          <p:nvPr/>
        </p:nvSpPr>
        <p:spPr>
          <a:xfrm>
            <a:off x="5273625" y="4341425"/>
            <a:ext cx="3066300" cy="338700"/>
          </a:xfrm>
          <a:prstGeom prst="rect">
            <a:avLst/>
          </a:prstGeom>
          <a:solidFill>
            <a:srgbClr val="223D94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B7B7B7"/>
                </a:solidFill>
                <a:latin typeface="Poppins"/>
                <a:ea typeface="Poppins"/>
                <a:cs typeface="Poppins"/>
                <a:sym typeface="Poppins"/>
              </a:rPr>
              <a:t>murders[, 'state'][which.max(murders$total)]</a:t>
            </a:r>
            <a:endParaRPr b="0" i="0" sz="1000" u="none" cap="none" strike="noStrike">
              <a:solidFill>
                <a:srgbClr val="B7B7B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59" name="Google Shape;959;p24">
            <a:hlinkClick action="ppaction://hlinksldjump" r:id="rId8"/>
          </p:cNvPr>
          <p:cNvSpPr txBox="1"/>
          <p:nvPr/>
        </p:nvSpPr>
        <p:spPr>
          <a:xfrm>
            <a:off x="8044950" y="4601300"/>
            <a:ext cx="908400" cy="384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Back</a:t>
            </a:r>
            <a:endParaRPr b="1"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25"/>
          <p:cNvSpPr txBox="1"/>
          <p:nvPr>
            <p:ph type="title"/>
          </p:nvPr>
        </p:nvSpPr>
        <p:spPr>
          <a:xfrm>
            <a:off x="2135550" y="1541188"/>
            <a:ext cx="4872900" cy="116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965" name="Google Shape;965;p25"/>
          <p:cNvSpPr txBox="1"/>
          <p:nvPr>
            <p:ph idx="1" type="subTitle"/>
          </p:nvPr>
        </p:nvSpPr>
        <p:spPr>
          <a:xfrm>
            <a:off x="2135550" y="2931213"/>
            <a:ext cx="48729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pic>
        <p:nvPicPr>
          <p:cNvPr id="966" name="Google Shape;96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27500"/>
            <a:ext cx="8839199" cy="4869450"/>
          </a:xfrm>
          <a:prstGeom prst="rect">
            <a:avLst/>
          </a:prstGeom>
          <a:noFill/>
          <a:ln>
            <a:noFill/>
          </a:ln>
        </p:spPr>
      </p:pic>
      <p:sp>
        <p:nvSpPr>
          <p:cNvPr id="967" name="Google Shape;967;p25"/>
          <p:cNvSpPr txBox="1"/>
          <p:nvPr/>
        </p:nvSpPr>
        <p:spPr>
          <a:xfrm>
            <a:off x="624225" y="1597550"/>
            <a:ext cx="7948200" cy="2004900"/>
          </a:xfrm>
          <a:prstGeom prst="rect">
            <a:avLst/>
          </a:prstGeom>
          <a:solidFill>
            <a:srgbClr val="223D9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We are working with a data.frame named “murders” with homicide data by state in the United States for 2010. The data.frame has a column named “total”, which indicates the number of homicides per state; and a column named “state”, which indicates the name of the state of the corresponding observation or row.</a:t>
            </a:r>
            <a:endParaRPr b="0" i="0" sz="1400" u="none" cap="none" strike="noStrike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Which of the following commands would allow me to know the name of the state with the lowest number of homicides, according to the data in the “murders” data.frame?</a:t>
            </a:r>
            <a:endParaRPr b="1"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68" name="Google Shape;968;p25">
            <a:hlinkClick action="ppaction://hlinksldjump" r:id="rId4"/>
          </p:cNvPr>
          <p:cNvSpPr txBox="1"/>
          <p:nvPr/>
        </p:nvSpPr>
        <p:spPr>
          <a:xfrm>
            <a:off x="1278600" y="3745700"/>
            <a:ext cx="3159600" cy="338700"/>
          </a:xfrm>
          <a:prstGeom prst="rect">
            <a:avLst/>
          </a:prstGeom>
          <a:solidFill>
            <a:srgbClr val="223D94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B7B7B7"/>
                </a:solidFill>
                <a:latin typeface="Poppins"/>
                <a:ea typeface="Poppins"/>
                <a:cs typeface="Poppins"/>
                <a:sym typeface="Poppins"/>
              </a:rPr>
              <a:t>murders$state[which.max(murders$total)]</a:t>
            </a:r>
            <a:endParaRPr b="0" i="0" sz="1000" u="none" cap="none" strike="noStrike">
              <a:solidFill>
                <a:srgbClr val="B7B7B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69" name="Google Shape;969;p25">
            <a:hlinkClick action="ppaction://hlinksldjump" r:id="rId5"/>
          </p:cNvPr>
          <p:cNvSpPr txBox="1"/>
          <p:nvPr/>
        </p:nvSpPr>
        <p:spPr>
          <a:xfrm>
            <a:off x="1597250" y="4341425"/>
            <a:ext cx="3066300" cy="338700"/>
          </a:xfrm>
          <a:prstGeom prst="rect">
            <a:avLst/>
          </a:prstGeom>
          <a:solidFill>
            <a:srgbClr val="223D94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B7B7B7"/>
                </a:solidFill>
                <a:latin typeface="Poppins"/>
                <a:ea typeface="Poppins"/>
                <a:cs typeface="Poppins"/>
                <a:sym typeface="Poppins"/>
              </a:rPr>
              <a:t>murders$state[which.min(murders$total)]</a:t>
            </a:r>
            <a:endParaRPr b="0" i="0" sz="1000" u="none" cap="none" strike="noStrike">
              <a:solidFill>
                <a:srgbClr val="B7B7B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70" name="Google Shape;970;p25">
            <a:hlinkClick action="ppaction://hlinksldjump" r:id="rId6"/>
          </p:cNvPr>
          <p:cNvSpPr txBox="1"/>
          <p:nvPr/>
        </p:nvSpPr>
        <p:spPr>
          <a:xfrm>
            <a:off x="5179350" y="3745700"/>
            <a:ext cx="2695800" cy="338700"/>
          </a:xfrm>
          <a:prstGeom prst="rect">
            <a:avLst/>
          </a:prstGeom>
          <a:solidFill>
            <a:srgbClr val="223D94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B7B7B7"/>
                </a:solidFill>
                <a:latin typeface="Poppins"/>
                <a:ea typeface="Poppins"/>
                <a:cs typeface="Poppins"/>
                <a:sym typeface="Poppins"/>
              </a:rPr>
              <a:t>murders$state[min(murders$total)]</a:t>
            </a:r>
            <a:endParaRPr b="0" i="0" sz="1000" u="none" cap="none" strike="noStrike">
              <a:solidFill>
                <a:srgbClr val="B7B7B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71" name="Google Shape;971;p25">
            <a:hlinkClick action="ppaction://hlinksldjump" r:id="rId7"/>
          </p:cNvPr>
          <p:cNvSpPr txBox="1"/>
          <p:nvPr/>
        </p:nvSpPr>
        <p:spPr>
          <a:xfrm>
            <a:off x="5273625" y="4341425"/>
            <a:ext cx="3298800" cy="338700"/>
          </a:xfrm>
          <a:prstGeom prst="rect">
            <a:avLst/>
          </a:prstGeom>
          <a:solidFill>
            <a:srgbClr val="223D94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DD7E6B"/>
                </a:solidFill>
                <a:latin typeface="Poppins"/>
                <a:ea typeface="Poppins"/>
                <a:cs typeface="Poppins"/>
                <a:sym typeface="Poppins"/>
              </a:rPr>
              <a:t>murders[, 'state'][which.max(murders$total)]</a:t>
            </a:r>
            <a:endParaRPr b="1" i="0" sz="1000" u="none" cap="none" strike="noStrike">
              <a:solidFill>
                <a:srgbClr val="DD7E6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72" name="Google Shape;972;p25">
            <a:hlinkClick action="ppaction://hlinksldjump" r:id="rId8"/>
          </p:cNvPr>
          <p:cNvSpPr txBox="1"/>
          <p:nvPr/>
        </p:nvSpPr>
        <p:spPr>
          <a:xfrm>
            <a:off x="8044950" y="4601300"/>
            <a:ext cx="908400" cy="384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Back</a:t>
            </a:r>
            <a:endParaRPr b="1"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26"/>
          <p:cNvSpPr txBox="1"/>
          <p:nvPr>
            <p:ph type="title"/>
          </p:nvPr>
        </p:nvSpPr>
        <p:spPr>
          <a:xfrm>
            <a:off x="2135550" y="1541188"/>
            <a:ext cx="4872900" cy="116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978" name="Google Shape;978;p26"/>
          <p:cNvSpPr txBox="1"/>
          <p:nvPr>
            <p:ph idx="1" type="subTitle"/>
          </p:nvPr>
        </p:nvSpPr>
        <p:spPr>
          <a:xfrm>
            <a:off x="2135550" y="2931213"/>
            <a:ext cx="48729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pic>
        <p:nvPicPr>
          <p:cNvPr id="979" name="Google Shape;97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27500"/>
            <a:ext cx="8839199" cy="4869450"/>
          </a:xfrm>
          <a:prstGeom prst="rect">
            <a:avLst/>
          </a:prstGeom>
          <a:noFill/>
          <a:ln>
            <a:noFill/>
          </a:ln>
        </p:spPr>
      </p:pic>
      <p:sp>
        <p:nvSpPr>
          <p:cNvPr id="980" name="Google Shape;980;p26"/>
          <p:cNvSpPr txBox="1"/>
          <p:nvPr/>
        </p:nvSpPr>
        <p:spPr>
          <a:xfrm>
            <a:off x="624225" y="1597550"/>
            <a:ext cx="7948200" cy="2004900"/>
          </a:xfrm>
          <a:prstGeom prst="rect">
            <a:avLst/>
          </a:prstGeom>
          <a:solidFill>
            <a:srgbClr val="223D9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We are working with a data.frame named “murders” with homicide data by state in the United States for 2010. The data.frame has a column named “total”, which indicates the number of homicides per state; and a column named “state”, which indicates the name of the state of the corresponding observation or row.</a:t>
            </a:r>
            <a:endParaRPr b="0" i="0" sz="1400" u="none" cap="none" strike="noStrike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Which of the following commands would allow me to know the name of the state with the lowest number of homicides, according to the data in the “murders” data.frame?</a:t>
            </a:r>
            <a:endParaRPr b="0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81" name="Google Shape;981;p26">
            <a:hlinkClick action="ppaction://hlinksldjump" r:id="rId4"/>
          </p:cNvPr>
          <p:cNvSpPr txBox="1"/>
          <p:nvPr/>
        </p:nvSpPr>
        <p:spPr>
          <a:xfrm>
            <a:off x="1278600" y="3745700"/>
            <a:ext cx="3159600" cy="338700"/>
          </a:xfrm>
          <a:prstGeom prst="rect">
            <a:avLst/>
          </a:prstGeom>
          <a:solidFill>
            <a:srgbClr val="223D94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B7B7B7"/>
                </a:solidFill>
                <a:latin typeface="Poppins"/>
                <a:ea typeface="Poppins"/>
                <a:cs typeface="Poppins"/>
                <a:sym typeface="Poppins"/>
              </a:rPr>
              <a:t>murders$state[which.max(murders$total)]</a:t>
            </a:r>
            <a:endParaRPr b="0" i="0" sz="1000" u="none" cap="none" strike="noStrike">
              <a:solidFill>
                <a:srgbClr val="B7B7B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82" name="Google Shape;982;p26">
            <a:hlinkClick action="ppaction://hlinksldjump" r:id="rId5"/>
          </p:cNvPr>
          <p:cNvSpPr txBox="1"/>
          <p:nvPr/>
        </p:nvSpPr>
        <p:spPr>
          <a:xfrm>
            <a:off x="1597250" y="4341425"/>
            <a:ext cx="3066300" cy="338700"/>
          </a:xfrm>
          <a:prstGeom prst="rect">
            <a:avLst/>
          </a:prstGeom>
          <a:solidFill>
            <a:srgbClr val="223D94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93C47D"/>
                </a:solidFill>
                <a:latin typeface="Poppins"/>
                <a:ea typeface="Poppins"/>
                <a:cs typeface="Poppins"/>
                <a:sym typeface="Poppins"/>
              </a:rPr>
              <a:t>murders$state[which.min(murders$total)]</a:t>
            </a:r>
            <a:endParaRPr b="1" i="0" sz="1000" u="none" cap="none" strike="noStrike">
              <a:solidFill>
                <a:srgbClr val="93C47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83" name="Google Shape;983;p26">
            <a:hlinkClick action="ppaction://hlinksldjump" r:id="rId6"/>
          </p:cNvPr>
          <p:cNvSpPr txBox="1"/>
          <p:nvPr/>
        </p:nvSpPr>
        <p:spPr>
          <a:xfrm>
            <a:off x="5179350" y="3745700"/>
            <a:ext cx="2695800" cy="338700"/>
          </a:xfrm>
          <a:prstGeom prst="rect">
            <a:avLst/>
          </a:prstGeom>
          <a:solidFill>
            <a:srgbClr val="223D94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B7B7B7"/>
                </a:solidFill>
                <a:latin typeface="Poppins"/>
                <a:ea typeface="Poppins"/>
                <a:cs typeface="Poppins"/>
                <a:sym typeface="Poppins"/>
              </a:rPr>
              <a:t>murders$state[min(murders$total)]</a:t>
            </a:r>
            <a:endParaRPr b="0" i="0" sz="1000" u="none" cap="none" strike="noStrike">
              <a:solidFill>
                <a:srgbClr val="B7B7B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84" name="Google Shape;984;p26">
            <a:hlinkClick action="ppaction://hlinksldjump" r:id="rId7"/>
          </p:cNvPr>
          <p:cNvSpPr txBox="1"/>
          <p:nvPr/>
        </p:nvSpPr>
        <p:spPr>
          <a:xfrm>
            <a:off x="5273625" y="4341425"/>
            <a:ext cx="3066300" cy="338700"/>
          </a:xfrm>
          <a:prstGeom prst="rect">
            <a:avLst/>
          </a:prstGeom>
          <a:solidFill>
            <a:srgbClr val="223D94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B7B7B7"/>
                </a:solidFill>
                <a:latin typeface="Poppins"/>
                <a:ea typeface="Poppins"/>
                <a:cs typeface="Poppins"/>
                <a:sym typeface="Poppins"/>
              </a:rPr>
              <a:t>murders[, 'state'][which.max(murders$total)]</a:t>
            </a:r>
            <a:endParaRPr b="0" i="0" sz="1000" u="none" cap="none" strike="noStrike">
              <a:solidFill>
                <a:srgbClr val="B7B7B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85" name="Google Shape;985;p26"/>
          <p:cNvPicPr preferRelativeResize="0"/>
          <p:nvPr/>
        </p:nvPicPr>
        <p:blipFill rotWithShape="1">
          <a:blip r:embed="rId8">
            <a:alphaModFix/>
          </a:blip>
          <a:srcRect b="5681" l="16830" r="17375" t="7051"/>
          <a:stretch/>
        </p:blipFill>
        <p:spPr>
          <a:xfrm>
            <a:off x="7121700" y="3329250"/>
            <a:ext cx="1670700" cy="16677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27"/>
          <p:cNvSpPr txBox="1"/>
          <p:nvPr>
            <p:ph type="title"/>
          </p:nvPr>
        </p:nvSpPr>
        <p:spPr>
          <a:xfrm>
            <a:off x="444450" y="1821875"/>
            <a:ext cx="82551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4600"/>
              <a:t>BREAK TIME</a:t>
            </a:r>
            <a:endParaRPr sz="4600"/>
          </a:p>
        </p:txBody>
      </p:sp>
      <p:sp>
        <p:nvSpPr>
          <p:cNvPr id="991" name="Google Shape;991;p27"/>
          <p:cNvSpPr txBox="1"/>
          <p:nvPr>
            <p:ph type="title"/>
          </p:nvPr>
        </p:nvSpPr>
        <p:spPr>
          <a:xfrm>
            <a:off x="1728825" y="2552975"/>
            <a:ext cx="58326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b="0" sz="15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0" lang="en" sz="1500"/>
              <a:t>See you in 15 minutes</a:t>
            </a:r>
            <a:endParaRPr b="0" i="1" sz="15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28"/>
          <p:cNvSpPr txBox="1"/>
          <p:nvPr>
            <p:ph type="title"/>
          </p:nvPr>
        </p:nvSpPr>
        <p:spPr>
          <a:xfrm>
            <a:off x="444450" y="1821875"/>
            <a:ext cx="82551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4600"/>
              <a:t>Now: let’s practice</a:t>
            </a:r>
            <a:endParaRPr sz="4600"/>
          </a:p>
        </p:txBody>
      </p:sp>
      <p:sp>
        <p:nvSpPr>
          <p:cNvPr id="997" name="Google Shape;997;p28"/>
          <p:cNvSpPr txBox="1"/>
          <p:nvPr>
            <p:ph type="title"/>
          </p:nvPr>
        </p:nvSpPr>
        <p:spPr>
          <a:xfrm>
            <a:off x="1728825" y="2552975"/>
            <a:ext cx="58326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b="0" sz="15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0" lang="en" sz="1500"/>
              <a:t>Script </a:t>
            </a:r>
            <a:r>
              <a:rPr b="0" i="1" lang="en" sz="1500"/>
              <a:t>06_indexing.R</a:t>
            </a:r>
            <a:endParaRPr b="0" i="1" sz="15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29"/>
          <p:cNvSpPr txBox="1"/>
          <p:nvPr>
            <p:ph type="title"/>
          </p:nvPr>
        </p:nvSpPr>
        <p:spPr>
          <a:xfrm>
            <a:off x="158150" y="129450"/>
            <a:ext cx="82551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000"/>
              <a:t>Brief review script 06</a:t>
            </a:r>
            <a:endParaRPr sz="3000"/>
          </a:p>
        </p:txBody>
      </p:sp>
      <p:sp>
        <p:nvSpPr>
          <p:cNvPr id="1003" name="Google Shape;1003;p29"/>
          <p:cNvSpPr txBox="1"/>
          <p:nvPr/>
        </p:nvSpPr>
        <p:spPr>
          <a:xfrm>
            <a:off x="352950" y="908975"/>
            <a:ext cx="8295300" cy="3628200"/>
          </a:xfrm>
          <a:prstGeom prst="rect">
            <a:avLst/>
          </a:prstGeom>
          <a:solidFill>
            <a:srgbClr val="00255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★"/>
            </a:pPr>
            <a:r>
              <a:rPr b="0" i="0" lang="en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We know how to use the </a:t>
            </a:r>
            <a:r>
              <a:rPr b="0" i="0" lang="en" sz="1200" u="none" cap="none" strike="noStrik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$</a:t>
            </a:r>
            <a:r>
              <a:rPr b="0" i="0" lang="en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and bracket </a:t>
            </a:r>
            <a:r>
              <a:rPr b="0" i="0" lang="en" sz="1200" u="none" cap="none" strike="noStrik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[ ]</a:t>
            </a:r>
            <a:r>
              <a:rPr b="0" i="0" lang="en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operators to access elements of a given object through indexing</a:t>
            </a:r>
            <a:endParaRPr b="0" i="1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1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★"/>
            </a:pPr>
            <a:r>
              <a:rPr b="0" i="0" lang="en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We learned to use indexing to filter objects from a vector that meet one or more conditions using logical operators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We know that the </a:t>
            </a:r>
            <a:r>
              <a:rPr b="0" i="0" lang="en" sz="1200" u="none" cap="none" strike="noStrik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&amp;</a:t>
            </a:r>
            <a:r>
              <a:rPr b="0" i="0" lang="en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(and) operator allows us to evaluate that both (or n) conditions are met → If either of the two conditions is not met, then the logical result indicates that it is false or FALSE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We know that the</a:t>
            </a:r>
            <a:r>
              <a:rPr b="0" i="0" lang="en" sz="1200" u="none" cap="none" strike="noStrik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 |</a:t>
            </a:r>
            <a:r>
              <a:rPr b="0" i="0" lang="en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(or) operator allows us to evaluate that at least one of the two (or n) conditions is met → This operator generates a logical result of TRUE when at least one of the conditions is satisfied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★"/>
            </a:pPr>
            <a:r>
              <a:rPr b="0" i="0" lang="en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We know that the </a:t>
            </a:r>
            <a:r>
              <a:rPr b="0" i="0" lang="en" sz="1200" u="none" cap="none" strike="noStrik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%in%</a:t>
            </a:r>
            <a:r>
              <a:rPr b="0" i="0" lang="en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operator allows us to evaluate the condition that the elements of a first vector are contained in a second vector, evaluating: 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c(“word_1”, “word_2”) %in% words</a:t>
            </a:r>
            <a:endParaRPr b="1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result would be 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[1] TRUE TRUE</a:t>
            </a:r>
            <a:endParaRPr b="1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04" name="Google Shape;1004;p29"/>
          <p:cNvSpPr/>
          <p:nvPr/>
        </p:nvSpPr>
        <p:spPr>
          <a:xfrm>
            <a:off x="6141975" y="3662200"/>
            <a:ext cx="2381400" cy="1330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05" name="Google Shape;1005;p29"/>
          <p:cNvSpPr/>
          <p:nvPr/>
        </p:nvSpPr>
        <p:spPr>
          <a:xfrm>
            <a:off x="6585400" y="4089175"/>
            <a:ext cx="837600" cy="3285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06" name="Google Shape;1006;p29"/>
          <p:cNvSpPr/>
          <p:nvPr/>
        </p:nvSpPr>
        <p:spPr>
          <a:xfrm>
            <a:off x="7082675" y="4537175"/>
            <a:ext cx="837600" cy="3285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07" name="Google Shape;1007;p29"/>
          <p:cNvSpPr txBox="1"/>
          <p:nvPr/>
        </p:nvSpPr>
        <p:spPr>
          <a:xfrm>
            <a:off x="7082675" y="3717475"/>
            <a:ext cx="8376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words</a:t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08" name="Google Shape;1008;p29"/>
          <p:cNvSpPr txBox="1"/>
          <p:nvPr/>
        </p:nvSpPr>
        <p:spPr>
          <a:xfrm>
            <a:off x="6660300" y="4127325"/>
            <a:ext cx="8376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word_1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09" name="Google Shape;1009;p29"/>
          <p:cNvSpPr txBox="1"/>
          <p:nvPr/>
        </p:nvSpPr>
        <p:spPr>
          <a:xfrm>
            <a:off x="7193700" y="4508325"/>
            <a:ext cx="8376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word_2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4" name="Google Shape;101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75538" y="622175"/>
            <a:ext cx="5192934" cy="38991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31"/>
          <p:cNvSpPr txBox="1"/>
          <p:nvPr>
            <p:ph type="title"/>
          </p:nvPr>
        </p:nvSpPr>
        <p:spPr>
          <a:xfrm>
            <a:off x="444450" y="258075"/>
            <a:ext cx="82551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5100"/>
              <a:t>CHALLENGE</a:t>
            </a:r>
            <a:endParaRPr sz="5100"/>
          </a:p>
        </p:txBody>
      </p:sp>
      <p:sp>
        <p:nvSpPr>
          <p:cNvPr id="1020" name="Google Shape;1020;p31"/>
          <p:cNvSpPr txBox="1"/>
          <p:nvPr>
            <p:ph type="title"/>
          </p:nvPr>
        </p:nvSpPr>
        <p:spPr>
          <a:xfrm>
            <a:off x="444450" y="1328800"/>
            <a:ext cx="8255100" cy="2911200"/>
          </a:xfrm>
          <a:prstGeom prst="rect">
            <a:avLst/>
          </a:prstGeom>
          <a:solidFill>
            <a:srgbClr val="0025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0" lang="en" sz="2100"/>
              <a:t>Create with the </a:t>
            </a:r>
            <a:r>
              <a:rPr lang="en" sz="2100"/>
              <a:t>murders </a:t>
            </a:r>
            <a:r>
              <a:rPr b="0" lang="en" sz="2100"/>
              <a:t>dataset from script </a:t>
            </a:r>
            <a:r>
              <a:rPr lang="en" sz="2100"/>
              <a:t>04_ordenar.R</a:t>
            </a:r>
            <a:r>
              <a:rPr b="0" lang="en" sz="2100"/>
              <a:t> a concatenated string </a:t>
            </a:r>
            <a:r>
              <a:rPr b="0" lang="en" sz="2100" u="sng"/>
              <a:t>by state</a:t>
            </a:r>
            <a:r>
              <a:rPr b="0" lang="en" sz="2100"/>
              <a:t> that generates the following result:</a:t>
            </a:r>
            <a:endParaRPr b="0" sz="2100"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b="0" sz="2100"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100"/>
              <a:t>“The state of XXX has a population of XXX and a number of firearm murders of XXX for 2010” </a:t>
            </a:r>
            <a:endParaRPr sz="2100"/>
          </a:p>
        </p:txBody>
      </p:sp>
      <p:sp>
        <p:nvSpPr>
          <p:cNvPr id="1021" name="Google Shape;1021;p31"/>
          <p:cNvSpPr txBox="1"/>
          <p:nvPr/>
        </p:nvSpPr>
        <p:spPr>
          <a:xfrm>
            <a:off x="4687800" y="4163800"/>
            <a:ext cx="39159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Hint: </a:t>
            </a:r>
            <a:r>
              <a:rPr b="0" i="0" lang="en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paste(), see sep argument</a:t>
            </a:r>
            <a:endParaRPr b="0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22" name="Google Shape;1022;p31"/>
          <p:cNvSpPr txBox="1"/>
          <p:nvPr/>
        </p:nvSpPr>
        <p:spPr>
          <a:xfrm>
            <a:off x="1447900" y="849425"/>
            <a:ext cx="65547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Putting into practice what we saw in lessons 2 and 3 - 10 minutes</a:t>
            </a:r>
            <a:endParaRPr b="0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atistical Methods in Public Health - Master of Science in Biostatistics by Slidesgo">
  <a:themeElements>
    <a:clrScheme name="Simple Light">
      <a:dk1>
        <a:srgbClr val="FFFFFF"/>
      </a:dk1>
      <a:lt1>
        <a:srgbClr val="295D82"/>
      </a:lt1>
      <a:dk2>
        <a:srgbClr val="0A244F"/>
      </a:dk2>
      <a:lt2>
        <a:srgbClr val="00DFD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