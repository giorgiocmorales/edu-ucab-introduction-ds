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Poppi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pR8Q+ldyRX/bbDvgpsCIAj4eW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customschemas.google.com/relationships/presentationmetadata" Target="metadata"/><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9" name="Google Shape;6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1" name="Google Shape;7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1" name="Google Shape;7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1" name="Google Shape;83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0" name="Google Shape;10;p17"/>
          <p:cNvSpPr txBox="1"/>
          <p:nvPr>
            <p:ph type="ctrTitle"/>
          </p:nvPr>
        </p:nvSpPr>
        <p:spPr>
          <a:xfrm>
            <a:off x="846900" y="1098283"/>
            <a:ext cx="7584000" cy="224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7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17"/>
          <p:cNvSpPr txBox="1"/>
          <p:nvPr>
            <p:ph idx="1" type="subTitle"/>
          </p:nvPr>
        </p:nvSpPr>
        <p:spPr>
          <a:xfrm>
            <a:off x="846900" y="3728338"/>
            <a:ext cx="45288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17"/>
          <p:cNvGrpSpPr/>
          <p:nvPr/>
        </p:nvGrpSpPr>
        <p:grpSpPr>
          <a:xfrm>
            <a:off x="-747801" y="-707126"/>
            <a:ext cx="10297750" cy="6227885"/>
            <a:chOff x="-747801" y="-707126"/>
            <a:chExt cx="10297750" cy="6227885"/>
          </a:xfrm>
        </p:grpSpPr>
        <p:grpSp>
          <p:nvGrpSpPr>
            <p:cNvPr id="13" name="Google Shape;13;p17"/>
            <p:cNvGrpSpPr/>
            <p:nvPr/>
          </p:nvGrpSpPr>
          <p:grpSpPr>
            <a:xfrm>
              <a:off x="-747801" y="-707126"/>
              <a:ext cx="2577275" cy="1833510"/>
              <a:chOff x="781874" y="1294774"/>
              <a:chExt cx="2577275" cy="1833510"/>
            </a:xfrm>
          </p:grpSpPr>
          <p:sp>
            <p:nvSpPr>
              <p:cNvPr id="14" name="Google Shape;14;p17"/>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7"/>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7"/>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7"/>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7"/>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7"/>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7"/>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7"/>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7"/>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7"/>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17"/>
            <p:cNvGrpSpPr/>
            <p:nvPr/>
          </p:nvGrpSpPr>
          <p:grpSpPr>
            <a:xfrm>
              <a:off x="6972674" y="3687249"/>
              <a:ext cx="2577275" cy="1833510"/>
              <a:chOff x="781874" y="1294774"/>
              <a:chExt cx="2577275" cy="1833510"/>
            </a:xfrm>
          </p:grpSpPr>
          <p:sp>
            <p:nvSpPr>
              <p:cNvPr id="25" name="Google Shape;25;p17"/>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7"/>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7"/>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7"/>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7"/>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7"/>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7"/>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7"/>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7"/>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7"/>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pic>
        <p:nvPicPr>
          <p:cNvPr id="36" name="Google Shape;36;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7" name="Google Shape;37;p18"/>
          <p:cNvSpPr txBox="1"/>
          <p:nvPr>
            <p:ph type="title"/>
          </p:nvPr>
        </p:nvSpPr>
        <p:spPr>
          <a:xfrm>
            <a:off x="713225" y="2344050"/>
            <a:ext cx="5067600" cy="920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8" name="Google Shape;38;p18"/>
          <p:cNvSpPr txBox="1"/>
          <p:nvPr>
            <p:ph idx="2" type="title"/>
          </p:nvPr>
        </p:nvSpPr>
        <p:spPr>
          <a:xfrm>
            <a:off x="713225" y="1353475"/>
            <a:ext cx="1652100" cy="91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9" name="Google Shape;39;p18"/>
          <p:cNvSpPr txBox="1"/>
          <p:nvPr>
            <p:ph idx="1" type="subTitle"/>
          </p:nvPr>
        </p:nvSpPr>
        <p:spPr>
          <a:xfrm>
            <a:off x="713225" y="3415025"/>
            <a:ext cx="5067600" cy="375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0" name="Google Shape;40;p18"/>
          <p:cNvGrpSpPr/>
          <p:nvPr/>
        </p:nvGrpSpPr>
        <p:grpSpPr>
          <a:xfrm>
            <a:off x="6172199" y="136174"/>
            <a:ext cx="2791650" cy="4892530"/>
            <a:chOff x="6172199" y="136174"/>
            <a:chExt cx="2791650" cy="4892530"/>
          </a:xfrm>
        </p:grpSpPr>
        <p:grpSp>
          <p:nvGrpSpPr>
            <p:cNvPr id="41" name="Google Shape;41;p18"/>
            <p:cNvGrpSpPr/>
            <p:nvPr/>
          </p:nvGrpSpPr>
          <p:grpSpPr>
            <a:xfrm>
              <a:off x="6292024" y="136174"/>
              <a:ext cx="2577275" cy="1833510"/>
              <a:chOff x="781874" y="1294774"/>
              <a:chExt cx="2577275" cy="1833510"/>
            </a:xfrm>
          </p:grpSpPr>
          <p:sp>
            <p:nvSpPr>
              <p:cNvPr id="42" name="Google Shape;42;p18"/>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8"/>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8"/>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8"/>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8"/>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8"/>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8"/>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8"/>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8"/>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8"/>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18"/>
            <p:cNvGrpSpPr/>
            <p:nvPr/>
          </p:nvGrpSpPr>
          <p:grpSpPr>
            <a:xfrm>
              <a:off x="8027339" y="2095605"/>
              <a:ext cx="936510" cy="688006"/>
              <a:chOff x="3235964" y="2587955"/>
              <a:chExt cx="936510" cy="688006"/>
            </a:xfrm>
          </p:grpSpPr>
          <p:sp>
            <p:nvSpPr>
              <p:cNvPr id="53" name="Google Shape;53;p18"/>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8"/>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 name="Google Shape;55;p18"/>
            <p:cNvGrpSpPr/>
            <p:nvPr/>
          </p:nvGrpSpPr>
          <p:grpSpPr>
            <a:xfrm>
              <a:off x="8027628" y="3199534"/>
              <a:ext cx="935946" cy="1829159"/>
              <a:chOff x="4738303" y="2514672"/>
              <a:chExt cx="935946" cy="1829159"/>
            </a:xfrm>
          </p:grpSpPr>
          <p:sp>
            <p:nvSpPr>
              <p:cNvPr id="56" name="Google Shape;56;p18"/>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8"/>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8"/>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8"/>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8"/>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8"/>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 name="Google Shape;62;p18"/>
            <p:cNvGrpSpPr/>
            <p:nvPr/>
          </p:nvGrpSpPr>
          <p:grpSpPr>
            <a:xfrm>
              <a:off x="6172199" y="4113949"/>
              <a:ext cx="1345775" cy="914755"/>
              <a:chOff x="2264799" y="3654374"/>
              <a:chExt cx="1345775" cy="914755"/>
            </a:xfrm>
          </p:grpSpPr>
          <p:sp>
            <p:nvSpPr>
              <p:cNvPr id="63" name="Google Shape;63;p18"/>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8"/>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8"/>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8"/>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7" name="Shape 67"/>
        <p:cNvGrpSpPr/>
        <p:nvPr/>
      </p:nvGrpSpPr>
      <p:grpSpPr>
        <a:xfrm>
          <a:off x="0" y="0"/>
          <a:ext cx="0" cy="0"/>
          <a:chOff x="0" y="0"/>
          <a:chExt cx="0" cy="0"/>
        </a:xfrm>
      </p:grpSpPr>
      <p:pic>
        <p:nvPicPr>
          <p:cNvPr id="68" name="Google Shape;68;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9" name="Google Shape;69;p19"/>
          <p:cNvSpPr txBox="1"/>
          <p:nvPr>
            <p:ph type="title"/>
          </p:nvPr>
        </p:nvSpPr>
        <p:spPr>
          <a:xfrm>
            <a:off x="2135550" y="1541188"/>
            <a:ext cx="4872900" cy="1161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70" name="Google Shape;70;p19"/>
          <p:cNvSpPr txBox="1"/>
          <p:nvPr>
            <p:ph idx="1" type="subTitle"/>
          </p:nvPr>
        </p:nvSpPr>
        <p:spPr>
          <a:xfrm>
            <a:off x="2135550" y="2931213"/>
            <a:ext cx="4872900" cy="67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1" name="Google Shape;71;p19"/>
          <p:cNvGrpSpPr/>
          <p:nvPr/>
        </p:nvGrpSpPr>
        <p:grpSpPr>
          <a:xfrm>
            <a:off x="-244726" y="136174"/>
            <a:ext cx="9143475" cy="4810080"/>
            <a:chOff x="-244726" y="136174"/>
            <a:chExt cx="9143475" cy="4810080"/>
          </a:xfrm>
        </p:grpSpPr>
        <p:grpSp>
          <p:nvGrpSpPr>
            <p:cNvPr id="72" name="Google Shape;72;p19"/>
            <p:cNvGrpSpPr/>
            <p:nvPr/>
          </p:nvGrpSpPr>
          <p:grpSpPr>
            <a:xfrm>
              <a:off x="7962803" y="2451822"/>
              <a:ext cx="935946" cy="1829159"/>
              <a:chOff x="4738303" y="2514672"/>
              <a:chExt cx="935946" cy="1829159"/>
            </a:xfrm>
          </p:grpSpPr>
          <p:sp>
            <p:nvSpPr>
              <p:cNvPr id="73" name="Google Shape;73;p19"/>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9"/>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9"/>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9"/>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9"/>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9"/>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 name="Google Shape;79;p19"/>
            <p:cNvGrpSpPr/>
            <p:nvPr/>
          </p:nvGrpSpPr>
          <p:grpSpPr>
            <a:xfrm>
              <a:off x="2135549" y="4031499"/>
              <a:ext cx="1345775" cy="914755"/>
              <a:chOff x="2264799" y="3654374"/>
              <a:chExt cx="1345775" cy="914755"/>
            </a:xfrm>
          </p:grpSpPr>
          <p:sp>
            <p:nvSpPr>
              <p:cNvPr id="80" name="Google Shape;80;p19"/>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9"/>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9"/>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9"/>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 name="Google Shape;84;p19"/>
            <p:cNvGrpSpPr/>
            <p:nvPr/>
          </p:nvGrpSpPr>
          <p:grpSpPr>
            <a:xfrm>
              <a:off x="-244726" y="136174"/>
              <a:ext cx="2577275" cy="1833510"/>
              <a:chOff x="781874" y="1294774"/>
              <a:chExt cx="2577275" cy="1833510"/>
            </a:xfrm>
          </p:grpSpPr>
          <p:sp>
            <p:nvSpPr>
              <p:cNvPr id="85" name="Google Shape;85;p19"/>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9"/>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9"/>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9"/>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9"/>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9"/>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9"/>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9"/>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9"/>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sp>
        <p:nvSpPr>
          <p:cNvPr id="96" name="Google Shape;96;p20"/>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lt2"/>
              </a:buClr>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97" name="Google Shape;97;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8" name="Google Shape;98;p20"/>
          <p:cNvGrpSpPr/>
          <p:nvPr/>
        </p:nvGrpSpPr>
        <p:grpSpPr>
          <a:xfrm>
            <a:off x="6899599" y="2745080"/>
            <a:ext cx="2577275" cy="2677354"/>
            <a:chOff x="6899599" y="2745080"/>
            <a:chExt cx="2577275" cy="2677354"/>
          </a:xfrm>
        </p:grpSpPr>
        <p:grpSp>
          <p:nvGrpSpPr>
            <p:cNvPr id="99" name="Google Shape;99;p20"/>
            <p:cNvGrpSpPr/>
            <p:nvPr/>
          </p:nvGrpSpPr>
          <p:grpSpPr>
            <a:xfrm>
              <a:off x="6899599" y="3588924"/>
              <a:ext cx="2577275" cy="1833510"/>
              <a:chOff x="781874" y="1294774"/>
              <a:chExt cx="2577275" cy="1833510"/>
            </a:xfrm>
          </p:grpSpPr>
          <p:sp>
            <p:nvSpPr>
              <p:cNvPr id="100" name="Google Shape;100;p20"/>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0"/>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0"/>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0"/>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0"/>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0"/>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0"/>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0"/>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0"/>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0"/>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 name="Google Shape;110;p20"/>
            <p:cNvGrpSpPr/>
            <p:nvPr/>
          </p:nvGrpSpPr>
          <p:grpSpPr>
            <a:xfrm>
              <a:off x="7887114" y="2745080"/>
              <a:ext cx="936510" cy="688006"/>
              <a:chOff x="3235964" y="2587955"/>
              <a:chExt cx="936510" cy="688006"/>
            </a:xfrm>
          </p:grpSpPr>
          <p:sp>
            <p:nvSpPr>
              <p:cNvPr id="111" name="Google Shape;111;p20"/>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0"/>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extLst>
    <p:ext uri="{DCECCB84-F9BA-43D5-87BE-67443E8EF086}">
      <p15:sldGuideLst>
        <p15:guide id="1" orient="horz" pos="11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3" name="Shape 113"/>
        <p:cNvGrpSpPr/>
        <p:nvPr/>
      </p:nvGrpSpPr>
      <p:grpSpPr>
        <a:xfrm>
          <a:off x="0" y="0"/>
          <a:ext cx="0" cy="0"/>
          <a:chOff x="0" y="0"/>
          <a:chExt cx="0" cy="0"/>
        </a:xfrm>
      </p:grpSpPr>
      <p:sp>
        <p:nvSpPr>
          <p:cNvPr id="114" name="Google Shape;114;p21"/>
          <p:cNvSpPr txBox="1"/>
          <p:nvPr>
            <p:ph idx="1" type="subTitle"/>
          </p:nvPr>
        </p:nvSpPr>
        <p:spPr>
          <a:xfrm>
            <a:off x="5055284" y="3695224"/>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5" name="Google Shape;115;p21"/>
          <p:cNvSpPr txBox="1"/>
          <p:nvPr>
            <p:ph idx="2" type="subTitle"/>
          </p:nvPr>
        </p:nvSpPr>
        <p:spPr>
          <a:xfrm>
            <a:off x="1583300" y="3695224"/>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21"/>
          <p:cNvSpPr txBox="1"/>
          <p:nvPr>
            <p:ph idx="3" type="subTitle"/>
          </p:nvPr>
        </p:nvSpPr>
        <p:spPr>
          <a:xfrm>
            <a:off x="5055275" y="3122525"/>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117" name="Google Shape;117;p21"/>
          <p:cNvSpPr txBox="1"/>
          <p:nvPr>
            <p:ph idx="4" type="subTitle"/>
          </p:nvPr>
        </p:nvSpPr>
        <p:spPr>
          <a:xfrm>
            <a:off x="1583075" y="3122525"/>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118" name="Google Shape;118;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19" name="Google Shape;119;p21"/>
          <p:cNvGrpSpPr/>
          <p:nvPr/>
        </p:nvGrpSpPr>
        <p:grpSpPr>
          <a:xfrm>
            <a:off x="117324" y="1944274"/>
            <a:ext cx="9242625" cy="3033405"/>
            <a:chOff x="117324" y="1944274"/>
            <a:chExt cx="9242625" cy="3033405"/>
          </a:xfrm>
        </p:grpSpPr>
        <p:grpSp>
          <p:nvGrpSpPr>
            <p:cNvPr id="120" name="Google Shape;120;p21"/>
            <p:cNvGrpSpPr/>
            <p:nvPr/>
          </p:nvGrpSpPr>
          <p:grpSpPr>
            <a:xfrm>
              <a:off x="8424003" y="1944274"/>
              <a:ext cx="935946" cy="1833882"/>
              <a:chOff x="4738303" y="2509949"/>
              <a:chExt cx="935946" cy="1833882"/>
            </a:xfrm>
          </p:grpSpPr>
          <p:sp>
            <p:nvSpPr>
              <p:cNvPr id="121" name="Google Shape;121;p21"/>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1"/>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1"/>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1"/>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1"/>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1"/>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 name="Google Shape;127;p21"/>
            <p:cNvGrpSpPr/>
            <p:nvPr/>
          </p:nvGrpSpPr>
          <p:grpSpPr>
            <a:xfrm>
              <a:off x="117324" y="4062924"/>
              <a:ext cx="1345775" cy="914755"/>
              <a:chOff x="2264799" y="3654374"/>
              <a:chExt cx="1345775" cy="914755"/>
            </a:xfrm>
          </p:grpSpPr>
          <p:sp>
            <p:nvSpPr>
              <p:cNvPr id="128" name="Google Shape;128;p21"/>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1"/>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1"/>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1"/>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34" name="Google Shape;134;p22"/>
          <p:cNvGrpSpPr/>
          <p:nvPr/>
        </p:nvGrpSpPr>
        <p:grpSpPr>
          <a:xfrm>
            <a:off x="7481624" y="4031499"/>
            <a:ext cx="1345775" cy="914755"/>
            <a:chOff x="2264799" y="3654374"/>
            <a:chExt cx="1345775" cy="914755"/>
          </a:xfrm>
        </p:grpSpPr>
        <p:sp>
          <p:nvSpPr>
            <p:cNvPr id="135" name="Google Shape;135;p22"/>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2"/>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2"/>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2"/>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9" name="Shape 139"/>
        <p:cNvGrpSpPr/>
        <p:nvPr/>
      </p:nvGrpSpPr>
      <p:grpSpPr>
        <a:xfrm>
          <a:off x="0" y="0"/>
          <a:ext cx="0" cy="0"/>
          <a:chOff x="0" y="0"/>
          <a:chExt cx="0" cy="0"/>
        </a:xfrm>
      </p:grpSpPr>
      <p:sp>
        <p:nvSpPr>
          <p:cNvPr id="140" name="Google Shape;140;p23"/>
          <p:cNvSpPr txBox="1"/>
          <p:nvPr>
            <p:ph type="title"/>
          </p:nvPr>
        </p:nvSpPr>
        <p:spPr>
          <a:xfrm>
            <a:off x="720000" y="445025"/>
            <a:ext cx="4294800" cy="15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41" name="Google Shape;141;p23"/>
          <p:cNvSpPr txBox="1"/>
          <p:nvPr>
            <p:ph idx="1" type="subTitle"/>
          </p:nvPr>
        </p:nvSpPr>
        <p:spPr>
          <a:xfrm>
            <a:off x="720000" y="2000900"/>
            <a:ext cx="4294800" cy="2298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2"/>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2" name="Shape 142"/>
        <p:cNvGrpSpPr/>
        <p:nvPr/>
      </p:nvGrpSpPr>
      <p:grpSpPr>
        <a:xfrm>
          <a:off x="0" y="0"/>
          <a:ext cx="0" cy="0"/>
          <a:chOff x="0" y="0"/>
          <a:chExt cx="0" cy="0"/>
        </a:xfrm>
      </p:grpSpPr>
      <p:pic>
        <p:nvPicPr>
          <p:cNvPr id="143" name="Google Shape;143;p2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44" name="Google Shape;144;p24"/>
          <p:cNvSpPr txBox="1"/>
          <p:nvPr>
            <p:ph type="title"/>
          </p:nvPr>
        </p:nvSpPr>
        <p:spPr>
          <a:xfrm>
            <a:off x="1768550" y="1307100"/>
            <a:ext cx="56070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145" name="Google Shape;145;p24"/>
          <p:cNvGrpSpPr/>
          <p:nvPr/>
        </p:nvGrpSpPr>
        <p:grpSpPr>
          <a:xfrm>
            <a:off x="-684701" y="-255601"/>
            <a:ext cx="9583450" cy="5227957"/>
            <a:chOff x="-684701" y="-255601"/>
            <a:chExt cx="9583450" cy="5227957"/>
          </a:xfrm>
        </p:grpSpPr>
        <p:grpSp>
          <p:nvGrpSpPr>
            <p:cNvPr id="146" name="Google Shape;146;p24"/>
            <p:cNvGrpSpPr/>
            <p:nvPr/>
          </p:nvGrpSpPr>
          <p:grpSpPr>
            <a:xfrm>
              <a:off x="-684701" y="-255601"/>
              <a:ext cx="2577275" cy="1833510"/>
              <a:chOff x="781874" y="1294774"/>
              <a:chExt cx="2577275" cy="1833510"/>
            </a:xfrm>
          </p:grpSpPr>
          <p:sp>
            <p:nvSpPr>
              <p:cNvPr id="147" name="Google Shape;147;p24"/>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4"/>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4"/>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4"/>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4"/>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4"/>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4"/>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4"/>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4"/>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4"/>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24"/>
            <p:cNvGrpSpPr/>
            <p:nvPr/>
          </p:nvGrpSpPr>
          <p:grpSpPr>
            <a:xfrm>
              <a:off x="7962803" y="3143197"/>
              <a:ext cx="935946" cy="1829159"/>
              <a:chOff x="4738303" y="2514672"/>
              <a:chExt cx="935946" cy="1829159"/>
            </a:xfrm>
          </p:grpSpPr>
          <p:sp>
            <p:nvSpPr>
              <p:cNvPr id="158" name="Google Shape;158;p24"/>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4"/>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4"/>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4"/>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4"/>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4"/>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 name="Google Shape;164;p24"/>
            <p:cNvGrpSpPr/>
            <p:nvPr/>
          </p:nvGrpSpPr>
          <p:grpSpPr>
            <a:xfrm>
              <a:off x="6360749" y="4057599"/>
              <a:ext cx="1345775" cy="914755"/>
              <a:chOff x="2264799" y="3654374"/>
              <a:chExt cx="1345775" cy="914755"/>
            </a:xfrm>
          </p:grpSpPr>
          <p:sp>
            <p:nvSpPr>
              <p:cNvPr id="165" name="Google Shape;165;p24"/>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4"/>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4"/>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4"/>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9" name="Shape 169"/>
        <p:cNvGrpSpPr/>
        <p:nvPr/>
      </p:nvGrpSpPr>
      <p:grpSpPr>
        <a:xfrm>
          <a:off x="0" y="0"/>
          <a:ext cx="0" cy="0"/>
          <a:chOff x="0" y="0"/>
          <a:chExt cx="0" cy="0"/>
        </a:xfrm>
      </p:grpSpPr>
      <p:sp>
        <p:nvSpPr>
          <p:cNvPr id="170" name="Google Shape;170;p25"/>
          <p:cNvSpPr/>
          <p:nvPr>
            <p:ph idx="2" type="pic"/>
          </p:nvPr>
        </p:nvSpPr>
        <p:spPr>
          <a:xfrm>
            <a:off x="-25" y="-13725"/>
            <a:ext cx="9144000" cy="5157300"/>
          </a:xfrm>
          <a:prstGeom prst="rect">
            <a:avLst/>
          </a:prstGeom>
          <a:noFill/>
          <a:ln>
            <a:noFill/>
          </a:ln>
        </p:spPr>
      </p:sp>
      <p:sp>
        <p:nvSpPr>
          <p:cNvPr id="171" name="Google Shape;171;p25"/>
          <p:cNvSpPr txBox="1"/>
          <p:nvPr>
            <p:ph type="title"/>
          </p:nvPr>
        </p:nvSpPr>
        <p:spPr>
          <a:xfrm>
            <a:off x="720000" y="4014450"/>
            <a:ext cx="7704000" cy="5727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2" name="Shape 172"/>
        <p:cNvGrpSpPr/>
        <p:nvPr/>
      </p:nvGrpSpPr>
      <p:grpSpPr>
        <a:xfrm>
          <a:off x="0" y="0"/>
          <a:ext cx="0" cy="0"/>
          <a:chOff x="0" y="0"/>
          <a:chExt cx="0" cy="0"/>
        </a:xfrm>
      </p:grpSpPr>
      <p:pic>
        <p:nvPicPr>
          <p:cNvPr id="173" name="Google Shape;173;p2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74" name="Google Shape;174;p26"/>
          <p:cNvSpPr txBox="1"/>
          <p:nvPr>
            <p:ph hasCustomPrompt="1" type="title"/>
          </p:nvPr>
        </p:nvSpPr>
        <p:spPr>
          <a:xfrm>
            <a:off x="1284000" y="1215175"/>
            <a:ext cx="6576000" cy="133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solidFill>
                  <a:schemeClr val="lt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75" name="Google Shape;175;p26"/>
          <p:cNvSpPr txBox="1"/>
          <p:nvPr>
            <p:ph idx="1" type="subTitle"/>
          </p:nvPr>
        </p:nvSpPr>
        <p:spPr>
          <a:xfrm>
            <a:off x="1284000" y="2850299"/>
            <a:ext cx="6576000" cy="497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76" name="Google Shape;176;p26"/>
          <p:cNvGrpSpPr/>
          <p:nvPr/>
        </p:nvGrpSpPr>
        <p:grpSpPr>
          <a:xfrm>
            <a:off x="-575414" y="236724"/>
            <a:ext cx="9256138" cy="4578762"/>
            <a:chOff x="-575414" y="236724"/>
            <a:chExt cx="9256138" cy="4578762"/>
          </a:xfrm>
        </p:grpSpPr>
        <p:grpSp>
          <p:nvGrpSpPr>
            <p:cNvPr id="177" name="Google Shape;177;p26"/>
            <p:cNvGrpSpPr/>
            <p:nvPr/>
          </p:nvGrpSpPr>
          <p:grpSpPr>
            <a:xfrm>
              <a:off x="-575414" y="236724"/>
              <a:ext cx="2577275" cy="1833510"/>
              <a:chOff x="781874" y="1294774"/>
              <a:chExt cx="2577275" cy="1833510"/>
            </a:xfrm>
          </p:grpSpPr>
          <p:sp>
            <p:nvSpPr>
              <p:cNvPr id="178" name="Google Shape;178;p26"/>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6"/>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6"/>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6"/>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6"/>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6"/>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6"/>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6"/>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6"/>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6"/>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26"/>
            <p:cNvGrpSpPr/>
            <p:nvPr/>
          </p:nvGrpSpPr>
          <p:grpSpPr>
            <a:xfrm>
              <a:off x="952289" y="4127480"/>
              <a:ext cx="936510" cy="688006"/>
              <a:chOff x="3235964" y="2587955"/>
              <a:chExt cx="936510" cy="688006"/>
            </a:xfrm>
          </p:grpSpPr>
          <p:sp>
            <p:nvSpPr>
              <p:cNvPr id="189" name="Google Shape;189;p26"/>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6"/>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26"/>
            <p:cNvGrpSpPr/>
            <p:nvPr/>
          </p:nvGrpSpPr>
          <p:grpSpPr>
            <a:xfrm>
              <a:off x="7744778" y="2850299"/>
              <a:ext cx="935946" cy="1833882"/>
              <a:chOff x="4738303" y="2509949"/>
              <a:chExt cx="935946" cy="1833882"/>
            </a:xfrm>
          </p:grpSpPr>
          <p:sp>
            <p:nvSpPr>
              <p:cNvPr id="192" name="Google Shape;192;p26"/>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6"/>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6"/>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6"/>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6"/>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6"/>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26"/>
            <p:cNvGrpSpPr/>
            <p:nvPr/>
          </p:nvGrpSpPr>
          <p:grpSpPr>
            <a:xfrm>
              <a:off x="6109324" y="236724"/>
              <a:ext cx="1345775" cy="914755"/>
              <a:chOff x="2264799" y="3654374"/>
              <a:chExt cx="1345775" cy="914755"/>
            </a:xfrm>
          </p:grpSpPr>
          <p:sp>
            <p:nvSpPr>
              <p:cNvPr id="199" name="Google Shape;199;p26"/>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6"/>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6"/>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6"/>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03" name="Shape 2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04" name="Shape 204"/>
        <p:cNvGrpSpPr/>
        <p:nvPr/>
      </p:nvGrpSpPr>
      <p:grpSpPr>
        <a:xfrm>
          <a:off x="0" y="0"/>
          <a:ext cx="0" cy="0"/>
          <a:chOff x="0" y="0"/>
          <a:chExt cx="0" cy="0"/>
        </a:xfrm>
      </p:grpSpPr>
      <p:sp>
        <p:nvSpPr>
          <p:cNvPr id="205" name="Google Shape;205;p28"/>
          <p:cNvSpPr txBox="1"/>
          <p:nvPr>
            <p:ph idx="1" type="subTitle"/>
          </p:nvPr>
        </p:nvSpPr>
        <p:spPr>
          <a:xfrm>
            <a:off x="720000"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6" name="Google Shape;206;p28"/>
          <p:cNvSpPr txBox="1"/>
          <p:nvPr>
            <p:ph idx="2" type="subTitle"/>
          </p:nvPr>
        </p:nvSpPr>
        <p:spPr>
          <a:xfrm>
            <a:off x="3346572"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7" name="Google Shape;207;p28"/>
          <p:cNvSpPr txBox="1"/>
          <p:nvPr>
            <p:ph idx="3" type="subTitle"/>
          </p:nvPr>
        </p:nvSpPr>
        <p:spPr>
          <a:xfrm>
            <a:off x="720000"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 name="Google Shape;208;p28"/>
          <p:cNvSpPr txBox="1"/>
          <p:nvPr>
            <p:ph idx="4" type="subTitle"/>
          </p:nvPr>
        </p:nvSpPr>
        <p:spPr>
          <a:xfrm>
            <a:off x="3346572"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 name="Google Shape;209;p28"/>
          <p:cNvSpPr txBox="1"/>
          <p:nvPr>
            <p:ph idx="5" type="subTitle"/>
          </p:nvPr>
        </p:nvSpPr>
        <p:spPr>
          <a:xfrm>
            <a:off x="5973152"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0" name="Google Shape;210;p28"/>
          <p:cNvSpPr txBox="1"/>
          <p:nvPr>
            <p:ph idx="6" type="subTitle"/>
          </p:nvPr>
        </p:nvSpPr>
        <p:spPr>
          <a:xfrm>
            <a:off x="5973152"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1" name="Google Shape;211;p28"/>
          <p:cNvSpPr txBox="1"/>
          <p:nvPr>
            <p:ph type="title"/>
          </p:nvPr>
        </p:nvSpPr>
        <p:spPr>
          <a:xfrm>
            <a:off x="720000"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2" name="Google Shape;212;p28"/>
          <p:cNvSpPr txBox="1"/>
          <p:nvPr>
            <p:ph idx="7" type="title"/>
          </p:nvPr>
        </p:nvSpPr>
        <p:spPr>
          <a:xfrm>
            <a:off x="720000"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3" name="Google Shape;213;p28"/>
          <p:cNvSpPr txBox="1"/>
          <p:nvPr>
            <p:ph idx="8" type="title"/>
          </p:nvPr>
        </p:nvSpPr>
        <p:spPr>
          <a:xfrm>
            <a:off x="3346572"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4" name="Google Shape;214;p28"/>
          <p:cNvSpPr txBox="1"/>
          <p:nvPr>
            <p:ph idx="9" type="title"/>
          </p:nvPr>
        </p:nvSpPr>
        <p:spPr>
          <a:xfrm>
            <a:off x="3346572"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5" name="Google Shape;215;p28"/>
          <p:cNvSpPr txBox="1"/>
          <p:nvPr>
            <p:ph idx="13" type="title"/>
          </p:nvPr>
        </p:nvSpPr>
        <p:spPr>
          <a:xfrm>
            <a:off x="5973152"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6" name="Google Shape;216;p28"/>
          <p:cNvSpPr txBox="1"/>
          <p:nvPr>
            <p:ph idx="14" type="title"/>
          </p:nvPr>
        </p:nvSpPr>
        <p:spPr>
          <a:xfrm>
            <a:off x="5973152"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7" name="Google Shape;217;p28"/>
          <p:cNvSpPr txBox="1"/>
          <p:nvPr>
            <p:ph idx="15" type="subTitle"/>
          </p:nvPr>
        </p:nvSpPr>
        <p:spPr>
          <a:xfrm>
            <a:off x="720000"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18" name="Google Shape;218;p28"/>
          <p:cNvSpPr txBox="1"/>
          <p:nvPr>
            <p:ph idx="16" type="subTitle"/>
          </p:nvPr>
        </p:nvSpPr>
        <p:spPr>
          <a:xfrm>
            <a:off x="3346572"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19" name="Google Shape;219;p28"/>
          <p:cNvSpPr txBox="1"/>
          <p:nvPr>
            <p:ph idx="17" type="subTitle"/>
          </p:nvPr>
        </p:nvSpPr>
        <p:spPr>
          <a:xfrm>
            <a:off x="5973152"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20" name="Google Shape;220;p28"/>
          <p:cNvSpPr txBox="1"/>
          <p:nvPr>
            <p:ph idx="18" type="subTitle"/>
          </p:nvPr>
        </p:nvSpPr>
        <p:spPr>
          <a:xfrm>
            <a:off x="720000"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21" name="Google Shape;221;p28"/>
          <p:cNvSpPr txBox="1"/>
          <p:nvPr>
            <p:ph idx="19" type="subTitle"/>
          </p:nvPr>
        </p:nvSpPr>
        <p:spPr>
          <a:xfrm>
            <a:off x="3346572"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22" name="Google Shape;222;p28"/>
          <p:cNvSpPr txBox="1"/>
          <p:nvPr>
            <p:ph idx="20" type="subTitle"/>
          </p:nvPr>
        </p:nvSpPr>
        <p:spPr>
          <a:xfrm>
            <a:off x="5973152"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223" name="Google Shape;223;p28"/>
          <p:cNvSpPr txBox="1"/>
          <p:nvPr>
            <p:ph idx="21"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24" name="Google Shape;224;p28"/>
          <p:cNvGrpSpPr/>
          <p:nvPr/>
        </p:nvGrpSpPr>
        <p:grpSpPr>
          <a:xfrm>
            <a:off x="-257850" y="1718480"/>
            <a:ext cx="9618199" cy="3180026"/>
            <a:chOff x="-257850" y="1718480"/>
            <a:chExt cx="9618199" cy="3180026"/>
          </a:xfrm>
        </p:grpSpPr>
        <p:grpSp>
          <p:nvGrpSpPr>
            <p:cNvPr id="225" name="Google Shape;225;p28"/>
            <p:cNvGrpSpPr/>
            <p:nvPr/>
          </p:nvGrpSpPr>
          <p:grpSpPr>
            <a:xfrm>
              <a:off x="8423839" y="1718480"/>
              <a:ext cx="936510" cy="688006"/>
              <a:chOff x="3235964" y="2587955"/>
              <a:chExt cx="936510" cy="688006"/>
            </a:xfrm>
          </p:grpSpPr>
          <p:sp>
            <p:nvSpPr>
              <p:cNvPr id="226" name="Google Shape;226;p28"/>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8"/>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28"/>
            <p:cNvGrpSpPr/>
            <p:nvPr/>
          </p:nvGrpSpPr>
          <p:grpSpPr>
            <a:xfrm>
              <a:off x="-257850" y="3064624"/>
              <a:ext cx="935946" cy="1833882"/>
              <a:chOff x="4738303" y="2509949"/>
              <a:chExt cx="935946" cy="1833882"/>
            </a:xfrm>
          </p:grpSpPr>
          <p:sp>
            <p:nvSpPr>
              <p:cNvPr id="229" name="Google Shape;229;p28"/>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8"/>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8"/>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8"/>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8"/>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8"/>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35" name="Shape 235"/>
        <p:cNvGrpSpPr/>
        <p:nvPr/>
      </p:nvGrpSpPr>
      <p:grpSpPr>
        <a:xfrm>
          <a:off x="0" y="0"/>
          <a:ext cx="0" cy="0"/>
          <a:chOff x="0" y="0"/>
          <a:chExt cx="0" cy="0"/>
        </a:xfrm>
      </p:grpSpPr>
      <p:sp>
        <p:nvSpPr>
          <p:cNvPr id="236" name="Google Shape;236;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37" name="Google Shape;237;p29"/>
          <p:cNvGrpSpPr/>
          <p:nvPr/>
        </p:nvGrpSpPr>
        <p:grpSpPr>
          <a:xfrm>
            <a:off x="-289972" y="1493824"/>
            <a:ext cx="9188996" cy="3454187"/>
            <a:chOff x="-289972" y="1493824"/>
            <a:chExt cx="9188996" cy="3454187"/>
          </a:xfrm>
        </p:grpSpPr>
        <p:grpSp>
          <p:nvGrpSpPr>
            <p:cNvPr id="238" name="Google Shape;238;p29"/>
            <p:cNvGrpSpPr/>
            <p:nvPr/>
          </p:nvGrpSpPr>
          <p:grpSpPr>
            <a:xfrm>
              <a:off x="7962514" y="4260005"/>
              <a:ext cx="936510" cy="688006"/>
              <a:chOff x="3235964" y="2587955"/>
              <a:chExt cx="936510" cy="688006"/>
            </a:xfrm>
          </p:grpSpPr>
          <p:sp>
            <p:nvSpPr>
              <p:cNvPr id="239" name="Google Shape;239;p29"/>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9"/>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 name="Google Shape;241;p29"/>
            <p:cNvGrpSpPr/>
            <p:nvPr/>
          </p:nvGrpSpPr>
          <p:grpSpPr>
            <a:xfrm>
              <a:off x="-289972" y="1493824"/>
              <a:ext cx="935946" cy="1833882"/>
              <a:chOff x="4738303" y="2509949"/>
              <a:chExt cx="935946" cy="1833882"/>
            </a:xfrm>
          </p:grpSpPr>
          <p:sp>
            <p:nvSpPr>
              <p:cNvPr id="242" name="Google Shape;242;p29"/>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9"/>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9"/>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9"/>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9"/>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9"/>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48" name="Shape 248"/>
        <p:cNvGrpSpPr/>
        <p:nvPr/>
      </p:nvGrpSpPr>
      <p:grpSpPr>
        <a:xfrm>
          <a:off x="0" y="0"/>
          <a:ext cx="0" cy="0"/>
          <a:chOff x="0" y="0"/>
          <a:chExt cx="0" cy="0"/>
        </a:xfrm>
      </p:grpSpPr>
      <p:sp>
        <p:nvSpPr>
          <p:cNvPr id="249" name="Google Shape;249;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50" name="Google Shape;250;p30"/>
          <p:cNvGrpSpPr/>
          <p:nvPr/>
        </p:nvGrpSpPr>
        <p:grpSpPr>
          <a:xfrm>
            <a:off x="1081074" y="1933799"/>
            <a:ext cx="9631925" cy="3127580"/>
            <a:chOff x="1081074" y="1933799"/>
            <a:chExt cx="9631925" cy="3127580"/>
          </a:xfrm>
        </p:grpSpPr>
        <p:grpSp>
          <p:nvGrpSpPr>
            <p:cNvPr id="251" name="Google Shape;251;p30"/>
            <p:cNvGrpSpPr/>
            <p:nvPr/>
          </p:nvGrpSpPr>
          <p:grpSpPr>
            <a:xfrm>
              <a:off x="8135724" y="1933799"/>
              <a:ext cx="2577275" cy="1833510"/>
              <a:chOff x="781874" y="1294774"/>
              <a:chExt cx="2577275" cy="1833510"/>
            </a:xfrm>
          </p:grpSpPr>
          <p:sp>
            <p:nvSpPr>
              <p:cNvPr id="252" name="Google Shape;252;p30"/>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0"/>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0"/>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0"/>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0"/>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0"/>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0"/>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0"/>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0"/>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0"/>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 name="Google Shape;262;p30"/>
            <p:cNvGrpSpPr/>
            <p:nvPr/>
          </p:nvGrpSpPr>
          <p:grpSpPr>
            <a:xfrm>
              <a:off x="1081074" y="4146624"/>
              <a:ext cx="1345775" cy="914755"/>
              <a:chOff x="2264799" y="3654374"/>
              <a:chExt cx="1345775" cy="914755"/>
            </a:xfrm>
          </p:grpSpPr>
          <p:sp>
            <p:nvSpPr>
              <p:cNvPr id="263" name="Google Shape;263;p30"/>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0"/>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0"/>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0"/>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267" name="Shape 267"/>
        <p:cNvGrpSpPr/>
        <p:nvPr/>
      </p:nvGrpSpPr>
      <p:grpSpPr>
        <a:xfrm>
          <a:off x="0" y="0"/>
          <a:ext cx="0" cy="0"/>
          <a:chOff x="0" y="0"/>
          <a:chExt cx="0" cy="0"/>
        </a:xfrm>
      </p:grpSpPr>
      <p:sp>
        <p:nvSpPr>
          <p:cNvPr id="268" name="Google Shape;268;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69" name="Google Shape;269;p31"/>
          <p:cNvGrpSpPr/>
          <p:nvPr/>
        </p:nvGrpSpPr>
        <p:grpSpPr>
          <a:xfrm>
            <a:off x="6263389" y="-492526"/>
            <a:ext cx="2480210" cy="914755"/>
            <a:chOff x="6263389" y="-492526"/>
            <a:chExt cx="2480210" cy="914755"/>
          </a:xfrm>
        </p:grpSpPr>
        <p:grpSp>
          <p:nvGrpSpPr>
            <p:cNvPr id="270" name="Google Shape;270;p31"/>
            <p:cNvGrpSpPr/>
            <p:nvPr/>
          </p:nvGrpSpPr>
          <p:grpSpPr>
            <a:xfrm>
              <a:off x="6263389" y="-379145"/>
              <a:ext cx="936510" cy="688006"/>
              <a:chOff x="3235964" y="2587955"/>
              <a:chExt cx="936510" cy="688006"/>
            </a:xfrm>
          </p:grpSpPr>
          <p:sp>
            <p:nvSpPr>
              <p:cNvPr id="271" name="Google Shape;271;p31"/>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1"/>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 name="Google Shape;273;p31"/>
            <p:cNvGrpSpPr/>
            <p:nvPr/>
          </p:nvGrpSpPr>
          <p:grpSpPr>
            <a:xfrm>
              <a:off x="7397824" y="-492526"/>
              <a:ext cx="1345775" cy="914755"/>
              <a:chOff x="2264799" y="3654374"/>
              <a:chExt cx="1345775" cy="914755"/>
            </a:xfrm>
          </p:grpSpPr>
          <p:sp>
            <p:nvSpPr>
              <p:cNvPr id="274" name="Google Shape;274;p31"/>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1"/>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1"/>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1"/>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78" name="Shape 278"/>
        <p:cNvGrpSpPr/>
        <p:nvPr/>
      </p:nvGrpSpPr>
      <p:grpSpPr>
        <a:xfrm>
          <a:off x="0" y="0"/>
          <a:ext cx="0" cy="0"/>
          <a:chOff x="0" y="0"/>
          <a:chExt cx="0" cy="0"/>
        </a:xfrm>
      </p:grpSpPr>
      <p:pic>
        <p:nvPicPr>
          <p:cNvPr id="279" name="Google Shape;279;p3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80" name="Google Shape;280;p32"/>
          <p:cNvSpPr txBox="1"/>
          <p:nvPr>
            <p:ph type="title"/>
          </p:nvPr>
        </p:nvSpPr>
        <p:spPr>
          <a:xfrm>
            <a:off x="1226400" y="3128675"/>
            <a:ext cx="6691200" cy="66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81" name="Google Shape;281;p32"/>
          <p:cNvSpPr txBox="1"/>
          <p:nvPr>
            <p:ph idx="1" type="subTitle"/>
          </p:nvPr>
        </p:nvSpPr>
        <p:spPr>
          <a:xfrm>
            <a:off x="1226400" y="1429225"/>
            <a:ext cx="6691200" cy="151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282" name="Google Shape;282;p32"/>
          <p:cNvGrpSpPr/>
          <p:nvPr/>
        </p:nvGrpSpPr>
        <p:grpSpPr>
          <a:xfrm>
            <a:off x="-312476" y="134499"/>
            <a:ext cx="9211500" cy="5489485"/>
            <a:chOff x="-312476" y="134499"/>
            <a:chExt cx="9211500" cy="5489485"/>
          </a:xfrm>
        </p:grpSpPr>
        <p:grpSp>
          <p:nvGrpSpPr>
            <p:cNvPr id="283" name="Google Shape;283;p32"/>
            <p:cNvGrpSpPr/>
            <p:nvPr/>
          </p:nvGrpSpPr>
          <p:grpSpPr>
            <a:xfrm>
              <a:off x="-312476" y="3790474"/>
              <a:ext cx="2577275" cy="1833510"/>
              <a:chOff x="781874" y="1294774"/>
              <a:chExt cx="2577275" cy="1833510"/>
            </a:xfrm>
          </p:grpSpPr>
          <p:sp>
            <p:nvSpPr>
              <p:cNvPr id="284" name="Google Shape;284;p32"/>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2"/>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2"/>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2"/>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2"/>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2"/>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2"/>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2"/>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2"/>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2"/>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 name="Google Shape;294;p32"/>
            <p:cNvGrpSpPr/>
            <p:nvPr/>
          </p:nvGrpSpPr>
          <p:grpSpPr>
            <a:xfrm>
              <a:off x="7962514" y="1163280"/>
              <a:ext cx="936510" cy="688006"/>
              <a:chOff x="3235964" y="2587955"/>
              <a:chExt cx="936510" cy="688006"/>
            </a:xfrm>
          </p:grpSpPr>
          <p:sp>
            <p:nvSpPr>
              <p:cNvPr id="295" name="Google Shape;295;p32"/>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2"/>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 name="Google Shape;297;p32"/>
            <p:cNvGrpSpPr/>
            <p:nvPr/>
          </p:nvGrpSpPr>
          <p:grpSpPr>
            <a:xfrm>
              <a:off x="6905474" y="134499"/>
              <a:ext cx="1345775" cy="914755"/>
              <a:chOff x="2264799" y="3654374"/>
              <a:chExt cx="1345775" cy="914755"/>
            </a:xfrm>
          </p:grpSpPr>
          <p:sp>
            <p:nvSpPr>
              <p:cNvPr id="298" name="Google Shape;298;p32"/>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2"/>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2"/>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2"/>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02" name="Shape 302"/>
        <p:cNvGrpSpPr/>
        <p:nvPr/>
      </p:nvGrpSpPr>
      <p:grpSpPr>
        <a:xfrm>
          <a:off x="0" y="0"/>
          <a:ext cx="0" cy="0"/>
          <a:chOff x="0" y="0"/>
          <a:chExt cx="0" cy="0"/>
        </a:xfrm>
      </p:grpSpPr>
      <p:grpSp>
        <p:nvGrpSpPr>
          <p:cNvPr id="303" name="Google Shape;303;p33"/>
          <p:cNvGrpSpPr/>
          <p:nvPr/>
        </p:nvGrpSpPr>
        <p:grpSpPr>
          <a:xfrm>
            <a:off x="5605824" y="-266076"/>
            <a:ext cx="3292925" cy="5294769"/>
            <a:chOff x="5605824" y="-266076"/>
            <a:chExt cx="3292925" cy="5294769"/>
          </a:xfrm>
        </p:grpSpPr>
        <p:grpSp>
          <p:nvGrpSpPr>
            <p:cNvPr id="304" name="Google Shape;304;p33"/>
            <p:cNvGrpSpPr/>
            <p:nvPr/>
          </p:nvGrpSpPr>
          <p:grpSpPr>
            <a:xfrm>
              <a:off x="5605824" y="-266076"/>
              <a:ext cx="2577275" cy="1833510"/>
              <a:chOff x="781874" y="1294774"/>
              <a:chExt cx="2577275" cy="1833510"/>
            </a:xfrm>
          </p:grpSpPr>
          <p:sp>
            <p:nvSpPr>
              <p:cNvPr id="305" name="Google Shape;305;p33"/>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3"/>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3"/>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3"/>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3"/>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3"/>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3"/>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3"/>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3"/>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3"/>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5" name="Google Shape;315;p33"/>
            <p:cNvGrpSpPr/>
            <p:nvPr/>
          </p:nvGrpSpPr>
          <p:grpSpPr>
            <a:xfrm>
              <a:off x="7962803" y="3199534"/>
              <a:ext cx="935946" cy="1829159"/>
              <a:chOff x="4738303" y="2514672"/>
              <a:chExt cx="935946" cy="1829159"/>
            </a:xfrm>
          </p:grpSpPr>
          <p:sp>
            <p:nvSpPr>
              <p:cNvPr id="316" name="Google Shape;316;p33"/>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3"/>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33"/>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33"/>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33"/>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3"/>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22" name="Google Shape;322;p33"/>
          <p:cNvSpPr/>
          <p:nvPr>
            <p:ph idx="2" type="pic"/>
          </p:nvPr>
        </p:nvSpPr>
        <p:spPr>
          <a:xfrm>
            <a:off x="5273100" y="533863"/>
            <a:ext cx="2910000" cy="4075800"/>
          </a:xfrm>
          <a:prstGeom prst="rect">
            <a:avLst/>
          </a:prstGeom>
          <a:noFill/>
          <a:ln>
            <a:noFill/>
          </a:ln>
        </p:spPr>
      </p:sp>
      <p:sp>
        <p:nvSpPr>
          <p:cNvPr id="323" name="Google Shape;323;p33"/>
          <p:cNvSpPr txBox="1"/>
          <p:nvPr>
            <p:ph type="title"/>
          </p:nvPr>
        </p:nvSpPr>
        <p:spPr>
          <a:xfrm>
            <a:off x="720000" y="836175"/>
            <a:ext cx="3519600" cy="229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4" name="Google Shape;324;p33"/>
          <p:cNvSpPr txBox="1"/>
          <p:nvPr>
            <p:ph idx="1" type="subTitle"/>
          </p:nvPr>
        </p:nvSpPr>
        <p:spPr>
          <a:xfrm>
            <a:off x="720000" y="3132225"/>
            <a:ext cx="35196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25" name="Shape 325"/>
        <p:cNvGrpSpPr/>
        <p:nvPr/>
      </p:nvGrpSpPr>
      <p:grpSpPr>
        <a:xfrm>
          <a:off x="0" y="0"/>
          <a:ext cx="0" cy="0"/>
          <a:chOff x="0" y="0"/>
          <a:chExt cx="0" cy="0"/>
        </a:xfrm>
      </p:grpSpPr>
      <p:sp>
        <p:nvSpPr>
          <p:cNvPr id="326" name="Google Shape;326;p34"/>
          <p:cNvSpPr txBox="1"/>
          <p:nvPr>
            <p:ph type="title"/>
          </p:nvPr>
        </p:nvSpPr>
        <p:spPr>
          <a:xfrm>
            <a:off x="720000" y="1435213"/>
            <a:ext cx="3103500" cy="1108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7" name="Google Shape;327;p34"/>
          <p:cNvSpPr txBox="1"/>
          <p:nvPr>
            <p:ph idx="1" type="subTitle"/>
          </p:nvPr>
        </p:nvSpPr>
        <p:spPr>
          <a:xfrm>
            <a:off x="720000" y="2543688"/>
            <a:ext cx="3103500" cy="1164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28" name="Google Shape;328;p34"/>
          <p:cNvGrpSpPr/>
          <p:nvPr/>
        </p:nvGrpSpPr>
        <p:grpSpPr>
          <a:xfrm>
            <a:off x="876149" y="-589501"/>
            <a:ext cx="6689450" cy="6267410"/>
            <a:chOff x="876149" y="-589501"/>
            <a:chExt cx="6689450" cy="6267410"/>
          </a:xfrm>
        </p:grpSpPr>
        <p:grpSp>
          <p:nvGrpSpPr>
            <p:cNvPr id="329" name="Google Shape;329;p34"/>
            <p:cNvGrpSpPr/>
            <p:nvPr/>
          </p:nvGrpSpPr>
          <p:grpSpPr>
            <a:xfrm>
              <a:off x="876149" y="3844399"/>
              <a:ext cx="2577275" cy="1833510"/>
              <a:chOff x="781874" y="1294774"/>
              <a:chExt cx="2577275" cy="1833510"/>
            </a:xfrm>
          </p:grpSpPr>
          <p:sp>
            <p:nvSpPr>
              <p:cNvPr id="330" name="Google Shape;330;p34"/>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4"/>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4"/>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4"/>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4"/>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4"/>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4"/>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4"/>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4"/>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4"/>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0" name="Google Shape;340;p34"/>
            <p:cNvGrpSpPr/>
            <p:nvPr/>
          </p:nvGrpSpPr>
          <p:grpSpPr>
            <a:xfrm>
              <a:off x="6629653" y="-589501"/>
              <a:ext cx="935946" cy="1829159"/>
              <a:chOff x="4738303" y="2509949"/>
              <a:chExt cx="935946" cy="1829159"/>
            </a:xfrm>
          </p:grpSpPr>
          <p:sp>
            <p:nvSpPr>
              <p:cNvPr id="341" name="Google Shape;341;p34"/>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4"/>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4"/>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4"/>
              <p:cNvSpPr/>
              <p:nvPr/>
            </p:nvSpPr>
            <p:spPr>
              <a:xfrm rot="10800000">
                <a:off x="5149225" y="3655392"/>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4"/>
              <p:cNvSpPr/>
              <p:nvPr/>
            </p:nvSpPr>
            <p:spPr>
              <a:xfrm rot="10800000">
                <a:off x="4739588" y="3881008"/>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4"/>
              <p:cNvSpPr/>
              <p:nvPr/>
            </p:nvSpPr>
            <p:spPr>
              <a:xfrm rot="10800000">
                <a:off x="4739588" y="342304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47" name="Shape 347"/>
        <p:cNvGrpSpPr/>
        <p:nvPr/>
      </p:nvGrpSpPr>
      <p:grpSpPr>
        <a:xfrm>
          <a:off x="0" y="0"/>
          <a:ext cx="0" cy="0"/>
          <a:chOff x="0" y="0"/>
          <a:chExt cx="0" cy="0"/>
        </a:xfrm>
      </p:grpSpPr>
      <p:sp>
        <p:nvSpPr>
          <p:cNvPr id="348" name="Google Shape;348;p35"/>
          <p:cNvSpPr txBox="1"/>
          <p:nvPr>
            <p:ph type="title"/>
          </p:nvPr>
        </p:nvSpPr>
        <p:spPr>
          <a:xfrm>
            <a:off x="4038175" y="1712763"/>
            <a:ext cx="3968100" cy="68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49" name="Google Shape;349;p35"/>
          <p:cNvSpPr txBox="1"/>
          <p:nvPr>
            <p:ph idx="1" type="subTitle"/>
          </p:nvPr>
        </p:nvSpPr>
        <p:spPr>
          <a:xfrm>
            <a:off x="4038375" y="2399638"/>
            <a:ext cx="3968100" cy="103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50" name="Google Shape;350;p35"/>
          <p:cNvGrpSpPr/>
          <p:nvPr/>
        </p:nvGrpSpPr>
        <p:grpSpPr>
          <a:xfrm>
            <a:off x="-627601" y="-377251"/>
            <a:ext cx="7883675" cy="5333955"/>
            <a:chOff x="-627601" y="-377251"/>
            <a:chExt cx="7883675" cy="5333955"/>
          </a:xfrm>
        </p:grpSpPr>
        <p:grpSp>
          <p:nvGrpSpPr>
            <p:cNvPr id="351" name="Google Shape;351;p35"/>
            <p:cNvGrpSpPr/>
            <p:nvPr/>
          </p:nvGrpSpPr>
          <p:grpSpPr>
            <a:xfrm>
              <a:off x="-627601" y="-377251"/>
              <a:ext cx="2577275" cy="1833510"/>
              <a:chOff x="781874" y="1294774"/>
              <a:chExt cx="2577275" cy="1833510"/>
            </a:xfrm>
          </p:grpSpPr>
          <p:sp>
            <p:nvSpPr>
              <p:cNvPr id="352" name="Google Shape;352;p35"/>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5"/>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5"/>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5"/>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5"/>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5"/>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5"/>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5"/>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5"/>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5"/>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35"/>
            <p:cNvGrpSpPr/>
            <p:nvPr/>
          </p:nvGrpSpPr>
          <p:grpSpPr>
            <a:xfrm>
              <a:off x="5910299" y="4041949"/>
              <a:ext cx="1345775" cy="914755"/>
              <a:chOff x="2264799" y="3654374"/>
              <a:chExt cx="1345775" cy="914755"/>
            </a:xfrm>
          </p:grpSpPr>
          <p:sp>
            <p:nvSpPr>
              <p:cNvPr id="363" name="Google Shape;363;p35"/>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5"/>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5"/>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5"/>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1">
    <p:spTree>
      <p:nvGrpSpPr>
        <p:cNvPr id="367" name="Shape 367"/>
        <p:cNvGrpSpPr/>
        <p:nvPr/>
      </p:nvGrpSpPr>
      <p:grpSpPr>
        <a:xfrm>
          <a:off x="0" y="0"/>
          <a:ext cx="0" cy="0"/>
          <a:chOff x="0" y="0"/>
          <a:chExt cx="0" cy="0"/>
        </a:xfrm>
      </p:grpSpPr>
      <p:sp>
        <p:nvSpPr>
          <p:cNvPr id="368" name="Google Shape;368;p36"/>
          <p:cNvSpPr txBox="1"/>
          <p:nvPr>
            <p:ph type="title"/>
          </p:nvPr>
        </p:nvSpPr>
        <p:spPr>
          <a:xfrm>
            <a:off x="1222825" y="1801800"/>
            <a:ext cx="4193100" cy="741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69" name="Google Shape;369;p36"/>
          <p:cNvSpPr txBox="1"/>
          <p:nvPr>
            <p:ph idx="1" type="subTitle"/>
          </p:nvPr>
        </p:nvSpPr>
        <p:spPr>
          <a:xfrm>
            <a:off x="1222825" y="2543700"/>
            <a:ext cx="4193100" cy="93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70" name="Google Shape;370;p36"/>
          <p:cNvGrpSpPr/>
          <p:nvPr/>
        </p:nvGrpSpPr>
        <p:grpSpPr>
          <a:xfrm>
            <a:off x="150003" y="-316120"/>
            <a:ext cx="9703996" cy="3951429"/>
            <a:chOff x="150003" y="-316120"/>
            <a:chExt cx="9703996" cy="3951429"/>
          </a:xfrm>
        </p:grpSpPr>
        <p:grpSp>
          <p:nvGrpSpPr>
            <p:cNvPr id="371" name="Google Shape;371;p36"/>
            <p:cNvGrpSpPr/>
            <p:nvPr/>
          </p:nvGrpSpPr>
          <p:grpSpPr>
            <a:xfrm>
              <a:off x="7276724" y="1801799"/>
              <a:ext cx="2577275" cy="1833510"/>
              <a:chOff x="781874" y="1294774"/>
              <a:chExt cx="2577275" cy="1833510"/>
            </a:xfrm>
          </p:grpSpPr>
          <p:sp>
            <p:nvSpPr>
              <p:cNvPr id="372" name="Google Shape;372;p36"/>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6"/>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6"/>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6"/>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6"/>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6"/>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6"/>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6"/>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6"/>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6"/>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2" name="Google Shape;382;p36"/>
            <p:cNvGrpSpPr/>
            <p:nvPr/>
          </p:nvGrpSpPr>
          <p:grpSpPr>
            <a:xfrm>
              <a:off x="1328289" y="-316120"/>
              <a:ext cx="936510" cy="688006"/>
              <a:chOff x="3235964" y="2587955"/>
              <a:chExt cx="936510" cy="688006"/>
            </a:xfrm>
          </p:grpSpPr>
          <p:sp>
            <p:nvSpPr>
              <p:cNvPr id="383" name="Google Shape;383;p36"/>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6"/>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5" name="Google Shape;385;p36"/>
            <p:cNvGrpSpPr/>
            <p:nvPr/>
          </p:nvGrpSpPr>
          <p:grpSpPr>
            <a:xfrm>
              <a:off x="150003" y="142474"/>
              <a:ext cx="935946" cy="1829159"/>
              <a:chOff x="4738303" y="2509949"/>
              <a:chExt cx="935946" cy="1829159"/>
            </a:xfrm>
          </p:grpSpPr>
          <p:sp>
            <p:nvSpPr>
              <p:cNvPr id="386" name="Google Shape;386;p36"/>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6"/>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6"/>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6"/>
              <p:cNvSpPr/>
              <p:nvPr/>
            </p:nvSpPr>
            <p:spPr>
              <a:xfrm rot="10800000">
                <a:off x="5149225" y="3655392"/>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6"/>
              <p:cNvSpPr/>
              <p:nvPr/>
            </p:nvSpPr>
            <p:spPr>
              <a:xfrm rot="10800000">
                <a:off x="4739588" y="3881008"/>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6"/>
              <p:cNvSpPr/>
              <p:nvPr/>
            </p:nvSpPr>
            <p:spPr>
              <a:xfrm rot="10800000">
                <a:off x="4739588" y="342304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2">
    <p:spTree>
      <p:nvGrpSpPr>
        <p:cNvPr id="392" name="Shape 392"/>
        <p:cNvGrpSpPr/>
        <p:nvPr/>
      </p:nvGrpSpPr>
      <p:grpSpPr>
        <a:xfrm>
          <a:off x="0" y="0"/>
          <a:ext cx="0" cy="0"/>
          <a:chOff x="0" y="0"/>
          <a:chExt cx="0" cy="0"/>
        </a:xfrm>
      </p:grpSpPr>
      <p:sp>
        <p:nvSpPr>
          <p:cNvPr id="393" name="Google Shape;393;p37"/>
          <p:cNvSpPr txBox="1"/>
          <p:nvPr>
            <p:ph idx="1" type="body"/>
          </p:nvPr>
        </p:nvSpPr>
        <p:spPr>
          <a:xfrm>
            <a:off x="720000" y="1215750"/>
            <a:ext cx="5052000" cy="572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lt2"/>
              </a:buClr>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394" name="Google Shape;394;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95" name="Google Shape;395;p37"/>
          <p:cNvGrpSpPr/>
          <p:nvPr/>
        </p:nvGrpSpPr>
        <p:grpSpPr>
          <a:xfrm>
            <a:off x="6492739" y="2722049"/>
            <a:ext cx="3057485" cy="2798710"/>
            <a:chOff x="6492739" y="2722049"/>
            <a:chExt cx="3057485" cy="2798710"/>
          </a:xfrm>
        </p:grpSpPr>
        <p:grpSp>
          <p:nvGrpSpPr>
            <p:cNvPr id="396" name="Google Shape;396;p37"/>
            <p:cNvGrpSpPr/>
            <p:nvPr/>
          </p:nvGrpSpPr>
          <p:grpSpPr>
            <a:xfrm>
              <a:off x="6972949" y="3687249"/>
              <a:ext cx="2577275" cy="1833510"/>
              <a:chOff x="781874" y="1294774"/>
              <a:chExt cx="2577275" cy="1833510"/>
            </a:xfrm>
          </p:grpSpPr>
          <p:sp>
            <p:nvSpPr>
              <p:cNvPr id="397" name="Google Shape;397;p37"/>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37"/>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37"/>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37"/>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37"/>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7"/>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7"/>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37"/>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7"/>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37"/>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7" name="Google Shape;407;p37"/>
            <p:cNvGrpSpPr/>
            <p:nvPr/>
          </p:nvGrpSpPr>
          <p:grpSpPr>
            <a:xfrm>
              <a:off x="6492739" y="4117380"/>
              <a:ext cx="936510" cy="688006"/>
              <a:chOff x="3235964" y="2587955"/>
              <a:chExt cx="936510" cy="688006"/>
            </a:xfrm>
          </p:grpSpPr>
          <p:sp>
            <p:nvSpPr>
              <p:cNvPr id="408" name="Google Shape;408;p37"/>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7"/>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0" name="Google Shape;410;p37"/>
            <p:cNvGrpSpPr/>
            <p:nvPr/>
          </p:nvGrpSpPr>
          <p:grpSpPr>
            <a:xfrm>
              <a:off x="7429249" y="2722049"/>
              <a:ext cx="1345775" cy="914755"/>
              <a:chOff x="2264799" y="3654374"/>
              <a:chExt cx="1345775" cy="914755"/>
            </a:xfrm>
          </p:grpSpPr>
          <p:sp>
            <p:nvSpPr>
              <p:cNvPr id="411" name="Google Shape;411;p37"/>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7"/>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7"/>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7"/>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15" name="Shape 415"/>
        <p:cNvGrpSpPr/>
        <p:nvPr/>
      </p:nvGrpSpPr>
      <p:grpSpPr>
        <a:xfrm>
          <a:off x="0" y="0"/>
          <a:ext cx="0" cy="0"/>
          <a:chOff x="0" y="0"/>
          <a:chExt cx="0" cy="0"/>
        </a:xfrm>
      </p:grpSpPr>
      <p:sp>
        <p:nvSpPr>
          <p:cNvPr id="416" name="Google Shape;416;p38"/>
          <p:cNvSpPr txBox="1"/>
          <p:nvPr>
            <p:ph idx="1" type="subTitle"/>
          </p:nvPr>
        </p:nvSpPr>
        <p:spPr>
          <a:xfrm>
            <a:off x="4973485" y="2787779"/>
            <a:ext cx="3020100" cy="125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7" name="Google Shape;417;p38"/>
          <p:cNvSpPr txBox="1"/>
          <p:nvPr>
            <p:ph idx="2" type="subTitle"/>
          </p:nvPr>
        </p:nvSpPr>
        <p:spPr>
          <a:xfrm>
            <a:off x="1150407" y="2787779"/>
            <a:ext cx="3020100" cy="125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8" name="Google Shape;418;p38"/>
          <p:cNvSpPr txBox="1"/>
          <p:nvPr>
            <p:ph idx="3" type="subTitle"/>
          </p:nvPr>
        </p:nvSpPr>
        <p:spPr>
          <a:xfrm>
            <a:off x="1150408" y="2228879"/>
            <a:ext cx="3020100" cy="55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419" name="Google Shape;419;p38"/>
          <p:cNvSpPr txBox="1"/>
          <p:nvPr>
            <p:ph idx="4" type="subTitle"/>
          </p:nvPr>
        </p:nvSpPr>
        <p:spPr>
          <a:xfrm>
            <a:off x="4973493" y="2228879"/>
            <a:ext cx="3020100" cy="55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420" name="Google Shape;420;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421" name="Google Shape;421;p38"/>
          <p:cNvGrpSpPr/>
          <p:nvPr/>
        </p:nvGrpSpPr>
        <p:grpSpPr>
          <a:xfrm>
            <a:off x="-625776" y="3465724"/>
            <a:ext cx="9463650" cy="2543547"/>
            <a:chOff x="-625776" y="3465724"/>
            <a:chExt cx="9463650" cy="2543547"/>
          </a:xfrm>
        </p:grpSpPr>
        <p:grpSp>
          <p:nvGrpSpPr>
            <p:cNvPr id="422" name="Google Shape;422;p38"/>
            <p:cNvGrpSpPr/>
            <p:nvPr/>
          </p:nvGrpSpPr>
          <p:grpSpPr>
            <a:xfrm>
              <a:off x="1927011" y="4175761"/>
              <a:ext cx="2577275" cy="1833510"/>
              <a:chOff x="781874" y="1294774"/>
              <a:chExt cx="2577275" cy="1833510"/>
            </a:xfrm>
          </p:grpSpPr>
          <p:sp>
            <p:nvSpPr>
              <p:cNvPr id="423" name="Google Shape;423;p38"/>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8"/>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8"/>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8"/>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8"/>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38"/>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8"/>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8"/>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8"/>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8"/>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 name="Google Shape;433;p38"/>
            <p:cNvGrpSpPr/>
            <p:nvPr/>
          </p:nvGrpSpPr>
          <p:grpSpPr>
            <a:xfrm>
              <a:off x="7901928" y="3813647"/>
              <a:ext cx="935946" cy="1829159"/>
              <a:chOff x="4738303" y="2514672"/>
              <a:chExt cx="935946" cy="1829159"/>
            </a:xfrm>
          </p:grpSpPr>
          <p:sp>
            <p:nvSpPr>
              <p:cNvPr id="434" name="Google Shape;434;p38"/>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8"/>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8"/>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38"/>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8"/>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38"/>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0" name="Google Shape;440;p38"/>
            <p:cNvGrpSpPr/>
            <p:nvPr/>
          </p:nvGrpSpPr>
          <p:grpSpPr>
            <a:xfrm>
              <a:off x="-625776" y="3465724"/>
              <a:ext cx="1345775" cy="914755"/>
              <a:chOff x="2264799" y="3654374"/>
              <a:chExt cx="1345775" cy="914755"/>
            </a:xfrm>
          </p:grpSpPr>
          <p:sp>
            <p:nvSpPr>
              <p:cNvPr id="441" name="Google Shape;441;p38"/>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38"/>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38"/>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8"/>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45" name="Shape 445"/>
        <p:cNvGrpSpPr/>
        <p:nvPr/>
      </p:nvGrpSpPr>
      <p:grpSpPr>
        <a:xfrm>
          <a:off x="0" y="0"/>
          <a:ext cx="0" cy="0"/>
          <a:chOff x="0" y="0"/>
          <a:chExt cx="0" cy="0"/>
        </a:xfrm>
      </p:grpSpPr>
      <p:sp>
        <p:nvSpPr>
          <p:cNvPr id="446" name="Google Shape;446;p39"/>
          <p:cNvSpPr txBox="1"/>
          <p:nvPr>
            <p:ph idx="1" type="subTitle"/>
          </p:nvPr>
        </p:nvSpPr>
        <p:spPr>
          <a:xfrm>
            <a:off x="4832078" y="1667625"/>
            <a:ext cx="3254100" cy="220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7" name="Google Shape;447;p39"/>
          <p:cNvSpPr txBox="1"/>
          <p:nvPr>
            <p:ph idx="2" type="subTitle"/>
          </p:nvPr>
        </p:nvSpPr>
        <p:spPr>
          <a:xfrm>
            <a:off x="1057900" y="1667625"/>
            <a:ext cx="3254100" cy="220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8" name="Google Shape;448;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449" name="Google Shape;449;p39"/>
          <p:cNvGrpSpPr/>
          <p:nvPr/>
        </p:nvGrpSpPr>
        <p:grpSpPr>
          <a:xfrm>
            <a:off x="965824" y="3077647"/>
            <a:ext cx="7932925" cy="1846319"/>
            <a:chOff x="965824" y="3077647"/>
            <a:chExt cx="7932925" cy="1846319"/>
          </a:xfrm>
        </p:grpSpPr>
        <p:grpSp>
          <p:nvGrpSpPr>
            <p:cNvPr id="450" name="Google Shape;450;p39"/>
            <p:cNvGrpSpPr/>
            <p:nvPr/>
          </p:nvGrpSpPr>
          <p:grpSpPr>
            <a:xfrm>
              <a:off x="7962803" y="3077647"/>
              <a:ext cx="935946" cy="1829159"/>
              <a:chOff x="4738303" y="2514672"/>
              <a:chExt cx="935946" cy="1829159"/>
            </a:xfrm>
          </p:grpSpPr>
          <p:sp>
            <p:nvSpPr>
              <p:cNvPr id="451" name="Google Shape;451;p39"/>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9"/>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39"/>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9"/>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39"/>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9"/>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7" name="Google Shape;457;p39"/>
            <p:cNvGrpSpPr/>
            <p:nvPr/>
          </p:nvGrpSpPr>
          <p:grpSpPr>
            <a:xfrm>
              <a:off x="965824" y="4009211"/>
              <a:ext cx="1345775" cy="914755"/>
              <a:chOff x="2264799" y="3654374"/>
              <a:chExt cx="1345775" cy="914755"/>
            </a:xfrm>
          </p:grpSpPr>
          <p:sp>
            <p:nvSpPr>
              <p:cNvPr id="458" name="Google Shape;458;p39"/>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9"/>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9"/>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9"/>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2" name="Shape 462"/>
        <p:cNvGrpSpPr/>
        <p:nvPr/>
      </p:nvGrpSpPr>
      <p:grpSpPr>
        <a:xfrm>
          <a:off x="0" y="0"/>
          <a:ext cx="0" cy="0"/>
          <a:chOff x="0" y="0"/>
          <a:chExt cx="0" cy="0"/>
        </a:xfrm>
      </p:grpSpPr>
      <p:sp>
        <p:nvSpPr>
          <p:cNvPr id="463" name="Google Shape;463;p40"/>
          <p:cNvSpPr txBox="1"/>
          <p:nvPr>
            <p:ph idx="1" type="subTitle"/>
          </p:nvPr>
        </p:nvSpPr>
        <p:spPr>
          <a:xfrm>
            <a:off x="713225"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4" name="Google Shape;464;p40"/>
          <p:cNvSpPr txBox="1"/>
          <p:nvPr>
            <p:ph idx="2" type="subTitle"/>
          </p:nvPr>
        </p:nvSpPr>
        <p:spPr>
          <a:xfrm>
            <a:off x="3393900"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5" name="Google Shape;465;p40"/>
          <p:cNvSpPr txBox="1"/>
          <p:nvPr>
            <p:ph idx="3" type="subTitle"/>
          </p:nvPr>
        </p:nvSpPr>
        <p:spPr>
          <a:xfrm>
            <a:off x="6074574"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6" name="Google Shape;466;p40"/>
          <p:cNvSpPr txBox="1"/>
          <p:nvPr>
            <p:ph idx="4" type="subTitle"/>
          </p:nvPr>
        </p:nvSpPr>
        <p:spPr>
          <a:xfrm>
            <a:off x="713225"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467" name="Google Shape;467;p40"/>
          <p:cNvSpPr txBox="1"/>
          <p:nvPr>
            <p:ph idx="5" type="subTitle"/>
          </p:nvPr>
        </p:nvSpPr>
        <p:spPr>
          <a:xfrm>
            <a:off x="3393900"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468" name="Google Shape;468;p40"/>
          <p:cNvSpPr txBox="1"/>
          <p:nvPr>
            <p:ph idx="6" type="subTitle"/>
          </p:nvPr>
        </p:nvSpPr>
        <p:spPr>
          <a:xfrm>
            <a:off x="6074575"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469" name="Google Shape;469;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470" name="Google Shape;470;p40"/>
          <p:cNvGrpSpPr/>
          <p:nvPr/>
        </p:nvGrpSpPr>
        <p:grpSpPr>
          <a:xfrm>
            <a:off x="-391401" y="1603297"/>
            <a:ext cx="9868275" cy="4284737"/>
            <a:chOff x="-391401" y="1603297"/>
            <a:chExt cx="9868275" cy="4284737"/>
          </a:xfrm>
        </p:grpSpPr>
        <p:grpSp>
          <p:nvGrpSpPr>
            <p:cNvPr id="471" name="Google Shape;471;p40"/>
            <p:cNvGrpSpPr/>
            <p:nvPr/>
          </p:nvGrpSpPr>
          <p:grpSpPr>
            <a:xfrm>
              <a:off x="-391401" y="4054524"/>
              <a:ext cx="2577275" cy="1833510"/>
              <a:chOff x="781874" y="1294774"/>
              <a:chExt cx="2577275" cy="1833510"/>
            </a:xfrm>
          </p:grpSpPr>
          <p:sp>
            <p:nvSpPr>
              <p:cNvPr id="472" name="Google Shape;472;p40"/>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40"/>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0"/>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40"/>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0"/>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0"/>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0"/>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0"/>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0"/>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0"/>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2" name="Google Shape;482;p40"/>
            <p:cNvGrpSpPr/>
            <p:nvPr/>
          </p:nvGrpSpPr>
          <p:grpSpPr>
            <a:xfrm>
              <a:off x="7394764" y="4054530"/>
              <a:ext cx="936510" cy="688006"/>
              <a:chOff x="3235964" y="2587955"/>
              <a:chExt cx="936510" cy="688006"/>
            </a:xfrm>
          </p:grpSpPr>
          <p:sp>
            <p:nvSpPr>
              <p:cNvPr id="483" name="Google Shape;483;p40"/>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40"/>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5" name="Google Shape;485;p40"/>
            <p:cNvGrpSpPr/>
            <p:nvPr/>
          </p:nvGrpSpPr>
          <p:grpSpPr>
            <a:xfrm>
              <a:off x="8540928" y="1603297"/>
              <a:ext cx="935946" cy="1829159"/>
              <a:chOff x="4738303" y="2514672"/>
              <a:chExt cx="935946" cy="1829159"/>
            </a:xfrm>
          </p:grpSpPr>
          <p:sp>
            <p:nvSpPr>
              <p:cNvPr id="486" name="Google Shape;486;p40"/>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0"/>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0"/>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40"/>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40"/>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0"/>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2" name="Google Shape;492;p40"/>
            <p:cNvGrpSpPr/>
            <p:nvPr/>
          </p:nvGrpSpPr>
          <p:grpSpPr>
            <a:xfrm>
              <a:off x="4915099" y="4146624"/>
              <a:ext cx="1345775" cy="914755"/>
              <a:chOff x="2264799" y="3654374"/>
              <a:chExt cx="1345775" cy="914755"/>
            </a:xfrm>
          </p:grpSpPr>
          <p:sp>
            <p:nvSpPr>
              <p:cNvPr id="493" name="Google Shape;493;p40"/>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40"/>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0"/>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0"/>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97" name="Shape 497"/>
        <p:cNvGrpSpPr/>
        <p:nvPr/>
      </p:nvGrpSpPr>
      <p:grpSpPr>
        <a:xfrm>
          <a:off x="0" y="0"/>
          <a:ext cx="0" cy="0"/>
          <a:chOff x="0" y="0"/>
          <a:chExt cx="0" cy="0"/>
        </a:xfrm>
      </p:grpSpPr>
      <p:sp>
        <p:nvSpPr>
          <p:cNvPr id="498" name="Google Shape;498;p41"/>
          <p:cNvSpPr txBox="1"/>
          <p:nvPr>
            <p:ph idx="1" type="subTitle"/>
          </p:nvPr>
        </p:nvSpPr>
        <p:spPr>
          <a:xfrm>
            <a:off x="2319753" y="1942803"/>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9" name="Google Shape;499;p41"/>
          <p:cNvSpPr txBox="1"/>
          <p:nvPr>
            <p:ph idx="2" type="subTitle"/>
          </p:nvPr>
        </p:nvSpPr>
        <p:spPr>
          <a:xfrm>
            <a:off x="5467047" y="1942803"/>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0" name="Google Shape;500;p41"/>
          <p:cNvSpPr txBox="1"/>
          <p:nvPr>
            <p:ph idx="3" type="subTitle"/>
          </p:nvPr>
        </p:nvSpPr>
        <p:spPr>
          <a:xfrm>
            <a:off x="2319753" y="3357078"/>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1" name="Google Shape;501;p41"/>
          <p:cNvSpPr txBox="1"/>
          <p:nvPr>
            <p:ph idx="4" type="subTitle"/>
          </p:nvPr>
        </p:nvSpPr>
        <p:spPr>
          <a:xfrm>
            <a:off x="5467047" y="3357078"/>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2" name="Google Shape;502;p41"/>
          <p:cNvSpPr txBox="1"/>
          <p:nvPr>
            <p:ph idx="5" type="subTitle"/>
          </p:nvPr>
        </p:nvSpPr>
        <p:spPr>
          <a:xfrm>
            <a:off x="2319753" y="1537106"/>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03" name="Google Shape;503;p41"/>
          <p:cNvSpPr txBox="1"/>
          <p:nvPr>
            <p:ph idx="6" type="subTitle"/>
          </p:nvPr>
        </p:nvSpPr>
        <p:spPr>
          <a:xfrm>
            <a:off x="2319753" y="2951481"/>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04" name="Google Shape;504;p41"/>
          <p:cNvSpPr txBox="1"/>
          <p:nvPr>
            <p:ph idx="7" type="subTitle"/>
          </p:nvPr>
        </p:nvSpPr>
        <p:spPr>
          <a:xfrm>
            <a:off x="5467043" y="1537106"/>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05" name="Google Shape;505;p41"/>
          <p:cNvSpPr txBox="1"/>
          <p:nvPr>
            <p:ph idx="8" type="subTitle"/>
          </p:nvPr>
        </p:nvSpPr>
        <p:spPr>
          <a:xfrm>
            <a:off x="5467043" y="2951481"/>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06" name="Google Shape;506;p4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07" name="Google Shape;507;p41"/>
          <p:cNvGrpSpPr/>
          <p:nvPr/>
        </p:nvGrpSpPr>
        <p:grpSpPr>
          <a:xfrm>
            <a:off x="171639" y="3687249"/>
            <a:ext cx="9207610" cy="1833510"/>
            <a:chOff x="171639" y="3687249"/>
            <a:chExt cx="9207610" cy="1833510"/>
          </a:xfrm>
        </p:grpSpPr>
        <p:grpSp>
          <p:nvGrpSpPr>
            <p:cNvPr id="508" name="Google Shape;508;p41"/>
            <p:cNvGrpSpPr/>
            <p:nvPr/>
          </p:nvGrpSpPr>
          <p:grpSpPr>
            <a:xfrm>
              <a:off x="6801974" y="3687249"/>
              <a:ext cx="2577275" cy="1833510"/>
              <a:chOff x="781874" y="1294774"/>
              <a:chExt cx="2577275" cy="1833510"/>
            </a:xfrm>
          </p:grpSpPr>
          <p:sp>
            <p:nvSpPr>
              <p:cNvPr id="509" name="Google Shape;509;p41"/>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1"/>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1"/>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1"/>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1"/>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1"/>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1"/>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1"/>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1"/>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41"/>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41"/>
            <p:cNvGrpSpPr/>
            <p:nvPr/>
          </p:nvGrpSpPr>
          <p:grpSpPr>
            <a:xfrm>
              <a:off x="171639" y="3767755"/>
              <a:ext cx="936510" cy="688006"/>
              <a:chOff x="3235964" y="2587955"/>
              <a:chExt cx="936510" cy="688006"/>
            </a:xfrm>
          </p:grpSpPr>
          <p:sp>
            <p:nvSpPr>
              <p:cNvPr id="520" name="Google Shape;520;p41"/>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1"/>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2" name="Google Shape;522;p41"/>
            <p:cNvGrpSpPr/>
            <p:nvPr/>
          </p:nvGrpSpPr>
          <p:grpSpPr>
            <a:xfrm>
              <a:off x="1108149" y="4146624"/>
              <a:ext cx="1345775" cy="914755"/>
              <a:chOff x="2264799" y="3654374"/>
              <a:chExt cx="1345775" cy="914755"/>
            </a:xfrm>
          </p:grpSpPr>
          <p:sp>
            <p:nvSpPr>
              <p:cNvPr id="523" name="Google Shape;523;p41"/>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1"/>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1"/>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1"/>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27" name="Shape 527"/>
        <p:cNvGrpSpPr/>
        <p:nvPr/>
      </p:nvGrpSpPr>
      <p:grpSpPr>
        <a:xfrm>
          <a:off x="0" y="0"/>
          <a:ext cx="0" cy="0"/>
          <a:chOff x="0" y="0"/>
          <a:chExt cx="0" cy="0"/>
        </a:xfrm>
      </p:grpSpPr>
      <p:sp>
        <p:nvSpPr>
          <p:cNvPr id="528" name="Google Shape;528;p42"/>
          <p:cNvSpPr txBox="1"/>
          <p:nvPr>
            <p:ph idx="1" type="subTitle"/>
          </p:nvPr>
        </p:nvSpPr>
        <p:spPr>
          <a:xfrm>
            <a:off x="726651"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9" name="Google Shape;529;p42"/>
          <p:cNvSpPr txBox="1"/>
          <p:nvPr>
            <p:ph idx="2" type="subTitle"/>
          </p:nvPr>
        </p:nvSpPr>
        <p:spPr>
          <a:xfrm>
            <a:off x="3474109"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0" name="Google Shape;530;p42"/>
          <p:cNvSpPr txBox="1"/>
          <p:nvPr>
            <p:ph idx="3" type="subTitle"/>
          </p:nvPr>
        </p:nvSpPr>
        <p:spPr>
          <a:xfrm>
            <a:off x="726651"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1" name="Google Shape;531;p42"/>
          <p:cNvSpPr txBox="1"/>
          <p:nvPr>
            <p:ph idx="4" type="subTitle"/>
          </p:nvPr>
        </p:nvSpPr>
        <p:spPr>
          <a:xfrm>
            <a:off x="3474109"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2" name="Google Shape;532;p42"/>
          <p:cNvSpPr txBox="1"/>
          <p:nvPr>
            <p:ph idx="5" type="subTitle"/>
          </p:nvPr>
        </p:nvSpPr>
        <p:spPr>
          <a:xfrm>
            <a:off x="6221568"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3" name="Google Shape;533;p42"/>
          <p:cNvSpPr txBox="1"/>
          <p:nvPr>
            <p:ph idx="6" type="subTitle"/>
          </p:nvPr>
        </p:nvSpPr>
        <p:spPr>
          <a:xfrm>
            <a:off x="6221568"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4" name="Google Shape;534;p42"/>
          <p:cNvSpPr txBox="1"/>
          <p:nvPr>
            <p:ph idx="7" type="subTitle"/>
          </p:nvPr>
        </p:nvSpPr>
        <p:spPr>
          <a:xfrm>
            <a:off x="730989"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5" name="Google Shape;535;p42"/>
          <p:cNvSpPr txBox="1"/>
          <p:nvPr>
            <p:ph idx="8" type="subTitle"/>
          </p:nvPr>
        </p:nvSpPr>
        <p:spPr>
          <a:xfrm>
            <a:off x="3478447"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6" name="Google Shape;536;p42"/>
          <p:cNvSpPr txBox="1"/>
          <p:nvPr>
            <p:ph idx="9" type="subTitle"/>
          </p:nvPr>
        </p:nvSpPr>
        <p:spPr>
          <a:xfrm>
            <a:off x="6225906"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7" name="Google Shape;537;p42"/>
          <p:cNvSpPr txBox="1"/>
          <p:nvPr>
            <p:ph idx="13" type="subTitle"/>
          </p:nvPr>
        </p:nvSpPr>
        <p:spPr>
          <a:xfrm>
            <a:off x="730989"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8" name="Google Shape;538;p42"/>
          <p:cNvSpPr txBox="1"/>
          <p:nvPr>
            <p:ph idx="14" type="subTitle"/>
          </p:nvPr>
        </p:nvSpPr>
        <p:spPr>
          <a:xfrm>
            <a:off x="3478447"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9" name="Google Shape;539;p42"/>
          <p:cNvSpPr txBox="1"/>
          <p:nvPr>
            <p:ph idx="15" type="subTitle"/>
          </p:nvPr>
        </p:nvSpPr>
        <p:spPr>
          <a:xfrm>
            <a:off x="6225906"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40" name="Google Shape;540;p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41" name="Google Shape;541;p42"/>
          <p:cNvGrpSpPr/>
          <p:nvPr/>
        </p:nvGrpSpPr>
        <p:grpSpPr>
          <a:xfrm>
            <a:off x="324089" y="4387674"/>
            <a:ext cx="8509210" cy="926987"/>
            <a:chOff x="313264" y="4021024"/>
            <a:chExt cx="8509210" cy="926987"/>
          </a:xfrm>
        </p:grpSpPr>
        <p:grpSp>
          <p:nvGrpSpPr>
            <p:cNvPr id="542" name="Google Shape;542;p42"/>
            <p:cNvGrpSpPr/>
            <p:nvPr/>
          </p:nvGrpSpPr>
          <p:grpSpPr>
            <a:xfrm>
              <a:off x="313264" y="4260005"/>
              <a:ext cx="936510" cy="688006"/>
              <a:chOff x="3235964" y="2587955"/>
              <a:chExt cx="936510" cy="688006"/>
            </a:xfrm>
          </p:grpSpPr>
          <p:sp>
            <p:nvSpPr>
              <p:cNvPr id="543" name="Google Shape;543;p42"/>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2"/>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5" name="Google Shape;545;p42"/>
            <p:cNvGrpSpPr/>
            <p:nvPr/>
          </p:nvGrpSpPr>
          <p:grpSpPr>
            <a:xfrm>
              <a:off x="7476699" y="4021024"/>
              <a:ext cx="1345775" cy="914755"/>
              <a:chOff x="2264799" y="3654374"/>
              <a:chExt cx="1345775" cy="914755"/>
            </a:xfrm>
          </p:grpSpPr>
          <p:sp>
            <p:nvSpPr>
              <p:cNvPr id="546" name="Google Shape;546;p42"/>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2"/>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42"/>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2"/>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50" name="Shape 550"/>
        <p:cNvGrpSpPr/>
        <p:nvPr/>
      </p:nvGrpSpPr>
      <p:grpSpPr>
        <a:xfrm>
          <a:off x="0" y="0"/>
          <a:ext cx="0" cy="0"/>
          <a:chOff x="0" y="0"/>
          <a:chExt cx="0" cy="0"/>
        </a:xfrm>
      </p:grpSpPr>
      <p:pic>
        <p:nvPicPr>
          <p:cNvPr id="551" name="Google Shape;551;p4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52" name="Google Shape;552;p43"/>
          <p:cNvSpPr txBox="1"/>
          <p:nvPr>
            <p:ph type="title"/>
          </p:nvPr>
        </p:nvSpPr>
        <p:spPr>
          <a:xfrm>
            <a:off x="2223600" y="638357"/>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3" name="Google Shape;553;p43"/>
          <p:cNvSpPr txBox="1"/>
          <p:nvPr>
            <p:ph idx="1" type="subTitle"/>
          </p:nvPr>
        </p:nvSpPr>
        <p:spPr>
          <a:xfrm>
            <a:off x="2223600" y="1327275"/>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554" name="Google Shape;554;p43"/>
          <p:cNvSpPr txBox="1"/>
          <p:nvPr>
            <p:ph idx="2" type="title"/>
          </p:nvPr>
        </p:nvSpPr>
        <p:spPr>
          <a:xfrm>
            <a:off x="2223600" y="1990612"/>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5" name="Google Shape;555;p43"/>
          <p:cNvSpPr txBox="1"/>
          <p:nvPr>
            <p:ph idx="3" type="subTitle"/>
          </p:nvPr>
        </p:nvSpPr>
        <p:spPr>
          <a:xfrm>
            <a:off x="2223600" y="2679527"/>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556" name="Google Shape;556;p43"/>
          <p:cNvSpPr txBox="1"/>
          <p:nvPr>
            <p:ph idx="4" type="title"/>
          </p:nvPr>
        </p:nvSpPr>
        <p:spPr>
          <a:xfrm>
            <a:off x="2223600" y="3342868"/>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7" name="Google Shape;557;p43"/>
          <p:cNvSpPr txBox="1"/>
          <p:nvPr>
            <p:ph idx="5" type="subTitle"/>
          </p:nvPr>
        </p:nvSpPr>
        <p:spPr>
          <a:xfrm>
            <a:off x="2223600" y="4031797"/>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558" name="Google Shape;558;p43"/>
          <p:cNvGrpSpPr/>
          <p:nvPr/>
        </p:nvGrpSpPr>
        <p:grpSpPr>
          <a:xfrm>
            <a:off x="202374" y="239324"/>
            <a:ext cx="9683050" cy="4722185"/>
            <a:chOff x="202374" y="239324"/>
            <a:chExt cx="9683050" cy="4722185"/>
          </a:xfrm>
        </p:grpSpPr>
        <p:grpSp>
          <p:nvGrpSpPr>
            <p:cNvPr id="559" name="Google Shape;559;p43"/>
            <p:cNvGrpSpPr/>
            <p:nvPr/>
          </p:nvGrpSpPr>
          <p:grpSpPr>
            <a:xfrm>
              <a:off x="7308149" y="3127999"/>
              <a:ext cx="2577275" cy="1833510"/>
              <a:chOff x="781874" y="1294774"/>
              <a:chExt cx="2577275" cy="1833510"/>
            </a:xfrm>
          </p:grpSpPr>
          <p:sp>
            <p:nvSpPr>
              <p:cNvPr id="560" name="Google Shape;560;p43"/>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43"/>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3"/>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3"/>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3"/>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3"/>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43"/>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3"/>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3"/>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3"/>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0" name="Google Shape;570;p43"/>
            <p:cNvGrpSpPr/>
            <p:nvPr/>
          </p:nvGrpSpPr>
          <p:grpSpPr>
            <a:xfrm>
              <a:off x="7918539" y="1927980"/>
              <a:ext cx="936510" cy="688006"/>
              <a:chOff x="3235964" y="2587955"/>
              <a:chExt cx="936510" cy="688006"/>
            </a:xfrm>
          </p:grpSpPr>
          <p:sp>
            <p:nvSpPr>
              <p:cNvPr id="571" name="Google Shape;571;p43"/>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3"/>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3" name="Google Shape;573;p43"/>
            <p:cNvGrpSpPr/>
            <p:nvPr/>
          </p:nvGrpSpPr>
          <p:grpSpPr>
            <a:xfrm>
              <a:off x="202378" y="3017522"/>
              <a:ext cx="935946" cy="1829159"/>
              <a:chOff x="4738303" y="2514672"/>
              <a:chExt cx="935946" cy="1829159"/>
            </a:xfrm>
          </p:grpSpPr>
          <p:sp>
            <p:nvSpPr>
              <p:cNvPr id="574" name="Google Shape;574;p43"/>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3"/>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43"/>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43"/>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3"/>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43"/>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 name="Google Shape;580;p43"/>
            <p:cNvGrpSpPr/>
            <p:nvPr/>
          </p:nvGrpSpPr>
          <p:grpSpPr>
            <a:xfrm>
              <a:off x="202374" y="239324"/>
              <a:ext cx="1345775" cy="914755"/>
              <a:chOff x="2264799" y="3654374"/>
              <a:chExt cx="1345775" cy="914755"/>
            </a:xfrm>
          </p:grpSpPr>
          <p:sp>
            <p:nvSpPr>
              <p:cNvPr id="581" name="Google Shape;581;p43"/>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3"/>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3"/>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3"/>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85" name="Shape 585"/>
        <p:cNvGrpSpPr/>
        <p:nvPr/>
      </p:nvGrpSpPr>
      <p:grpSpPr>
        <a:xfrm>
          <a:off x="0" y="0"/>
          <a:ext cx="0" cy="0"/>
          <a:chOff x="0" y="0"/>
          <a:chExt cx="0" cy="0"/>
        </a:xfrm>
      </p:grpSpPr>
      <p:sp>
        <p:nvSpPr>
          <p:cNvPr id="586" name="Google Shape;586;p44"/>
          <p:cNvSpPr txBox="1"/>
          <p:nvPr>
            <p:ph type="title"/>
          </p:nvPr>
        </p:nvSpPr>
        <p:spPr>
          <a:xfrm>
            <a:off x="1147374" y="1581150"/>
            <a:ext cx="15441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87" name="Google Shape;587;p44"/>
          <p:cNvSpPr txBox="1"/>
          <p:nvPr>
            <p:ph idx="1" type="subTitle"/>
          </p:nvPr>
        </p:nvSpPr>
        <p:spPr>
          <a:xfrm>
            <a:off x="720043"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8" name="Google Shape;588;p44"/>
          <p:cNvSpPr txBox="1"/>
          <p:nvPr>
            <p:ph idx="2" type="subTitle"/>
          </p:nvPr>
        </p:nvSpPr>
        <p:spPr>
          <a:xfrm>
            <a:off x="720043"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89" name="Google Shape;589;p44"/>
          <p:cNvSpPr txBox="1"/>
          <p:nvPr>
            <p:ph idx="3" type="title"/>
          </p:nvPr>
        </p:nvSpPr>
        <p:spPr>
          <a:xfrm>
            <a:off x="3800538" y="1581150"/>
            <a:ext cx="15426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90" name="Google Shape;590;p44"/>
          <p:cNvSpPr txBox="1"/>
          <p:nvPr>
            <p:ph idx="4" type="subTitle"/>
          </p:nvPr>
        </p:nvSpPr>
        <p:spPr>
          <a:xfrm>
            <a:off x="3372600"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1" name="Google Shape;591;p44"/>
          <p:cNvSpPr txBox="1"/>
          <p:nvPr>
            <p:ph idx="5" type="subTitle"/>
          </p:nvPr>
        </p:nvSpPr>
        <p:spPr>
          <a:xfrm>
            <a:off x="3372600"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92" name="Google Shape;592;p44"/>
          <p:cNvSpPr txBox="1"/>
          <p:nvPr>
            <p:ph idx="6" type="title"/>
          </p:nvPr>
        </p:nvSpPr>
        <p:spPr>
          <a:xfrm>
            <a:off x="6450528" y="1581150"/>
            <a:ext cx="15426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93" name="Google Shape;593;p44"/>
          <p:cNvSpPr txBox="1"/>
          <p:nvPr>
            <p:ph idx="7" type="subTitle"/>
          </p:nvPr>
        </p:nvSpPr>
        <p:spPr>
          <a:xfrm>
            <a:off x="6025157"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4" name="Google Shape;594;p44"/>
          <p:cNvSpPr txBox="1"/>
          <p:nvPr>
            <p:ph idx="8" type="subTitle"/>
          </p:nvPr>
        </p:nvSpPr>
        <p:spPr>
          <a:xfrm>
            <a:off x="6025157"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95" name="Google Shape;595;p44"/>
          <p:cNvSpPr txBox="1"/>
          <p:nvPr>
            <p:ph idx="9"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96" name="Google Shape;596;p44"/>
          <p:cNvGrpSpPr/>
          <p:nvPr/>
        </p:nvGrpSpPr>
        <p:grpSpPr>
          <a:xfrm>
            <a:off x="-184236" y="1886080"/>
            <a:ext cx="9122035" cy="4187626"/>
            <a:chOff x="-223286" y="1666105"/>
            <a:chExt cx="9122035" cy="4187626"/>
          </a:xfrm>
        </p:grpSpPr>
        <p:grpSp>
          <p:nvGrpSpPr>
            <p:cNvPr id="597" name="Google Shape;597;p44"/>
            <p:cNvGrpSpPr/>
            <p:nvPr/>
          </p:nvGrpSpPr>
          <p:grpSpPr>
            <a:xfrm>
              <a:off x="-223286" y="1666105"/>
              <a:ext cx="936510" cy="688006"/>
              <a:chOff x="3235964" y="2587955"/>
              <a:chExt cx="936510" cy="688006"/>
            </a:xfrm>
          </p:grpSpPr>
          <p:sp>
            <p:nvSpPr>
              <p:cNvPr id="598" name="Google Shape;598;p44"/>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4"/>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0" name="Google Shape;600;p44"/>
            <p:cNvGrpSpPr/>
            <p:nvPr/>
          </p:nvGrpSpPr>
          <p:grpSpPr>
            <a:xfrm>
              <a:off x="7962803" y="4019849"/>
              <a:ext cx="935946" cy="1833882"/>
              <a:chOff x="4738303" y="2509949"/>
              <a:chExt cx="935946" cy="1833882"/>
            </a:xfrm>
          </p:grpSpPr>
          <p:sp>
            <p:nvSpPr>
              <p:cNvPr id="601" name="Google Shape;601;p44"/>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4"/>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4"/>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4"/>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4"/>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4"/>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07" name="Shape 607"/>
        <p:cNvGrpSpPr/>
        <p:nvPr/>
      </p:nvGrpSpPr>
      <p:grpSpPr>
        <a:xfrm>
          <a:off x="0" y="0"/>
          <a:ext cx="0" cy="0"/>
          <a:chOff x="0" y="0"/>
          <a:chExt cx="0" cy="0"/>
        </a:xfrm>
      </p:grpSpPr>
      <p:pic>
        <p:nvPicPr>
          <p:cNvPr id="608" name="Google Shape;608;p4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09" name="Google Shape;609;p45"/>
          <p:cNvSpPr txBox="1"/>
          <p:nvPr>
            <p:ph type="title"/>
          </p:nvPr>
        </p:nvSpPr>
        <p:spPr>
          <a:xfrm>
            <a:off x="2347938" y="538472"/>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10" name="Google Shape;610;p45"/>
          <p:cNvSpPr txBox="1"/>
          <p:nvPr>
            <p:ph idx="1" type="subTitle"/>
          </p:nvPr>
        </p:nvSpPr>
        <p:spPr>
          <a:xfrm>
            <a:off x="2347900" y="1841450"/>
            <a:ext cx="4448100" cy="1058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1" name="Google Shape;611;p45"/>
          <p:cNvSpPr txBox="1"/>
          <p:nvPr/>
        </p:nvSpPr>
        <p:spPr>
          <a:xfrm>
            <a:off x="1897650" y="3611950"/>
            <a:ext cx="53487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Poppins"/>
                <a:ea typeface="Poppins"/>
                <a:cs typeface="Poppins"/>
                <a:sym typeface="Poppins"/>
              </a:rPr>
              <a:t>CREDITS:</a:t>
            </a:r>
            <a:r>
              <a:rPr b="0" i="0" lang="en" sz="1200" u="none" cap="none" strike="noStrike">
                <a:solidFill>
                  <a:schemeClr val="dk1"/>
                </a:solidFill>
                <a:latin typeface="Poppins"/>
                <a:ea typeface="Poppins"/>
                <a:cs typeface="Poppins"/>
                <a:sym typeface="Poppins"/>
              </a:rPr>
              <a:t> This presentation template was created by </a:t>
            </a:r>
            <a:r>
              <a:rPr b="1" i="0" lang="en" sz="1200" u="sng" cap="none" strike="noStrike">
                <a:solidFill>
                  <a:schemeClr val="hlink"/>
                </a:solidFill>
                <a:latin typeface="Poppins"/>
                <a:ea typeface="Poppins"/>
                <a:cs typeface="Poppins"/>
                <a:sym typeface="Poppins"/>
                <a:hlinkClick r:id="rId3"/>
              </a:rPr>
              <a:t>Slidesgo</a:t>
            </a:r>
            <a:r>
              <a:rPr b="0" i="0" lang="en" sz="1200" u="none" cap="none" strike="noStrike">
                <a:solidFill>
                  <a:schemeClr val="dk1"/>
                </a:solidFill>
                <a:latin typeface="Poppins"/>
                <a:ea typeface="Poppins"/>
                <a:cs typeface="Poppins"/>
                <a:sym typeface="Poppins"/>
              </a:rPr>
              <a:t>, and includes icons by </a:t>
            </a:r>
            <a:r>
              <a:rPr b="1" i="0" lang="en" sz="1200" u="sng" cap="none" strike="noStrike">
                <a:solidFill>
                  <a:schemeClr val="dk1"/>
                </a:solidFill>
                <a:latin typeface="Poppins"/>
                <a:ea typeface="Poppins"/>
                <a:cs typeface="Poppins"/>
                <a:sym typeface="Poppins"/>
                <a:hlinkClick r:id="rId4">
                  <a:extLst>
                    <a:ext uri="{A12FA001-AC4F-418D-AE19-62706E023703}">
                      <ahyp:hlinkClr val="tx"/>
                    </a:ext>
                  </a:extLst>
                </a:hlinkClick>
              </a:rPr>
              <a:t>Flaticon</a:t>
            </a:r>
            <a:r>
              <a:rPr b="0" i="0" lang="en" sz="1200" u="none" cap="none" strike="noStrike">
                <a:solidFill>
                  <a:schemeClr val="dk1"/>
                </a:solidFill>
                <a:latin typeface="Poppins"/>
                <a:ea typeface="Poppins"/>
                <a:cs typeface="Poppins"/>
                <a:sym typeface="Poppins"/>
              </a:rPr>
              <a:t>, and infographics &amp; images by </a:t>
            </a:r>
            <a:r>
              <a:rPr b="1" i="0" lang="en" sz="1200" u="sng" cap="none" strike="noStrike">
                <a:solidFill>
                  <a:schemeClr val="dk1"/>
                </a:solidFill>
                <a:latin typeface="Poppins"/>
                <a:ea typeface="Poppins"/>
                <a:cs typeface="Poppins"/>
                <a:sym typeface="Poppins"/>
                <a:hlinkClick r:id="rId5">
                  <a:extLst>
                    <a:ext uri="{A12FA001-AC4F-418D-AE19-62706E023703}">
                      <ahyp:hlinkClr val="tx"/>
                    </a:ext>
                  </a:extLst>
                </a:hlinkClick>
              </a:rPr>
              <a:t>Freepik</a:t>
            </a:r>
            <a:r>
              <a:rPr b="0" i="0" lang="en" sz="1200" u="sng" cap="none" strike="noStrike">
                <a:solidFill>
                  <a:schemeClr val="dk1"/>
                </a:solidFill>
                <a:latin typeface="Poppins"/>
                <a:ea typeface="Poppins"/>
                <a:cs typeface="Poppins"/>
                <a:sym typeface="Poppins"/>
              </a:rPr>
              <a:t> </a:t>
            </a:r>
            <a:endParaRPr b="1" i="0" sz="1200" u="sng" cap="none" strike="noStrike">
              <a:solidFill>
                <a:schemeClr val="dk1"/>
              </a:solidFill>
              <a:latin typeface="Poppins"/>
              <a:ea typeface="Poppins"/>
              <a:cs typeface="Poppins"/>
              <a:sym typeface="Poppins"/>
            </a:endParaRPr>
          </a:p>
        </p:txBody>
      </p:sp>
      <p:grpSp>
        <p:nvGrpSpPr>
          <p:cNvPr id="612" name="Google Shape;612;p45"/>
          <p:cNvGrpSpPr/>
          <p:nvPr/>
        </p:nvGrpSpPr>
        <p:grpSpPr>
          <a:xfrm>
            <a:off x="202378" y="1912824"/>
            <a:ext cx="9621246" cy="3038210"/>
            <a:chOff x="202378" y="1912824"/>
            <a:chExt cx="9621246" cy="3038210"/>
          </a:xfrm>
        </p:grpSpPr>
        <p:grpSp>
          <p:nvGrpSpPr>
            <p:cNvPr id="613" name="Google Shape;613;p45"/>
            <p:cNvGrpSpPr/>
            <p:nvPr/>
          </p:nvGrpSpPr>
          <p:grpSpPr>
            <a:xfrm>
              <a:off x="7246349" y="3117524"/>
              <a:ext cx="2577275" cy="1833510"/>
              <a:chOff x="781874" y="1294774"/>
              <a:chExt cx="2577275" cy="1833510"/>
            </a:xfrm>
          </p:grpSpPr>
          <p:sp>
            <p:nvSpPr>
              <p:cNvPr id="614" name="Google Shape;614;p45"/>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45"/>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45"/>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45"/>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45"/>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45"/>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45"/>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45"/>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45"/>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45"/>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4" name="Google Shape;624;p45"/>
            <p:cNvGrpSpPr/>
            <p:nvPr/>
          </p:nvGrpSpPr>
          <p:grpSpPr>
            <a:xfrm>
              <a:off x="202378" y="1912824"/>
              <a:ext cx="935946" cy="1833882"/>
              <a:chOff x="4738303" y="2509949"/>
              <a:chExt cx="935946" cy="1833882"/>
            </a:xfrm>
          </p:grpSpPr>
          <p:sp>
            <p:nvSpPr>
              <p:cNvPr id="625" name="Google Shape;625;p45"/>
              <p:cNvSpPr/>
              <p:nvPr/>
            </p:nvSpPr>
            <p:spPr>
              <a:xfrm rot="10800000">
                <a:off x="5149249" y="273563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5"/>
              <p:cNvSpPr/>
              <p:nvPr/>
            </p:nvSpPr>
            <p:spPr>
              <a:xfrm rot="10800000">
                <a:off x="4739611" y="2966604"/>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5"/>
              <p:cNvSpPr/>
              <p:nvPr/>
            </p:nvSpPr>
            <p:spPr>
              <a:xfrm rot="10800000">
                <a:off x="4738303" y="2509949"/>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45"/>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5"/>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45"/>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31" name="Shape 631"/>
        <p:cNvGrpSpPr/>
        <p:nvPr/>
      </p:nvGrpSpPr>
      <p:grpSpPr>
        <a:xfrm>
          <a:off x="0" y="0"/>
          <a:ext cx="0" cy="0"/>
          <a:chOff x="0" y="0"/>
          <a:chExt cx="0" cy="0"/>
        </a:xfrm>
      </p:grpSpPr>
      <p:pic>
        <p:nvPicPr>
          <p:cNvPr id="632" name="Google Shape;632;p46"/>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633" name="Google Shape;633;p46"/>
          <p:cNvGrpSpPr/>
          <p:nvPr/>
        </p:nvGrpSpPr>
        <p:grpSpPr>
          <a:xfrm>
            <a:off x="-234251" y="-297501"/>
            <a:ext cx="9082600" cy="5165107"/>
            <a:chOff x="-234251" y="-297501"/>
            <a:chExt cx="9082600" cy="5165107"/>
          </a:xfrm>
        </p:grpSpPr>
        <p:grpSp>
          <p:nvGrpSpPr>
            <p:cNvPr id="634" name="Google Shape;634;p46"/>
            <p:cNvGrpSpPr/>
            <p:nvPr/>
          </p:nvGrpSpPr>
          <p:grpSpPr>
            <a:xfrm>
              <a:off x="-234251" y="-297501"/>
              <a:ext cx="2577275" cy="1833510"/>
              <a:chOff x="781874" y="1294774"/>
              <a:chExt cx="2577275" cy="1833510"/>
            </a:xfrm>
          </p:grpSpPr>
          <p:sp>
            <p:nvSpPr>
              <p:cNvPr id="635" name="Google Shape;635;p46"/>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46"/>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46"/>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46"/>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46"/>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46"/>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46"/>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46"/>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46"/>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46"/>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5" name="Google Shape;645;p46"/>
            <p:cNvGrpSpPr/>
            <p:nvPr/>
          </p:nvGrpSpPr>
          <p:grpSpPr>
            <a:xfrm>
              <a:off x="7866164" y="275255"/>
              <a:ext cx="936510" cy="688006"/>
              <a:chOff x="3235964" y="2587955"/>
              <a:chExt cx="936510" cy="688006"/>
            </a:xfrm>
          </p:grpSpPr>
          <p:sp>
            <p:nvSpPr>
              <p:cNvPr id="646" name="Google Shape;646;p46"/>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46"/>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8" name="Google Shape;648;p46"/>
            <p:cNvGrpSpPr/>
            <p:nvPr/>
          </p:nvGrpSpPr>
          <p:grpSpPr>
            <a:xfrm>
              <a:off x="7912403" y="3038447"/>
              <a:ext cx="935946" cy="1829159"/>
              <a:chOff x="4738303" y="2514672"/>
              <a:chExt cx="935946" cy="1829159"/>
            </a:xfrm>
          </p:grpSpPr>
          <p:sp>
            <p:nvSpPr>
              <p:cNvPr id="649" name="Google Shape;649;p46"/>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46"/>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46"/>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46"/>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46"/>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46"/>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5" name="Google Shape;655;p46"/>
            <p:cNvGrpSpPr/>
            <p:nvPr/>
          </p:nvGrpSpPr>
          <p:grpSpPr>
            <a:xfrm>
              <a:off x="381499" y="3884824"/>
              <a:ext cx="1345775" cy="914755"/>
              <a:chOff x="2264799" y="3654374"/>
              <a:chExt cx="1345775" cy="914755"/>
            </a:xfrm>
          </p:grpSpPr>
          <p:sp>
            <p:nvSpPr>
              <p:cNvPr id="656" name="Google Shape;656;p46"/>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46"/>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46"/>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46"/>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60" name="Shape 660"/>
        <p:cNvGrpSpPr/>
        <p:nvPr/>
      </p:nvGrpSpPr>
      <p:grpSpPr>
        <a:xfrm>
          <a:off x="0" y="0"/>
          <a:ext cx="0" cy="0"/>
          <a:chOff x="0" y="0"/>
          <a:chExt cx="0" cy="0"/>
        </a:xfrm>
      </p:grpSpPr>
      <p:grpSp>
        <p:nvGrpSpPr>
          <p:cNvPr id="661" name="Google Shape;661;p47"/>
          <p:cNvGrpSpPr/>
          <p:nvPr/>
        </p:nvGrpSpPr>
        <p:grpSpPr>
          <a:xfrm>
            <a:off x="159224" y="251905"/>
            <a:ext cx="8751975" cy="4709604"/>
            <a:chOff x="159224" y="251905"/>
            <a:chExt cx="8751975" cy="4709604"/>
          </a:xfrm>
        </p:grpSpPr>
        <p:grpSp>
          <p:nvGrpSpPr>
            <p:cNvPr id="662" name="Google Shape;662;p47"/>
            <p:cNvGrpSpPr/>
            <p:nvPr/>
          </p:nvGrpSpPr>
          <p:grpSpPr>
            <a:xfrm>
              <a:off x="6333924" y="3127999"/>
              <a:ext cx="2577275" cy="1833510"/>
              <a:chOff x="781874" y="1294774"/>
              <a:chExt cx="2577275" cy="1833510"/>
            </a:xfrm>
          </p:grpSpPr>
          <p:sp>
            <p:nvSpPr>
              <p:cNvPr id="663" name="Google Shape;663;p47"/>
              <p:cNvSpPr/>
              <p:nvPr/>
            </p:nvSpPr>
            <p:spPr>
              <a:xfrm rot="10800000">
                <a:off x="2834149" y="15204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47"/>
              <p:cNvSpPr/>
              <p:nvPr/>
            </p:nvSpPr>
            <p:spPr>
              <a:xfrm rot="10800000">
                <a:off x="2424511" y="17514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47"/>
              <p:cNvSpPr/>
              <p:nvPr/>
            </p:nvSpPr>
            <p:spPr>
              <a:xfrm rot="10800000">
                <a:off x="2423203" y="12947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47"/>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47"/>
              <p:cNvSpPr/>
              <p:nvPr/>
            </p:nvSpPr>
            <p:spPr>
              <a:xfrm rot="10800000">
                <a:off x="1601864" y="175441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47"/>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47"/>
              <p:cNvSpPr/>
              <p:nvPr/>
            </p:nvSpPr>
            <p:spPr>
              <a:xfrm rot="10800000">
                <a:off x="1599288" y="266981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47"/>
              <p:cNvSpPr/>
              <p:nvPr/>
            </p:nvSpPr>
            <p:spPr>
              <a:xfrm rot="10800000">
                <a:off x="1599288" y="2211855"/>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47"/>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47"/>
              <p:cNvSpPr/>
              <p:nvPr/>
            </p:nvSpPr>
            <p:spPr>
              <a:xfrm rot="10800000">
                <a:off x="781874" y="267018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3" name="Google Shape;673;p47"/>
            <p:cNvGrpSpPr/>
            <p:nvPr/>
          </p:nvGrpSpPr>
          <p:grpSpPr>
            <a:xfrm>
              <a:off x="1580814" y="251905"/>
              <a:ext cx="936510" cy="688006"/>
              <a:chOff x="3235964" y="2587955"/>
              <a:chExt cx="936510" cy="688006"/>
            </a:xfrm>
          </p:grpSpPr>
          <p:sp>
            <p:nvSpPr>
              <p:cNvPr id="674" name="Google Shape;674;p47"/>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47"/>
              <p:cNvSpPr/>
              <p:nvPr/>
            </p:nvSpPr>
            <p:spPr>
              <a:xfrm rot="10800000">
                <a:off x="3235964" y="28178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6" name="Google Shape;676;p47"/>
            <p:cNvGrpSpPr/>
            <p:nvPr/>
          </p:nvGrpSpPr>
          <p:grpSpPr>
            <a:xfrm>
              <a:off x="307128" y="346247"/>
              <a:ext cx="935946" cy="1829159"/>
              <a:chOff x="4738303" y="2514672"/>
              <a:chExt cx="935946" cy="1829159"/>
            </a:xfrm>
          </p:grpSpPr>
          <p:sp>
            <p:nvSpPr>
              <p:cNvPr id="677" name="Google Shape;677;p47"/>
              <p:cNvSpPr/>
              <p:nvPr/>
            </p:nvSpPr>
            <p:spPr>
              <a:xfrm rot="10800000">
                <a:off x="5149249" y="274036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47"/>
              <p:cNvSpPr/>
              <p:nvPr/>
            </p:nvSpPr>
            <p:spPr>
              <a:xfrm rot="10800000">
                <a:off x="4739611" y="2971327"/>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47"/>
              <p:cNvSpPr/>
              <p:nvPr/>
            </p:nvSpPr>
            <p:spPr>
              <a:xfrm rot="10800000">
                <a:off x="4738303" y="2514672"/>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47"/>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47"/>
              <p:cNvSpPr/>
              <p:nvPr/>
            </p:nvSpPr>
            <p:spPr>
              <a:xfrm rot="10800000">
                <a:off x="4739588" y="3885731"/>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47"/>
              <p:cNvSpPr/>
              <p:nvPr/>
            </p:nvSpPr>
            <p:spPr>
              <a:xfrm rot="10800000">
                <a:off x="4739588" y="3427767"/>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3" name="Google Shape;683;p47"/>
            <p:cNvGrpSpPr/>
            <p:nvPr/>
          </p:nvGrpSpPr>
          <p:grpSpPr>
            <a:xfrm>
              <a:off x="159224" y="2418249"/>
              <a:ext cx="1345775" cy="914755"/>
              <a:chOff x="2264799" y="3654374"/>
              <a:chExt cx="1345775" cy="914755"/>
            </a:xfrm>
          </p:grpSpPr>
          <p:sp>
            <p:nvSpPr>
              <p:cNvPr id="684" name="Google Shape;684;p47"/>
              <p:cNvSpPr/>
              <p:nvPr/>
            </p:nvSpPr>
            <p:spPr>
              <a:xfrm rot="10800000">
                <a:off x="3085574" y="3880062"/>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47"/>
              <p:cNvSpPr/>
              <p:nvPr/>
            </p:nvSpPr>
            <p:spPr>
              <a:xfrm rot="10800000">
                <a:off x="2675936" y="4111029"/>
                <a:ext cx="525000" cy="458100"/>
              </a:xfrm>
              <a:prstGeom prst="hexagon">
                <a:avLst>
                  <a:gd fmla="val 25000" name="adj"/>
                  <a:gd fmla="val 115470" name="vf"/>
                </a:avLst>
              </a:prstGeom>
              <a:solidFill>
                <a:srgbClr val="FFFFFF">
                  <a:alpha val="1490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47"/>
              <p:cNvSpPr/>
              <p:nvPr/>
            </p:nvSpPr>
            <p:spPr>
              <a:xfrm rot="10800000">
                <a:off x="2674628" y="3654374"/>
                <a:ext cx="525000" cy="458100"/>
              </a:xfrm>
              <a:prstGeom prst="hexagon">
                <a:avLst>
                  <a:gd fmla="val 25000" name="adj"/>
                  <a:gd fmla="val 115470" name="vf"/>
                </a:avLst>
              </a:prstGeom>
              <a:solidFill>
                <a:srgbClr val="FFFFFF">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47"/>
              <p:cNvSpPr/>
              <p:nvPr/>
            </p:nvSpPr>
            <p:spPr>
              <a:xfrm rot="10800000">
                <a:off x="2264799" y="38841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9pPr>
          </a:lstStyle>
          <a:p/>
        </p:txBody>
      </p:sp>
      <p:sp>
        <p:nvSpPr>
          <p:cNvPr id="7" name="Google Shape;7;p1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
          <p:cNvSpPr txBox="1"/>
          <p:nvPr>
            <p:ph type="ctrTitle"/>
          </p:nvPr>
        </p:nvSpPr>
        <p:spPr>
          <a:xfrm>
            <a:off x="846900" y="1098283"/>
            <a:ext cx="7584000" cy="2247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5700"/>
              <a:t>Introduction to Data Science </a:t>
            </a:r>
            <a:endParaRPr sz="5700"/>
          </a:p>
          <a:p>
            <a:pPr indent="0" lvl="0" marL="0" rtl="0" algn="l">
              <a:lnSpc>
                <a:spcPct val="100000"/>
              </a:lnSpc>
              <a:spcBef>
                <a:spcPts val="0"/>
              </a:spcBef>
              <a:spcAft>
                <a:spcPts val="0"/>
              </a:spcAft>
              <a:buSzPts val="5200"/>
              <a:buNone/>
            </a:pPr>
            <a:r>
              <a:rPr b="0" lang="en" sz="2000"/>
              <a:t>Lesson 2</a:t>
            </a:r>
            <a:endParaRPr b="0" sz="2000"/>
          </a:p>
        </p:txBody>
      </p:sp>
      <p:sp>
        <p:nvSpPr>
          <p:cNvPr id="693" name="Google Shape;693;p1"/>
          <p:cNvSpPr txBox="1"/>
          <p:nvPr>
            <p:ph idx="1" type="subTitle"/>
          </p:nvPr>
        </p:nvSpPr>
        <p:spPr>
          <a:xfrm>
            <a:off x="846900" y="3880738"/>
            <a:ext cx="4528800" cy="475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lang="en" sz="1300"/>
              <a:t>Prof. Hugo Hernandez</a:t>
            </a:r>
            <a:endParaRPr sz="1300"/>
          </a:p>
          <a:p>
            <a:pPr indent="0" lvl="0" marL="0" rtl="0" algn="just">
              <a:lnSpc>
                <a:spcPct val="115000"/>
              </a:lnSpc>
              <a:spcBef>
                <a:spcPts val="0"/>
              </a:spcBef>
              <a:spcAft>
                <a:spcPts val="0"/>
              </a:spcAft>
              <a:buSzPts val="1400"/>
              <a:buNone/>
            </a:pPr>
            <a:r>
              <a:rPr lang="en" sz="1300"/>
              <a:t>Prof. Giorgio Cunto</a:t>
            </a:r>
            <a:endParaRPr sz="1300"/>
          </a:p>
        </p:txBody>
      </p:sp>
      <p:cxnSp>
        <p:nvCxnSpPr>
          <p:cNvPr id="694" name="Google Shape;694;p1"/>
          <p:cNvCxnSpPr/>
          <p:nvPr/>
        </p:nvCxnSpPr>
        <p:spPr>
          <a:xfrm>
            <a:off x="953922" y="3527687"/>
            <a:ext cx="931200" cy="0"/>
          </a:xfrm>
          <a:prstGeom prst="straightConnector1">
            <a:avLst/>
          </a:prstGeom>
          <a:noFill/>
          <a:ln cap="flat" cmpd="sng" w="76200">
            <a:solidFill>
              <a:schemeClr val="lt2"/>
            </a:solidFill>
            <a:prstDash val="solid"/>
            <a:round/>
            <a:headEnd len="sm" w="sm" type="none"/>
            <a:tailEnd len="sm" w="sm" type="none"/>
          </a:ln>
        </p:spPr>
      </p:cxnSp>
      <p:sp>
        <p:nvSpPr>
          <p:cNvPr id="695" name="Google Shape;695;p1"/>
          <p:cNvSpPr/>
          <p:nvPr/>
        </p:nvSpPr>
        <p:spPr>
          <a:xfrm>
            <a:off x="5684700" y="159575"/>
            <a:ext cx="3307200" cy="648300"/>
          </a:xfrm>
          <a:prstGeom prst="rect">
            <a:avLst/>
          </a:prstGeom>
          <a:solidFill>
            <a:srgbClr val="F8FA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6" name="Google Shape;696;p1"/>
          <p:cNvPicPr preferRelativeResize="0"/>
          <p:nvPr/>
        </p:nvPicPr>
        <p:blipFill rotWithShape="1">
          <a:blip r:embed="rId3">
            <a:alphaModFix/>
          </a:blip>
          <a:srcRect b="0" l="0" r="0" t="0"/>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2"/>
          <p:cNvSpPr txBox="1"/>
          <p:nvPr>
            <p:ph type="title"/>
          </p:nvPr>
        </p:nvSpPr>
        <p:spPr>
          <a:xfrm>
            <a:off x="444450" y="924225"/>
            <a:ext cx="6594300" cy="920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Introduction to R </a:t>
            </a:r>
            <a:endParaRPr/>
          </a:p>
        </p:txBody>
      </p:sp>
      <p:cxnSp>
        <p:nvCxnSpPr>
          <p:cNvPr id="702" name="Google Shape;702;p2"/>
          <p:cNvCxnSpPr/>
          <p:nvPr/>
        </p:nvCxnSpPr>
        <p:spPr>
          <a:xfrm>
            <a:off x="568129" y="1844327"/>
            <a:ext cx="931200" cy="0"/>
          </a:xfrm>
          <a:prstGeom prst="straightConnector1">
            <a:avLst/>
          </a:prstGeom>
          <a:noFill/>
          <a:ln cap="flat" cmpd="sng" w="76200">
            <a:solidFill>
              <a:schemeClr val="lt2"/>
            </a:solidFill>
            <a:prstDash val="solid"/>
            <a:round/>
            <a:headEnd len="sm" w="sm" type="none"/>
            <a:tailEnd len="sm" w="sm" type="none"/>
          </a:ln>
        </p:spPr>
      </p:cxnSp>
      <p:sp>
        <p:nvSpPr>
          <p:cNvPr id="703" name="Google Shape;703;p2"/>
          <p:cNvSpPr txBox="1"/>
          <p:nvPr>
            <p:ph type="title"/>
          </p:nvPr>
        </p:nvSpPr>
        <p:spPr>
          <a:xfrm>
            <a:off x="444450" y="437925"/>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b="0" lang="en" sz="3000"/>
              <a:t>Module I </a:t>
            </a:r>
            <a:endParaRPr b="0" sz="3000"/>
          </a:p>
        </p:txBody>
      </p:sp>
      <p:sp>
        <p:nvSpPr>
          <p:cNvPr id="704" name="Google Shape;704;p2"/>
          <p:cNvSpPr txBox="1"/>
          <p:nvPr>
            <p:ph type="title"/>
          </p:nvPr>
        </p:nvSpPr>
        <p:spPr>
          <a:xfrm>
            <a:off x="494250" y="1799900"/>
            <a:ext cx="8255100" cy="2115900"/>
          </a:xfrm>
          <a:prstGeom prst="rect">
            <a:avLst/>
          </a:prstGeom>
          <a:noFill/>
          <a:ln>
            <a:noFill/>
          </a:ln>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0" lang="en" sz="1800"/>
              <a:t>Explore R work environment </a:t>
            </a:r>
            <a:endParaRPr b="0" sz="1800"/>
          </a:p>
          <a:p>
            <a:pPr indent="-342900" lvl="0" marL="457200" rtl="0" algn="l">
              <a:lnSpc>
                <a:spcPct val="100000"/>
              </a:lnSpc>
              <a:spcBef>
                <a:spcPts val="0"/>
              </a:spcBef>
              <a:spcAft>
                <a:spcPts val="0"/>
              </a:spcAft>
              <a:buSzPts val="1800"/>
              <a:buChar char="★"/>
            </a:pPr>
            <a:r>
              <a:rPr b="0" lang="en" sz="1800"/>
              <a:t>Understand what packages are and how to install them </a:t>
            </a:r>
            <a:endParaRPr b="0" sz="1800"/>
          </a:p>
          <a:p>
            <a:pPr indent="-342900" lvl="0" marL="457200" rtl="0" algn="l">
              <a:lnSpc>
                <a:spcPct val="100000"/>
              </a:lnSpc>
              <a:spcBef>
                <a:spcPts val="0"/>
              </a:spcBef>
              <a:spcAft>
                <a:spcPts val="0"/>
              </a:spcAft>
              <a:buSzPts val="1800"/>
              <a:buChar char="★"/>
            </a:pPr>
            <a:r>
              <a:rPr b="0" lang="en" sz="1800"/>
              <a:t>Data types in R </a:t>
            </a:r>
            <a:endParaRPr b="0" sz="1800"/>
          </a:p>
          <a:p>
            <a:pPr indent="-342900" lvl="0" marL="457200" rtl="0" algn="l">
              <a:lnSpc>
                <a:spcPct val="100000"/>
              </a:lnSpc>
              <a:spcBef>
                <a:spcPts val="0"/>
              </a:spcBef>
              <a:spcAft>
                <a:spcPts val="0"/>
              </a:spcAft>
              <a:buSzPts val="1800"/>
              <a:buChar char="★"/>
            </a:pPr>
            <a:r>
              <a:rPr b="0" lang="en" sz="1800"/>
              <a:t>Data structures in R </a:t>
            </a:r>
            <a:endParaRPr b="0" sz="1800"/>
          </a:p>
          <a:p>
            <a:pPr indent="-342900" lvl="0" marL="457200" rtl="0" algn="l">
              <a:lnSpc>
                <a:spcPct val="115000"/>
              </a:lnSpc>
              <a:spcBef>
                <a:spcPts val="0"/>
              </a:spcBef>
              <a:spcAft>
                <a:spcPts val="0"/>
              </a:spcAft>
              <a:buSzPts val="1800"/>
              <a:buChar char="★"/>
            </a:pPr>
            <a:r>
              <a:rPr b="0" lang="en" sz="1800"/>
              <a:t>Order elements in R</a:t>
            </a:r>
            <a:endParaRPr b="0" sz="1800"/>
          </a:p>
        </p:txBody>
      </p:sp>
      <p:sp>
        <p:nvSpPr>
          <p:cNvPr id="705" name="Google Shape;705;p2"/>
          <p:cNvSpPr/>
          <p:nvPr/>
        </p:nvSpPr>
        <p:spPr>
          <a:xfrm>
            <a:off x="6559875" y="3837400"/>
            <a:ext cx="2331900" cy="858300"/>
          </a:xfrm>
          <a:prstGeom prst="rect">
            <a:avLst/>
          </a:prstGeom>
          <a:solidFill>
            <a:srgbClr val="F8FA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6" name="Google Shape;706;p2"/>
          <p:cNvPicPr preferRelativeResize="0"/>
          <p:nvPr/>
        </p:nvPicPr>
        <p:blipFill rotWithShape="1">
          <a:blip r:embed="rId3">
            <a:alphaModFix/>
          </a:blip>
          <a:srcRect b="0" l="0" r="0" t="0"/>
          <a:stretch/>
        </p:blipFill>
        <p:spPr>
          <a:xfrm>
            <a:off x="6706025" y="3870300"/>
            <a:ext cx="2084176" cy="731100"/>
          </a:xfrm>
          <a:prstGeom prst="rect">
            <a:avLst/>
          </a:prstGeom>
          <a:noFill/>
          <a:ln>
            <a:noFill/>
          </a:ln>
        </p:spPr>
      </p:pic>
      <p:sp>
        <p:nvSpPr>
          <p:cNvPr id="707" name="Google Shape;707;p2"/>
          <p:cNvSpPr/>
          <p:nvPr/>
        </p:nvSpPr>
        <p:spPr>
          <a:xfrm>
            <a:off x="7192500" y="2759875"/>
            <a:ext cx="1299600" cy="858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ownload R Logo in SVG Vector or PNG File Format - Logo.wine" id="708" name="Google Shape;708;p2"/>
          <p:cNvPicPr preferRelativeResize="0"/>
          <p:nvPr/>
        </p:nvPicPr>
        <p:blipFill rotWithShape="1">
          <a:blip r:embed="rId4">
            <a:alphaModFix/>
          </a:blip>
          <a:srcRect b="0" l="0" r="0" t="0"/>
          <a:stretch/>
        </p:blipFill>
        <p:spPr>
          <a:xfrm>
            <a:off x="7108312" y="2699700"/>
            <a:ext cx="1467966" cy="978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
          <p:cNvSpPr txBox="1"/>
          <p:nvPr/>
        </p:nvSpPr>
        <p:spPr>
          <a:xfrm>
            <a:off x="537375" y="423825"/>
            <a:ext cx="8255100" cy="731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1" i="0" lang="en" sz="3000" u="none" cap="none" strike="noStrike">
                <a:solidFill>
                  <a:srgbClr val="FFFFFF"/>
                </a:solidFill>
                <a:latin typeface="Poppins"/>
                <a:ea typeface="Poppins"/>
                <a:cs typeface="Poppins"/>
                <a:sym typeface="Poppins"/>
              </a:rPr>
              <a:t>What is R? </a:t>
            </a:r>
            <a:endParaRPr b="1" i="0" sz="3000" u="none" cap="none" strike="noStrike">
              <a:solidFill>
                <a:srgbClr val="FFFFFF"/>
              </a:solidFill>
              <a:latin typeface="Poppins"/>
              <a:ea typeface="Poppins"/>
              <a:cs typeface="Poppins"/>
              <a:sym typeface="Poppins"/>
            </a:endParaRPr>
          </a:p>
        </p:txBody>
      </p:sp>
      <p:sp>
        <p:nvSpPr>
          <p:cNvPr id="714" name="Google Shape;714;p3"/>
          <p:cNvSpPr txBox="1"/>
          <p:nvPr/>
        </p:nvSpPr>
        <p:spPr>
          <a:xfrm>
            <a:off x="256450" y="1331200"/>
            <a:ext cx="8621700" cy="2589000"/>
          </a:xfrm>
          <a:prstGeom prst="rect">
            <a:avLst/>
          </a:prstGeom>
          <a:solidFill>
            <a:srgbClr val="002E5B"/>
          </a:solid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FFFFFF"/>
                </a:solidFill>
                <a:latin typeface="Poppins"/>
                <a:ea typeface="Poppins"/>
                <a:cs typeface="Poppins"/>
                <a:sym typeface="Poppins"/>
              </a:rPr>
              <a:t>R </a:t>
            </a:r>
            <a:r>
              <a:rPr b="0" i="0" lang="en" sz="1400" u="none" cap="none" strike="noStrike">
                <a:solidFill>
                  <a:srgbClr val="FFFFFF"/>
                </a:solidFill>
                <a:latin typeface="Poppins"/>
                <a:ea typeface="Poppins"/>
                <a:cs typeface="Poppins"/>
                <a:sym typeface="Poppins"/>
              </a:rPr>
              <a:t>is a free software ecosystem for statistical analysis and data visualization.  </a:t>
            </a:r>
            <a:r>
              <a:rPr b="0" i="0" lang="en" sz="1400" u="none" cap="none" strike="noStrike">
                <a:solidFill>
                  <a:schemeClr val="dk1"/>
                </a:solidFill>
                <a:latin typeface="Poppins"/>
                <a:ea typeface="Poppins"/>
                <a:cs typeface="Poppins"/>
                <a:sym typeface="Poppins"/>
              </a:rPr>
              <a:t>R is a programming language and environment for statistical and graphical analysis.  </a:t>
            </a:r>
            <a:endParaRPr b="0" i="0" sz="1400" u="none" cap="none" strike="noStrike">
              <a:solidFill>
                <a:srgbClr val="FFFFFF"/>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rgbClr val="FFFFFF"/>
                </a:solidFill>
                <a:latin typeface="Poppins"/>
                <a:ea typeface="Poppins"/>
                <a:cs typeface="Poppins"/>
                <a:sym typeface="Poppins"/>
              </a:rPr>
              <a:t>RStudio </a:t>
            </a:r>
            <a:r>
              <a:rPr b="0" i="0" lang="en" sz="1400" u="none" cap="none" strike="noStrike">
                <a:solidFill>
                  <a:srgbClr val="FFFFFF"/>
                </a:solidFill>
                <a:latin typeface="Poppins"/>
                <a:ea typeface="Poppins"/>
                <a:cs typeface="Poppins"/>
                <a:sym typeface="Poppins"/>
              </a:rPr>
              <a:t>is an Integrated Development Environment (IDE) that helps R users to program comfortably.  </a:t>
            </a:r>
            <a:endParaRPr b="0" i="0" sz="1400" u="none" cap="none" strike="noStrike">
              <a:solidFill>
                <a:srgbClr val="FFFFFF"/>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FFFFFF"/>
                </a:solidFill>
                <a:latin typeface="Poppins"/>
                <a:ea typeface="Poppins"/>
                <a:cs typeface="Poppins"/>
                <a:sym typeface="Poppins"/>
              </a:rPr>
              <a:t>The R user interface is not very friendly, so the most common way to use R is through RStudio.  RStudio is a program that makes it easier to work with R.</a:t>
            </a:r>
            <a:endParaRPr b="0" i="0" sz="1400" u="none" cap="none" strike="noStrike">
              <a:solidFill>
                <a:srgbClr val="FFFFFF"/>
              </a:solidFill>
              <a:latin typeface="Poppins"/>
              <a:ea typeface="Poppins"/>
              <a:cs typeface="Poppins"/>
              <a:sym typeface="Poppins"/>
            </a:endParaRPr>
          </a:p>
          <a:p>
            <a:pPr indent="0" lvl="0" marL="0" marR="0" rtl="0" algn="l">
              <a:lnSpc>
                <a:spcPct val="70000"/>
              </a:lnSpc>
              <a:spcBef>
                <a:spcPts val="1200"/>
              </a:spcBef>
              <a:spcAft>
                <a:spcPts val="0"/>
              </a:spcAft>
              <a:buClr>
                <a:srgbClr val="000000"/>
              </a:buClr>
              <a:buSzPts val="1400"/>
              <a:buFont typeface="Arial"/>
              <a:buNone/>
            </a:pPr>
            <a:r>
              <a:rPr b="0" i="0" lang="en" sz="1400" u="none" cap="none" strike="noStrike">
                <a:solidFill>
                  <a:srgbClr val="FFFFFF"/>
                </a:solidFill>
                <a:latin typeface="Poppins"/>
                <a:ea typeface="Poppins"/>
                <a:cs typeface="Poppins"/>
                <a:sym typeface="Poppins"/>
              </a:rPr>
              <a:t>Think of R as the </a:t>
            </a:r>
            <a:r>
              <a:rPr b="1" i="0" lang="en" sz="1400" u="none" cap="none" strike="noStrike">
                <a:solidFill>
                  <a:srgbClr val="FFFFFF"/>
                </a:solidFill>
                <a:latin typeface="Poppins"/>
                <a:ea typeface="Poppins"/>
                <a:cs typeface="Poppins"/>
                <a:sym typeface="Poppins"/>
              </a:rPr>
              <a:t>engine </a:t>
            </a:r>
            <a:r>
              <a:rPr b="0" i="0" lang="en" sz="1400" u="none" cap="none" strike="noStrike">
                <a:solidFill>
                  <a:srgbClr val="FFFFFF"/>
                </a:solidFill>
                <a:latin typeface="Poppins"/>
                <a:ea typeface="Poppins"/>
                <a:cs typeface="Poppins"/>
                <a:sym typeface="Poppins"/>
              </a:rPr>
              <a:t>running your analysis, </a:t>
            </a:r>
            <a:endParaRPr b="0" i="0" sz="1400" u="none" cap="none" strike="noStrike">
              <a:solidFill>
                <a:srgbClr val="FFFFFF"/>
              </a:solidFill>
              <a:latin typeface="Poppins"/>
              <a:ea typeface="Poppins"/>
              <a:cs typeface="Poppins"/>
              <a:sym typeface="Poppins"/>
            </a:endParaRPr>
          </a:p>
          <a:p>
            <a:pPr indent="0" lvl="0" marL="0" marR="0" rtl="0" algn="l">
              <a:lnSpc>
                <a:spcPct val="70000"/>
              </a:lnSpc>
              <a:spcBef>
                <a:spcPts val="1200"/>
              </a:spcBef>
              <a:spcAft>
                <a:spcPts val="0"/>
              </a:spcAft>
              <a:buClr>
                <a:srgbClr val="000000"/>
              </a:buClr>
              <a:buSzPts val="1400"/>
              <a:buFont typeface="Arial"/>
              <a:buNone/>
            </a:pPr>
            <a:r>
              <a:rPr b="0" i="0" lang="en" sz="1400" u="none" cap="none" strike="noStrike">
                <a:solidFill>
                  <a:srgbClr val="FFFFFF"/>
                </a:solidFill>
                <a:latin typeface="Poppins"/>
                <a:ea typeface="Poppins"/>
                <a:cs typeface="Poppins"/>
                <a:sym typeface="Poppins"/>
              </a:rPr>
              <a:t>and RStudio as the</a:t>
            </a:r>
            <a:r>
              <a:rPr b="1" i="0" lang="en" sz="1400" u="none" cap="none" strike="noStrike">
                <a:solidFill>
                  <a:srgbClr val="FFFFFF"/>
                </a:solidFill>
                <a:latin typeface="Poppins"/>
                <a:ea typeface="Poppins"/>
                <a:cs typeface="Poppins"/>
                <a:sym typeface="Poppins"/>
              </a:rPr>
              <a:t> control cabin</a:t>
            </a:r>
            <a:r>
              <a:rPr b="0" i="0" lang="en" sz="1400" u="none" cap="none" strike="noStrike">
                <a:solidFill>
                  <a:srgbClr val="FFFFFF"/>
                </a:solidFill>
                <a:latin typeface="Poppins"/>
                <a:ea typeface="Poppins"/>
                <a:cs typeface="Poppins"/>
                <a:sym typeface="Poppins"/>
              </a:rPr>
              <a:t>. </a:t>
            </a:r>
            <a:endParaRPr b="0" i="0" sz="1400" u="none" cap="none" strike="noStrike">
              <a:solidFill>
                <a:srgbClr val="FFFFFF"/>
              </a:solidFill>
              <a:latin typeface="Poppins"/>
              <a:ea typeface="Poppins"/>
              <a:cs typeface="Poppins"/>
              <a:sym typeface="Poppins"/>
            </a:endParaRPr>
          </a:p>
        </p:txBody>
      </p:sp>
      <p:sp>
        <p:nvSpPr>
          <p:cNvPr id="715" name="Google Shape;715;p3"/>
          <p:cNvSpPr/>
          <p:nvPr/>
        </p:nvSpPr>
        <p:spPr>
          <a:xfrm>
            <a:off x="1199450" y="220425"/>
            <a:ext cx="1299600" cy="858300"/>
          </a:xfrm>
          <a:prstGeom prst="ellipse">
            <a:avLst/>
          </a:prstGeom>
          <a:solidFill>
            <a:srgbClr val="FFFFFF"/>
          </a:solidFill>
          <a:ln cap="flat" cmpd="sng" w="9525">
            <a:solidFill>
              <a:srgbClr val="0A24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ownload R Logo in SVG Vector or PNG File Format - Logo.wine" id="716" name="Google Shape;716;p3"/>
          <p:cNvPicPr preferRelativeResize="0"/>
          <p:nvPr/>
        </p:nvPicPr>
        <p:blipFill rotWithShape="1">
          <a:blip r:embed="rId3">
            <a:alphaModFix/>
          </a:blip>
          <a:srcRect b="0" l="0" r="0" t="0"/>
          <a:stretch/>
        </p:blipFill>
        <p:spPr>
          <a:xfrm>
            <a:off x="1031075" y="176275"/>
            <a:ext cx="1467965" cy="978650"/>
          </a:xfrm>
          <a:prstGeom prst="rect">
            <a:avLst/>
          </a:prstGeom>
          <a:noFill/>
          <a:ln>
            <a:noFill/>
          </a:ln>
        </p:spPr>
      </p:pic>
      <p:sp>
        <p:nvSpPr>
          <p:cNvPr id="717" name="Google Shape;717;p3"/>
          <p:cNvSpPr/>
          <p:nvPr/>
        </p:nvSpPr>
        <p:spPr>
          <a:xfrm>
            <a:off x="6393675" y="263725"/>
            <a:ext cx="2331900" cy="858300"/>
          </a:xfrm>
          <a:prstGeom prst="rect">
            <a:avLst/>
          </a:prstGeom>
          <a:solidFill>
            <a:srgbClr val="F8FAFB"/>
          </a:solidFill>
          <a:ln cap="flat" cmpd="sng" w="9525">
            <a:solidFill>
              <a:srgbClr val="0A24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8" name="Google Shape;718;p3"/>
          <p:cNvPicPr preferRelativeResize="0"/>
          <p:nvPr/>
        </p:nvPicPr>
        <p:blipFill rotWithShape="1">
          <a:blip r:embed="rId4">
            <a:alphaModFix/>
          </a:blip>
          <a:srcRect b="0" l="0" r="0" t="0"/>
          <a:stretch/>
        </p:blipFill>
        <p:spPr>
          <a:xfrm>
            <a:off x="6539825" y="296625"/>
            <a:ext cx="2084176" cy="731100"/>
          </a:xfrm>
          <a:prstGeom prst="rect">
            <a:avLst/>
          </a:prstGeom>
          <a:noFill/>
          <a:ln>
            <a:noFill/>
          </a:ln>
        </p:spPr>
      </p:pic>
      <p:pic>
        <p:nvPicPr>
          <p:cNvPr id="719" name="Google Shape;719;p3"/>
          <p:cNvPicPr preferRelativeResize="0"/>
          <p:nvPr/>
        </p:nvPicPr>
        <p:blipFill rotWithShape="1">
          <a:blip r:embed="rId5">
            <a:alphaModFix/>
          </a:blip>
          <a:srcRect b="0" l="0" r="0" t="0"/>
          <a:stretch/>
        </p:blipFill>
        <p:spPr>
          <a:xfrm>
            <a:off x="5121600" y="3302277"/>
            <a:ext cx="3901949" cy="1606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4"/>
          <p:cNvPicPr preferRelativeResize="0"/>
          <p:nvPr/>
        </p:nvPicPr>
        <p:blipFill rotWithShape="1">
          <a:blip r:embed="rId3">
            <a:alphaModFix/>
          </a:blip>
          <a:srcRect b="0" l="0" r="0" t="0"/>
          <a:stretch/>
        </p:blipFill>
        <p:spPr>
          <a:xfrm>
            <a:off x="1904063" y="1158975"/>
            <a:ext cx="5207777" cy="3916001"/>
          </a:xfrm>
          <a:prstGeom prst="rect">
            <a:avLst/>
          </a:prstGeom>
          <a:noFill/>
          <a:ln>
            <a:noFill/>
          </a:ln>
        </p:spPr>
      </p:pic>
      <p:sp>
        <p:nvSpPr>
          <p:cNvPr id="725" name="Google Shape;725;p4"/>
          <p:cNvSpPr txBox="1"/>
          <p:nvPr>
            <p:ph type="title"/>
          </p:nvPr>
        </p:nvSpPr>
        <p:spPr>
          <a:xfrm>
            <a:off x="380400" y="1929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t/>
            </a:r>
            <a:endParaRPr sz="3000"/>
          </a:p>
          <a:p>
            <a:pPr indent="0" lvl="0" marL="0" rtl="0" algn="l">
              <a:lnSpc>
                <a:spcPct val="100000"/>
              </a:lnSpc>
              <a:spcBef>
                <a:spcPts val="0"/>
              </a:spcBef>
              <a:spcAft>
                <a:spcPts val="0"/>
              </a:spcAft>
              <a:buSzPts val="3000"/>
              <a:buNone/>
            </a:pPr>
            <a:r>
              <a:rPr lang="en" sz="3000"/>
              <a:t>Let’s explore RStudio: pane layout</a:t>
            </a:r>
            <a:endParaRPr sz="3000"/>
          </a:p>
        </p:txBody>
      </p:sp>
      <p:sp>
        <p:nvSpPr>
          <p:cNvPr id="726" name="Google Shape;726;p4"/>
          <p:cNvSpPr/>
          <p:nvPr/>
        </p:nvSpPr>
        <p:spPr>
          <a:xfrm>
            <a:off x="7435500" y="492325"/>
            <a:ext cx="1594800" cy="546600"/>
          </a:xfrm>
          <a:prstGeom prst="rect">
            <a:avLst/>
          </a:prstGeom>
          <a:solidFill>
            <a:srgbClr val="F8FA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27" name="Google Shape;727;p4"/>
          <p:cNvPicPr preferRelativeResize="0"/>
          <p:nvPr/>
        </p:nvPicPr>
        <p:blipFill rotWithShape="1">
          <a:blip r:embed="rId4">
            <a:alphaModFix/>
          </a:blip>
          <a:srcRect b="0" l="0" r="0" t="0"/>
          <a:stretch/>
        </p:blipFill>
        <p:spPr>
          <a:xfrm>
            <a:off x="7535457" y="513278"/>
            <a:ext cx="1425440" cy="465619"/>
          </a:xfrm>
          <a:prstGeom prst="rect">
            <a:avLst/>
          </a:prstGeom>
          <a:noFill/>
          <a:ln>
            <a:noFill/>
          </a:ln>
        </p:spPr>
      </p:pic>
      <p:sp>
        <p:nvSpPr>
          <p:cNvPr id="728" name="Google Shape;728;p4"/>
          <p:cNvSpPr txBox="1"/>
          <p:nvPr/>
        </p:nvSpPr>
        <p:spPr>
          <a:xfrm>
            <a:off x="1598175" y="46671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Fuente: Montané</a:t>
            </a:r>
            <a:endParaRPr b="0" i="0" sz="1400" u="none" cap="none" strike="noStrike">
              <a:solidFill>
                <a:schemeClr val="dk1"/>
              </a:solidFill>
              <a:latin typeface="Poppins"/>
              <a:ea typeface="Poppins"/>
              <a:cs typeface="Poppins"/>
              <a:sym typeface="Poppins"/>
            </a:endParaRPr>
          </a:p>
        </p:txBody>
      </p:sp>
      <p:sp>
        <p:nvSpPr>
          <p:cNvPr id="729" name="Google Shape;729;p4"/>
          <p:cNvSpPr txBox="1"/>
          <p:nvPr/>
        </p:nvSpPr>
        <p:spPr>
          <a:xfrm>
            <a:off x="242825" y="1436850"/>
            <a:ext cx="3187200" cy="903000"/>
          </a:xfrm>
          <a:prstGeom prst="rect">
            <a:avLst/>
          </a:prstGeom>
          <a:solidFill>
            <a:schemeClr val="lt2"/>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This is where we create and edit </a:t>
            </a:r>
            <a:r>
              <a:rPr b="1" i="0" lang="en" sz="1400" u="none" cap="none" strike="noStrike">
                <a:solidFill>
                  <a:srgbClr val="000000"/>
                </a:solidFill>
                <a:latin typeface="Poppins"/>
                <a:ea typeface="Poppins"/>
                <a:cs typeface="Poppins"/>
                <a:sym typeface="Poppins"/>
              </a:rPr>
              <a:t>R scripts</a:t>
            </a:r>
            <a:r>
              <a:rPr b="0" i="0" lang="en" sz="1400" u="none" cap="none" strike="noStrike">
                <a:solidFill>
                  <a:srgbClr val="000000"/>
                </a:solidFill>
                <a:latin typeface="Poppins"/>
                <a:ea typeface="Poppins"/>
                <a:cs typeface="Poppins"/>
                <a:sym typeface="Poppins"/>
              </a:rPr>
              <a:t> (text files with extension “.R” that store our code). </a:t>
            </a:r>
            <a:endParaRPr b="0" i="0" sz="1400" u="none" cap="none" strike="noStrike">
              <a:solidFill>
                <a:srgbClr val="000000"/>
              </a:solidFill>
              <a:latin typeface="Poppins"/>
              <a:ea typeface="Poppins"/>
              <a:cs typeface="Poppins"/>
              <a:sym typeface="Poppins"/>
            </a:endParaRPr>
          </a:p>
        </p:txBody>
      </p:sp>
      <p:sp>
        <p:nvSpPr>
          <p:cNvPr id="730" name="Google Shape;730;p4"/>
          <p:cNvSpPr txBox="1"/>
          <p:nvPr/>
        </p:nvSpPr>
        <p:spPr>
          <a:xfrm>
            <a:off x="242825" y="3789300"/>
            <a:ext cx="3650100" cy="1278000"/>
          </a:xfrm>
          <a:prstGeom prst="rect">
            <a:avLst/>
          </a:prstGeom>
          <a:solidFill>
            <a:schemeClr val="lt2"/>
          </a:solid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1200"/>
              </a:spcAft>
              <a:buClr>
                <a:srgbClr val="000000"/>
              </a:buClr>
              <a:buSzPts val="1300"/>
              <a:buFont typeface="Arial"/>
              <a:buNone/>
            </a:pPr>
            <a:r>
              <a:rPr b="0" i="0" lang="en" sz="1300" u="none" cap="none" strike="noStrike">
                <a:solidFill>
                  <a:srgbClr val="000000"/>
                </a:solidFill>
                <a:latin typeface="Poppins"/>
                <a:ea typeface="Poppins"/>
                <a:cs typeface="Poppins"/>
                <a:sym typeface="Poppins"/>
              </a:rPr>
              <a:t>It is the </a:t>
            </a:r>
            <a:r>
              <a:rPr b="1" i="0" lang="en" sz="1300" u="none" cap="none" strike="noStrike">
                <a:solidFill>
                  <a:srgbClr val="000000"/>
                </a:solidFill>
                <a:latin typeface="Poppins"/>
                <a:ea typeface="Poppins"/>
                <a:cs typeface="Poppins"/>
                <a:sym typeface="Poppins"/>
              </a:rPr>
              <a:t>heart of R.</a:t>
            </a:r>
            <a:r>
              <a:rPr b="0" i="0" lang="en" sz="1300" u="none" cap="none" strike="noStrike">
                <a:solidFill>
                  <a:srgbClr val="000000"/>
                </a:solidFill>
                <a:latin typeface="Poppins"/>
                <a:ea typeface="Poppins"/>
                <a:cs typeface="Poppins"/>
                <a:sym typeface="Poppins"/>
              </a:rPr>
              <a:t> This is where R </a:t>
            </a:r>
            <a:r>
              <a:rPr b="1" i="0" lang="en" sz="1300" u="none" cap="none" strike="noStrike">
                <a:solidFill>
                  <a:srgbClr val="000000"/>
                </a:solidFill>
                <a:latin typeface="Poppins"/>
                <a:ea typeface="Poppins"/>
                <a:cs typeface="Poppins"/>
                <a:sym typeface="Poppins"/>
              </a:rPr>
              <a:t>evaluates and executes the code</a:t>
            </a:r>
            <a:r>
              <a:rPr b="0" i="0" lang="en" sz="1300" u="none" cap="none" strike="noStrike">
                <a:solidFill>
                  <a:srgbClr val="000000"/>
                </a:solidFill>
                <a:latin typeface="Poppins"/>
                <a:ea typeface="Poppins"/>
                <a:cs typeface="Poppins"/>
                <a:sym typeface="Poppins"/>
              </a:rPr>
              <a:t>. Code can be written directly in the console to receive an immediate response.  Try writing 1 + 1 in the console</a:t>
            </a:r>
            <a:endParaRPr b="0" i="0" sz="1300" u="none" cap="none" strike="noStrike">
              <a:solidFill>
                <a:srgbClr val="000000"/>
              </a:solidFill>
              <a:latin typeface="Poppins"/>
              <a:ea typeface="Poppins"/>
              <a:cs typeface="Poppins"/>
              <a:sym typeface="Poppins"/>
            </a:endParaRPr>
          </a:p>
        </p:txBody>
      </p:sp>
      <p:sp>
        <p:nvSpPr>
          <p:cNvPr id="731" name="Google Shape;731;p4"/>
          <p:cNvSpPr txBox="1"/>
          <p:nvPr/>
        </p:nvSpPr>
        <p:spPr>
          <a:xfrm>
            <a:off x="5773700" y="1158975"/>
            <a:ext cx="3187200" cy="1032900"/>
          </a:xfrm>
          <a:prstGeom prst="rect">
            <a:avLst/>
          </a:prstGeom>
          <a:solidFill>
            <a:schemeClr val="lt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Shows the name of all objects (vectors, lists, matrices and dataframes) that were defined in the current session in R.</a:t>
            </a:r>
            <a:endParaRPr b="0" i="0" sz="1400" u="none" cap="none" strike="noStrike">
              <a:solidFill>
                <a:srgbClr val="000000"/>
              </a:solidFill>
              <a:latin typeface="Poppins"/>
              <a:ea typeface="Poppins"/>
              <a:cs typeface="Poppins"/>
              <a:sym typeface="Poppins"/>
            </a:endParaRPr>
          </a:p>
        </p:txBody>
      </p:sp>
      <p:sp>
        <p:nvSpPr>
          <p:cNvPr id="732" name="Google Shape;732;p4"/>
          <p:cNvSpPr txBox="1"/>
          <p:nvPr/>
        </p:nvSpPr>
        <p:spPr>
          <a:xfrm>
            <a:off x="5532475" y="3737400"/>
            <a:ext cx="3497700" cy="1184400"/>
          </a:xfrm>
          <a:prstGeom prst="rect">
            <a:avLst/>
          </a:prstGeom>
          <a:solidFill>
            <a:schemeClr val="lt2"/>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300"/>
              <a:buFont typeface="Arial"/>
              <a:buNone/>
            </a:pPr>
            <a:r>
              <a:rPr b="0" i="0" lang="en" sz="1300" u="none" cap="none" strike="noStrike">
                <a:solidFill>
                  <a:srgbClr val="000000"/>
                </a:solidFill>
                <a:latin typeface="Poppins"/>
                <a:ea typeface="Poppins"/>
                <a:cs typeface="Poppins"/>
                <a:sym typeface="Poppins"/>
              </a:rPr>
              <a:t>Allows access to files within the designated directory on the computer and displays plots, list of installed packages and R help section.  </a:t>
            </a:r>
            <a:endParaRPr b="0" i="0" sz="1300" u="none" cap="none" strike="noStrike">
              <a:solidFill>
                <a:srgbClr val="000000"/>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5"/>
          <p:cNvPicPr preferRelativeResize="0"/>
          <p:nvPr/>
        </p:nvPicPr>
        <p:blipFill rotWithShape="1">
          <a:blip r:embed="rId3">
            <a:alphaModFix/>
          </a:blip>
          <a:srcRect b="0" l="0" r="0" t="0"/>
          <a:stretch/>
        </p:blipFill>
        <p:spPr>
          <a:xfrm>
            <a:off x="1269250" y="1067150"/>
            <a:ext cx="6605499" cy="3767325"/>
          </a:xfrm>
          <a:prstGeom prst="rect">
            <a:avLst/>
          </a:prstGeom>
          <a:noFill/>
          <a:ln>
            <a:noFill/>
          </a:ln>
        </p:spPr>
      </p:pic>
      <p:sp>
        <p:nvSpPr>
          <p:cNvPr id="738" name="Google Shape;738;p5"/>
          <p:cNvSpPr txBox="1"/>
          <p:nvPr>
            <p:ph type="title"/>
          </p:nvPr>
        </p:nvSpPr>
        <p:spPr>
          <a:xfrm>
            <a:off x="251325" y="169925"/>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1200"/>
              </a:spcAft>
              <a:buSzPts val="3000"/>
              <a:buNone/>
            </a:pPr>
            <a:r>
              <a:rPr lang="en" sz="3000"/>
              <a:t>Source pane - Notepad</a:t>
            </a:r>
            <a:endParaRPr sz="3000"/>
          </a:p>
        </p:txBody>
      </p:sp>
      <p:grpSp>
        <p:nvGrpSpPr>
          <p:cNvPr id="739" name="Google Shape;739;p5"/>
          <p:cNvGrpSpPr/>
          <p:nvPr/>
        </p:nvGrpSpPr>
        <p:grpSpPr>
          <a:xfrm>
            <a:off x="1299550" y="1160475"/>
            <a:ext cx="5677250" cy="313550"/>
            <a:chOff x="1299550" y="1160475"/>
            <a:chExt cx="5677250" cy="313550"/>
          </a:xfrm>
        </p:grpSpPr>
        <p:sp>
          <p:nvSpPr>
            <p:cNvPr id="740" name="Google Shape;740;p5"/>
            <p:cNvSpPr/>
            <p:nvPr/>
          </p:nvSpPr>
          <p:spPr>
            <a:xfrm>
              <a:off x="1299550" y="1195325"/>
              <a:ext cx="3780900" cy="278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1" name="Google Shape;741;p5"/>
            <p:cNvSpPr txBox="1"/>
            <p:nvPr/>
          </p:nvSpPr>
          <p:spPr>
            <a:xfrm>
              <a:off x="5125500" y="1160475"/>
              <a:ext cx="1851300" cy="27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000"/>
                <a:buFont typeface="Arial"/>
                <a:buNone/>
              </a:pPr>
              <a:r>
                <a:rPr b="0" i="0" lang="en" sz="1000" u="none" cap="none" strike="noStrike">
                  <a:solidFill>
                    <a:schemeClr val="lt1"/>
                  </a:solidFill>
                  <a:latin typeface="Poppins"/>
                  <a:ea typeface="Poppins"/>
                  <a:cs typeface="Poppins"/>
                  <a:sym typeface="Poppins"/>
                </a:rPr>
                <a:t>Menu bar</a:t>
              </a:r>
              <a:endParaRPr b="0" i="0" sz="1000" u="none" cap="none" strike="noStrike">
                <a:solidFill>
                  <a:schemeClr val="lt1"/>
                </a:solidFill>
                <a:latin typeface="Poppins"/>
                <a:ea typeface="Poppins"/>
                <a:cs typeface="Poppins"/>
                <a:sym typeface="Poppins"/>
              </a:endParaRPr>
            </a:p>
          </p:txBody>
        </p:sp>
      </p:grpSp>
      <p:sp>
        <p:nvSpPr>
          <p:cNvPr id="742" name="Google Shape;742;p5"/>
          <p:cNvSpPr txBox="1"/>
          <p:nvPr/>
        </p:nvSpPr>
        <p:spPr>
          <a:xfrm>
            <a:off x="3438975" y="2691800"/>
            <a:ext cx="425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743" name="Google Shape;743;p5"/>
          <p:cNvGrpSpPr/>
          <p:nvPr/>
        </p:nvGrpSpPr>
        <p:grpSpPr>
          <a:xfrm>
            <a:off x="1299550" y="1567200"/>
            <a:ext cx="5159400" cy="3129000"/>
            <a:chOff x="1299550" y="1773950"/>
            <a:chExt cx="5159400" cy="3129000"/>
          </a:xfrm>
        </p:grpSpPr>
        <p:sp>
          <p:nvSpPr>
            <p:cNvPr id="744" name="Google Shape;744;p5"/>
            <p:cNvSpPr/>
            <p:nvPr/>
          </p:nvSpPr>
          <p:spPr>
            <a:xfrm>
              <a:off x="1299550" y="1773950"/>
              <a:ext cx="5159400" cy="312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5" name="Google Shape;745;p5"/>
            <p:cNvSpPr txBox="1"/>
            <p:nvPr/>
          </p:nvSpPr>
          <p:spPr>
            <a:xfrm>
              <a:off x="2737525" y="2666750"/>
              <a:ext cx="2953500" cy="45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n" sz="2900" u="none" cap="none" strike="noStrike">
                  <a:solidFill>
                    <a:schemeClr val="lt1"/>
                  </a:solidFill>
                  <a:latin typeface="Poppins"/>
                  <a:ea typeface="Poppins"/>
                  <a:cs typeface="Poppins"/>
                  <a:sym typeface="Poppins"/>
                </a:rPr>
                <a:t>Script</a:t>
              </a:r>
              <a:endParaRPr b="0" i="0" sz="2900" u="none" cap="none" strike="noStrike">
                <a:solidFill>
                  <a:schemeClr val="lt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0000"/>
                </a:solidFill>
                <a:latin typeface="Poppins"/>
                <a:ea typeface="Poppins"/>
                <a:cs typeface="Poppins"/>
                <a:sym typeface="Poppins"/>
              </a:endParaRPr>
            </a:p>
          </p:txBody>
        </p:sp>
      </p:grpSp>
      <p:sp>
        <p:nvSpPr>
          <p:cNvPr id="746" name="Google Shape;746;p5"/>
          <p:cNvSpPr txBox="1"/>
          <p:nvPr/>
        </p:nvSpPr>
        <p:spPr>
          <a:xfrm>
            <a:off x="2257775" y="2979100"/>
            <a:ext cx="3027300" cy="103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000"/>
              <a:buFont typeface="Arial"/>
              <a:buNone/>
            </a:pPr>
            <a:r>
              <a:rPr b="0" i="0" lang="en" sz="1000" u="none" cap="none" strike="noStrike">
                <a:solidFill>
                  <a:schemeClr val="lt1"/>
                </a:solidFill>
                <a:latin typeface="Poppins"/>
                <a:ea typeface="Poppins"/>
                <a:cs typeface="Poppins"/>
                <a:sym typeface="Poppins"/>
              </a:rPr>
              <a:t>R does not evaluate the code immediately while we write in the script.  Therefore, we must “send” the code to the console.</a:t>
            </a:r>
            <a:endParaRPr b="0" i="0" sz="1000" u="none" cap="none" strike="noStrike">
              <a:solidFill>
                <a:schemeClr val="lt1"/>
              </a:solidFill>
              <a:latin typeface="Poppins"/>
              <a:ea typeface="Poppins"/>
              <a:cs typeface="Poppins"/>
              <a:sym typeface="Poppins"/>
            </a:endParaRPr>
          </a:p>
          <a:p>
            <a:pPr indent="0" lvl="0" marL="0" marR="0" rtl="0" algn="l">
              <a:lnSpc>
                <a:spcPct val="115000"/>
              </a:lnSpc>
              <a:spcBef>
                <a:spcPts val="1200"/>
              </a:spcBef>
              <a:spcAft>
                <a:spcPts val="1200"/>
              </a:spcAft>
              <a:buClr>
                <a:srgbClr val="000000"/>
              </a:buClr>
              <a:buSzPts val="1000"/>
              <a:buFont typeface="Arial"/>
              <a:buNone/>
            </a:pPr>
            <a:r>
              <a:t/>
            </a:r>
            <a:endParaRPr b="0" i="0" sz="1000" u="none" cap="none" strike="noStrike">
              <a:solidFill>
                <a:schemeClr val="lt1"/>
              </a:solidFill>
              <a:latin typeface="Poppins"/>
              <a:ea typeface="Poppins"/>
              <a:cs typeface="Poppins"/>
              <a:sym typeface="Poppins"/>
            </a:endParaRPr>
          </a:p>
        </p:txBody>
      </p:sp>
      <p:grpSp>
        <p:nvGrpSpPr>
          <p:cNvPr id="747" name="Google Shape;747;p5"/>
          <p:cNvGrpSpPr/>
          <p:nvPr/>
        </p:nvGrpSpPr>
        <p:grpSpPr>
          <a:xfrm>
            <a:off x="5243500" y="1733475"/>
            <a:ext cx="3098825" cy="1698400"/>
            <a:chOff x="5243500" y="1733475"/>
            <a:chExt cx="3098825" cy="1698400"/>
          </a:xfrm>
        </p:grpSpPr>
        <p:sp>
          <p:nvSpPr>
            <p:cNvPr id="748" name="Google Shape;748;p5"/>
            <p:cNvSpPr/>
            <p:nvPr/>
          </p:nvSpPr>
          <p:spPr>
            <a:xfrm>
              <a:off x="6541375" y="1733475"/>
              <a:ext cx="346800" cy="283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9" name="Google Shape;749;p5"/>
            <p:cNvSpPr/>
            <p:nvPr/>
          </p:nvSpPr>
          <p:spPr>
            <a:xfrm>
              <a:off x="5243500" y="2092975"/>
              <a:ext cx="1444500" cy="1338900"/>
            </a:xfrm>
            <a:prstGeom prst="bentUpArrow">
              <a:avLst>
                <a:gd fmla="val 3314" name="adj1"/>
                <a:gd fmla="val 3297" name="adj2"/>
                <a:gd fmla="val 5305" name="adj3"/>
              </a:avLst>
            </a:prstGeom>
            <a:no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50" name="Google Shape;750;p5"/>
            <p:cNvSpPr txBox="1"/>
            <p:nvPr/>
          </p:nvSpPr>
          <p:spPr>
            <a:xfrm>
              <a:off x="6763725" y="2113525"/>
              <a:ext cx="1578600" cy="5784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800"/>
                <a:buFont typeface="Arial"/>
                <a:buNone/>
              </a:pPr>
              <a:r>
                <a:rPr b="0" i="0" lang="en" sz="800" u="none" cap="none" strike="noStrike">
                  <a:solidFill>
                    <a:schemeClr val="dk2"/>
                  </a:solidFill>
                  <a:latin typeface="Poppins"/>
                  <a:ea typeface="Poppins"/>
                  <a:cs typeface="Poppins"/>
                  <a:sym typeface="Poppins"/>
                </a:rPr>
                <a:t>We highlight the code we want to evaluate and press the “Run” button</a:t>
              </a:r>
              <a:endParaRPr b="0" i="0" sz="800" u="none" cap="none" strike="noStrike">
                <a:solidFill>
                  <a:schemeClr val="dk2"/>
                </a:solidFill>
                <a:latin typeface="Poppins"/>
                <a:ea typeface="Poppins"/>
                <a:cs typeface="Poppins"/>
                <a:sym typeface="Poppins"/>
              </a:endParaRPr>
            </a:p>
          </p:txBody>
        </p:sp>
      </p:grpSp>
      <p:sp>
        <p:nvSpPr>
          <p:cNvPr id="751" name="Google Shape;751;p5"/>
          <p:cNvSpPr/>
          <p:nvPr/>
        </p:nvSpPr>
        <p:spPr>
          <a:xfrm rot="5400000">
            <a:off x="3467600" y="3355950"/>
            <a:ext cx="449100" cy="1103100"/>
          </a:xfrm>
          <a:prstGeom prst="bentUpArrow">
            <a:avLst>
              <a:gd fmla="val 3314" name="adj1"/>
              <a:gd fmla="val 3297" name="adj2"/>
              <a:gd fmla="val 5305" name="adj3"/>
            </a:avLst>
          </a:prstGeom>
          <a:no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52" name="Google Shape;752;p5"/>
          <p:cNvSpPr txBox="1"/>
          <p:nvPr/>
        </p:nvSpPr>
        <p:spPr>
          <a:xfrm>
            <a:off x="4367700" y="3899700"/>
            <a:ext cx="1994700" cy="5784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800"/>
              <a:buFont typeface="Arial"/>
              <a:buNone/>
            </a:pPr>
            <a:r>
              <a:rPr b="0" i="0" lang="en" sz="800" u="none" cap="none" strike="noStrike">
                <a:solidFill>
                  <a:schemeClr val="lt1"/>
                </a:solidFill>
                <a:latin typeface="Poppins"/>
                <a:ea typeface="Poppins"/>
                <a:cs typeface="Poppins"/>
                <a:sym typeface="Poppins"/>
              </a:rPr>
              <a:t>We highlight the code we want to evaluate and press the CTRL + ENTER keys.  If we want to run the entire script: CTRL + SHIFT + ENTER </a:t>
            </a:r>
            <a:endParaRPr b="0" i="0" sz="800" u="none" cap="none" strike="noStrike">
              <a:solidFill>
                <a:schemeClr val="lt1"/>
              </a:solidFill>
              <a:latin typeface="Poppins"/>
              <a:ea typeface="Poppins"/>
              <a:cs typeface="Poppins"/>
              <a:sym typeface="Poppins"/>
            </a:endParaRPr>
          </a:p>
        </p:txBody>
      </p:sp>
      <p:sp>
        <p:nvSpPr>
          <p:cNvPr id="753" name="Google Shape;753;p5"/>
          <p:cNvSpPr txBox="1"/>
          <p:nvPr/>
        </p:nvSpPr>
        <p:spPr>
          <a:xfrm>
            <a:off x="6763725" y="3514400"/>
            <a:ext cx="2245500" cy="14124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000"/>
              <a:buFont typeface="Arial"/>
              <a:buNone/>
            </a:pPr>
            <a:r>
              <a:rPr b="1" i="0" lang="en" sz="1000" u="none" cap="none" strike="noStrike">
                <a:solidFill>
                  <a:schemeClr val="lt1"/>
                </a:solidFill>
                <a:latin typeface="Poppins"/>
                <a:ea typeface="Poppins"/>
                <a:cs typeface="Poppins"/>
                <a:sym typeface="Poppins"/>
              </a:rPr>
              <a:t>PRO TIP: </a:t>
            </a:r>
            <a:endParaRPr b="0" i="0" sz="1000" u="none" cap="none" strike="noStrike">
              <a:solidFill>
                <a:schemeClr val="lt1"/>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000"/>
              <a:buFont typeface="Arial"/>
              <a:buNone/>
            </a:pPr>
            <a:r>
              <a:rPr b="0" i="0" lang="en" sz="1000" u="none" cap="none" strike="noStrike">
                <a:solidFill>
                  <a:schemeClr val="lt1"/>
                </a:solidFill>
                <a:latin typeface="Poppins"/>
                <a:ea typeface="Poppins"/>
                <a:cs typeface="Poppins"/>
                <a:sym typeface="Poppins"/>
              </a:rPr>
              <a:t>Write your code in scripts in the file editing panel and save your scripts (to avoid losing your progress).  Use the console only for quick analysis. </a:t>
            </a:r>
            <a:endParaRPr b="0" i="0" sz="1000" u="none" cap="none" strike="noStrike">
              <a:solidFill>
                <a:schemeClr val="lt1"/>
              </a:solidFill>
              <a:latin typeface="Poppins"/>
              <a:ea typeface="Poppins"/>
              <a:cs typeface="Poppins"/>
              <a:sym typeface="Poppins"/>
            </a:endParaRPr>
          </a:p>
          <a:p>
            <a:pPr indent="0" lvl="0" marL="0" marR="0" rtl="0" algn="just">
              <a:lnSpc>
                <a:spcPct val="100000"/>
              </a:lnSpc>
              <a:spcBef>
                <a:spcPts val="1200"/>
              </a:spcBef>
              <a:spcAft>
                <a:spcPts val="0"/>
              </a:spcAft>
              <a:buClr>
                <a:srgbClr val="000000"/>
              </a:buClr>
              <a:buSzPts val="1000"/>
              <a:buFont typeface="Arial"/>
              <a:buNone/>
            </a:pPr>
            <a:r>
              <a:t/>
            </a:r>
            <a:endParaRPr b="0" i="0" sz="1000" u="none" cap="none" strike="noStrike">
              <a:solidFill>
                <a:schemeClr val="lt1"/>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600"/>
                                        <p:tgtEl>
                                          <p:spTgt spid="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739"/>
                                        </p:tgtEl>
                                      </p:cBhvr>
                                    </p:animEffect>
                                    <p:set>
                                      <p:cBhvr>
                                        <p:cTn dur="1" fill="hold">
                                          <p:stCondLst>
                                            <p:cond delay="1000"/>
                                          </p:stCondLst>
                                        </p:cTn>
                                        <p:tgtEl>
                                          <p:spTgt spid="7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6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600"/>
                                        <p:tgtEl>
                                          <p:spTgt spid="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600"/>
                                        <p:tgtEl>
                                          <p:spTgt spid="7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600"/>
                                        <p:tgtEl>
                                          <p:spTgt spid="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600"/>
                                        <p:tgtEl>
                                          <p:spTgt spid="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
          <p:cNvSpPr txBox="1"/>
          <p:nvPr>
            <p:ph type="title"/>
          </p:nvPr>
        </p:nvSpPr>
        <p:spPr>
          <a:xfrm>
            <a:off x="158150" y="1294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1200"/>
              </a:spcAft>
              <a:buSzPts val="3000"/>
              <a:buNone/>
            </a:pPr>
            <a:r>
              <a:rPr lang="en" sz="3000"/>
              <a:t>Console - Interprets our code  </a:t>
            </a:r>
            <a:endParaRPr sz="3000"/>
          </a:p>
        </p:txBody>
      </p:sp>
      <p:pic>
        <p:nvPicPr>
          <p:cNvPr id="759" name="Google Shape;759;p6"/>
          <p:cNvPicPr preferRelativeResize="0"/>
          <p:nvPr/>
        </p:nvPicPr>
        <p:blipFill rotWithShape="1">
          <a:blip r:embed="rId3">
            <a:alphaModFix/>
          </a:blip>
          <a:srcRect b="0" l="0" r="0" t="0"/>
          <a:stretch/>
        </p:blipFill>
        <p:spPr>
          <a:xfrm>
            <a:off x="152400" y="1012950"/>
            <a:ext cx="7286625" cy="2876550"/>
          </a:xfrm>
          <a:prstGeom prst="rect">
            <a:avLst/>
          </a:prstGeom>
          <a:noFill/>
          <a:ln>
            <a:noFill/>
          </a:ln>
        </p:spPr>
      </p:pic>
      <p:sp>
        <p:nvSpPr>
          <p:cNvPr id="760" name="Google Shape;760;p6"/>
          <p:cNvSpPr/>
          <p:nvPr/>
        </p:nvSpPr>
        <p:spPr>
          <a:xfrm>
            <a:off x="163075" y="1564025"/>
            <a:ext cx="3613200" cy="486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61" name="Google Shape;761;p6"/>
          <p:cNvSpPr txBox="1"/>
          <p:nvPr/>
        </p:nvSpPr>
        <p:spPr>
          <a:xfrm>
            <a:off x="6277125" y="3439025"/>
            <a:ext cx="2245500" cy="12591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000"/>
              <a:buFont typeface="Arial"/>
              <a:buNone/>
            </a:pPr>
            <a:r>
              <a:rPr b="1" i="0" lang="en" sz="1000" u="none" cap="none" strike="noStrike">
                <a:solidFill>
                  <a:schemeClr val="lt1"/>
                </a:solidFill>
                <a:latin typeface="Poppins"/>
                <a:ea typeface="Poppins"/>
                <a:cs typeface="Poppins"/>
                <a:sym typeface="Poppins"/>
              </a:rPr>
              <a:t>The console DOES NOT store the code you run, that is why it is important to rely on the scripts in the file editing panel when working with elaborate code chunks.  </a:t>
            </a:r>
            <a:endParaRPr b="1" i="0" sz="1000" u="none" cap="none" strike="noStrike">
              <a:solidFill>
                <a:schemeClr val="lt1"/>
              </a:solidFill>
              <a:latin typeface="Poppins"/>
              <a:ea typeface="Poppins"/>
              <a:cs typeface="Poppins"/>
              <a:sym typeface="Poppins"/>
            </a:endParaRPr>
          </a:p>
        </p:txBody>
      </p:sp>
      <p:grpSp>
        <p:nvGrpSpPr>
          <p:cNvPr id="762" name="Google Shape;762;p6"/>
          <p:cNvGrpSpPr/>
          <p:nvPr/>
        </p:nvGrpSpPr>
        <p:grpSpPr>
          <a:xfrm>
            <a:off x="211925" y="1270400"/>
            <a:ext cx="6895850" cy="624000"/>
            <a:chOff x="211925" y="1270400"/>
            <a:chExt cx="6895850" cy="624000"/>
          </a:xfrm>
        </p:grpSpPr>
        <p:sp>
          <p:nvSpPr>
            <p:cNvPr id="763" name="Google Shape;763;p6"/>
            <p:cNvSpPr/>
            <p:nvPr/>
          </p:nvSpPr>
          <p:spPr>
            <a:xfrm>
              <a:off x="211925" y="1336250"/>
              <a:ext cx="893400" cy="227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64" name="Google Shape;764;p6"/>
            <p:cNvSpPr txBox="1"/>
            <p:nvPr/>
          </p:nvSpPr>
          <p:spPr>
            <a:xfrm>
              <a:off x="1177675" y="1270400"/>
              <a:ext cx="5930100" cy="6240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lt1"/>
                  </a:solidFill>
                  <a:latin typeface="Poppins"/>
                  <a:ea typeface="Poppins"/>
                  <a:cs typeface="Poppins"/>
                  <a:sym typeface="Poppins"/>
                </a:rPr>
                <a:t>Working directory: </a:t>
              </a:r>
              <a:r>
                <a:rPr b="0" i="0" lang="en" sz="1100" u="none" cap="none" strike="noStrike">
                  <a:solidFill>
                    <a:schemeClr val="lt1"/>
                  </a:solidFill>
                  <a:latin typeface="Poppins"/>
                  <a:ea typeface="Poppins"/>
                  <a:cs typeface="Poppins"/>
                  <a:sym typeface="Poppins"/>
                </a:rPr>
                <a:t>It is the path on the computer that gives a default location of any file that needs to be imported or exported in R.  </a:t>
              </a:r>
              <a:endParaRPr b="0" i="0" sz="1100" u="none" cap="none" strike="noStrike">
                <a:solidFill>
                  <a:schemeClr val="lt1"/>
                </a:solidFill>
                <a:latin typeface="Poppins"/>
                <a:ea typeface="Poppins"/>
                <a:cs typeface="Poppins"/>
                <a:sym typeface="Poppins"/>
              </a:endParaRPr>
            </a:p>
            <a:p>
              <a:pPr indent="0" lvl="0" marL="0" marR="0" rtl="0" algn="l">
                <a:lnSpc>
                  <a:spcPct val="100000"/>
                </a:lnSpc>
                <a:spcBef>
                  <a:spcPts val="1200"/>
                </a:spcBef>
                <a:spcAft>
                  <a:spcPts val="0"/>
                </a:spcAft>
                <a:buClr>
                  <a:srgbClr val="000000"/>
                </a:buClr>
                <a:buSzPts val="1100"/>
                <a:buFont typeface="Arial"/>
                <a:buNone/>
              </a:pPr>
              <a:r>
                <a:t/>
              </a:r>
              <a:endParaRPr b="1" i="0" sz="1100" u="none" cap="none" strike="noStrike">
                <a:solidFill>
                  <a:schemeClr val="lt1"/>
                </a:solidFill>
                <a:latin typeface="Poppins"/>
                <a:ea typeface="Poppins"/>
                <a:cs typeface="Poppins"/>
                <a:sym typeface="Poppins"/>
              </a:endParaRPr>
            </a:p>
          </p:txBody>
        </p:sp>
      </p:grpSp>
      <p:grpSp>
        <p:nvGrpSpPr>
          <p:cNvPr id="765" name="Google Shape;765;p6"/>
          <p:cNvGrpSpPr/>
          <p:nvPr/>
        </p:nvGrpSpPr>
        <p:grpSpPr>
          <a:xfrm>
            <a:off x="163075" y="3522650"/>
            <a:ext cx="2802475" cy="316100"/>
            <a:chOff x="163075" y="3522650"/>
            <a:chExt cx="2802475" cy="316100"/>
          </a:xfrm>
        </p:grpSpPr>
        <p:sp>
          <p:nvSpPr>
            <p:cNvPr id="766" name="Google Shape;766;p6"/>
            <p:cNvSpPr/>
            <p:nvPr/>
          </p:nvSpPr>
          <p:spPr>
            <a:xfrm>
              <a:off x="163075" y="3611050"/>
              <a:ext cx="1345800" cy="227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67" name="Google Shape;767;p6"/>
            <p:cNvSpPr txBox="1"/>
            <p:nvPr/>
          </p:nvSpPr>
          <p:spPr>
            <a:xfrm>
              <a:off x="1713950" y="3522650"/>
              <a:ext cx="1251600" cy="1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Prompt</a:t>
              </a:r>
              <a:endParaRPr b="0" i="0" sz="1200" u="none" cap="none" strike="noStrike">
                <a:solidFill>
                  <a:schemeClr val="lt1"/>
                </a:solidFill>
                <a:latin typeface="Poppins"/>
                <a:ea typeface="Poppins"/>
                <a:cs typeface="Poppins"/>
                <a:sym typeface="Poppins"/>
              </a:endParaRPr>
            </a:p>
          </p:txBody>
        </p:sp>
      </p:grpSp>
      <p:sp>
        <p:nvSpPr>
          <p:cNvPr id="768" name="Google Shape;768;p6"/>
          <p:cNvSpPr txBox="1"/>
          <p:nvPr/>
        </p:nvSpPr>
        <p:spPr>
          <a:xfrm>
            <a:off x="690400" y="3657325"/>
            <a:ext cx="531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6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762"/>
                                        </p:tgtEl>
                                      </p:cBhvr>
                                    </p:animEffect>
                                    <p:set>
                                      <p:cBhvr>
                                        <p:cTn dur="1" fill="hold">
                                          <p:stCondLst>
                                            <p:cond delay="600"/>
                                          </p:stCondLst>
                                        </p:cTn>
                                        <p:tgtEl>
                                          <p:spTgt spid="7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6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760"/>
                                        </p:tgtEl>
                                      </p:cBhvr>
                                    </p:animEffect>
                                    <p:set>
                                      <p:cBhvr>
                                        <p:cTn dur="1" fill="hold">
                                          <p:stCondLst>
                                            <p:cond delay="600"/>
                                          </p:stCondLst>
                                        </p:cTn>
                                        <p:tgtEl>
                                          <p:spTgt spid="7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600"/>
                                        <p:tgtEl>
                                          <p:spTgt spid="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765"/>
                                        </p:tgtEl>
                                      </p:cBhvr>
                                    </p:animEffect>
                                    <p:set>
                                      <p:cBhvr>
                                        <p:cTn dur="1" fill="hold">
                                          <p:stCondLst>
                                            <p:cond delay="600"/>
                                          </p:stCondLst>
                                        </p:cTn>
                                        <p:tgtEl>
                                          <p:spTgt spid="7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600"/>
                                        <p:tgtEl>
                                          <p:spTgt spid="7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grpSp>
        <p:nvGrpSpPr>
          <p:cNvPr id="773" name="Google Shape;773;p7"/>
          <p:cNvGrpSpPr/>
          <p:nvPr/>
        </p:nvGrpSpPr>
        <p:grpSpPr>
          <a:xfrm>
            <a:off x="595761" y="902124"/>
            <a:ext cx="6226111" cy="3518792"/>
            <a:chOff x="3278100" y="1898800"/>
            <a:chExt cx="5524500" cy="2952750"/>
          </a:xfrm>
        </p:grpSpPr>
        <p:grpSp>
          <p:nvGrpSpPr>
            <p:cNvPr id="774" name="Google Shape;774;p7"/>
            <p:cNvGrpSpPr/>
            <p:nvPr/>
          </p:nvGrpSpPr>
          <p:grpSpPr>
            <a:xfrm>
              <a:off x="3278100" y="1898800"/>
              <a:ext cx="5524500" cy="2952750"/>
              <a:chOff x="3278100" y="1898800"/>
              <a:chExt cx="5524500" cy="2952750"/>
            </a:xfrm>
          </p:grpSpPr>
          <p:pic>
            <p:nvPicPr>
              <p:cNvPr id="775" name="Google Shape;775;p7"/>
              <p:cNvPicPr preferRelativeResize="0"/>
              <p:nvPr/>
            </p:nvPicPr>
            <p:blipFill rotWithShape="1">
              <a:blip r:embed="rId3">
                <a:alphaModFix/>
              </a:blip>
              <a:srcRect b="0" l="0" r="0" t="0"/>
              <a:stretch/>
            </p:blipFill>
            <p:spPr>
              <a:xfrm>
                <a:off x="3278100" y="1898800"/>
                <a:ext cx="5524500" cy="2952750"/>
              </a:xfrm>
              <a:prstGeom prst="rect">
                <a:avLst/>
              </a:prstGeom>
              <a:noFill/>
              <a:ln>
                <a:noFill/>
              </a:ln>
            </p:spPr>
          </p:pic>
          <p:pic>
            <p:nvPicPr>
              <p:cNvPr id="776" name="Google Shape;776;p7"/>
              <p:cNvPicPr preferRelativeResize="0"/>
              <p:nvPr/>
            </p:nvPicPr>
            <p:blipFill rotWithShape="1">
              <a:blip r:embed="rId4">
                <a:alphaModFix/>
              </a:blip>
              <a:srcRect b="0" l="0" r="0" t="0"/>
              <a:stretch/>
            </p:blipFill>
            <p:spPr>
              <a:xfrm>
                <a:off x="3440950" y="2613850"/>
                <a:ext cx="258149" cy="258149"/>
              </a:xfrm>
              <a:prstGeom prst="rect">
                <a:avLst/>
              </a:prstGeom>
              <a:noFill/>
              <a:ln>
                <a:noFill/>
              </a:ln>
            </p:spPr>
          </p:pic>
        </p:grpSp>
        <p:sp>
          <p:nvSpPr>
            <p:cNvPr id="777" name="Google Shape;777;p7"/>
            <p:cNvSpPr txBox="1"/>
            <p:nvPr/>
          </p:nvSpPr>
          <p:spPr>
            <a:xfrm>
              <a:off x="4594100" y="3164625"/>
              <a:ext cx="3699600" cy="1439100"/>
            </a:xfrm>
            <a:prstGeom prst="rect">
              <a:avLst/>
            </a:prstGeom>
            <a:solidFill>
              <a:srgbClr val="F8FAFB"/>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Tenemos el objeto a, correspondiente a un vector unitario con el valor de 2</a:t>
              </a:r>
              <a:endParaRPr b="1" i="0" sz="1400" u="none" cap="none" strike="noStrike">
                <a:solidFill>
                  <a:srgbClr val="000000"/>
                </a:solidFill>
                <a:latin typeface="Poppins"/>
                <a:ea typeface="Poppins"/>
                <a:cs typeface="Poppins"/>
                <a:sym typeface="Poppins"/>
              </a:endParaRPr>
            </a:p>
          </p:txBody>
        </p:sp>
      </p:grpSp>
      <p:sp>
        <p:nvSpPr>
          <p:cNvPr id="778" name="Google Shape;778;p7"/>
          <p:cNvSpPr txBox="1"/>
          <p:nvPr>
            <p:ph type="title"/>
          </p:nvPr>
        </p:nvSpPr>
        <p:spPr>
          <a:xfrm>
            <a:off x="158150" y="1294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3000"/>
              <a:t>Environment - Almacena los objetos </a:t>
            </a:r>
            <a:endParaRPr sz="3000"/>
          </a:p>
        </p:txBody>
      </p:sp>
      <p:pic>
        <p:nvPicPr>
          <p:cNvPr id="779" name="Google Shape;779;p7"/>
          <p:cNvPicPr preferRelativeResize="0"/>
          <p:nvPr/>
        </p:nvPicPr>
        <p:blipFill rotWithShape="1">
          <a:blip r:embed="rId5">
            <a:alphaModFix/>
          </a:blip>
          <a:srcRect b="0" l="0" r="0" t="0"/>
          <a:stretch/>
        </p:blipFill>
        <p:spPr>
          <a:xfrm>
            <a:off x="595650" y="902125"/>
            <a:ext cx="6226325" cy="3518775"/>
          </a:xfrm>
          <a:prstGeom prst="rect">
            <a:avLst/>
          </a:prstGeom>
          <a:noFill/>
          <a:ln>
            <a:noFill/>
          </a:ln>
        </p:spPr>
      </p:pic>
      <p:grpSp>
        <p:nvGrpSpPr>
          <p:cNvPr id="780" name="Google Shape;780;p7"/>
          <p:cNvGrpSpPr/>
          <p:nvPr/>
        </p:nvGrpSpPr>
        <p:grpSpPr>
          <a:xfrm>
            <a:off x="664400" y="902125"/>
            <a:ext cx="2274200" cy="1602775"/>
            <a:chOff x="664400" y="902125"/>
            <a:chExt cx="2274200" cy="1602775"/>
          </a:xfrm>
        </p:grpSpPr>
        <p:sp>
          <p:nvSpPr>
            <p:cNvPr id="781" name="Google Shape;781;p7"/>
            <p:cNvSpPr/>
            <p:nvPr/>
          </p:nvSpPr>
          <p:spPr>
            <a:xfrm>
              <a:off x="664400" y="902125"/>
              <a:ext cx="727800" cy="227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82" name="Google Shape;782;p7"/>
            <p:cNvSpPr txBox="1"/>
            <p:nvPr/>
          </p:nvSpPr>
          <p:spPr>
            <a:xfrm>
              <a:off x="750100" y="1637000"/>
              <a:ext cx="2188500" cy="867900"/>
            </a:xfrm>
            <a:prstGeom prst="rect">
              <a:avLst/>
            </a:prstGeom>
            <a:solidFill>
              <a:srgbClr val="F9F9F9"/>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rPr b="0" i="0" lang="en" sz="1100" u="none" cap="none" strike="noStrike">
                  <a:solidFill>
                    <a:schemeClr val="lt1"/>
                  </a:solidFill>
                  <a:latin typeface="Poppins"/>
                  <a:ea typeface="Poppins"/>
                  <a:cs typeface="Poppins"/>
                  <a:sym typeface="Poppins"/>
                </a:rPr>
                <a:t>It allows us to access and see all the data objects that we define in the current R session.</a:t>
              </a:r>
              <a:endParaRPr b="0" i="0" sz="1100" u="none" cap="none" strike="noStrike">
                <a:solidFill>
                  <a:schemeClr val="lt1"/>
                </a:solidFill>
                <a:latin typeface="Poppins"/>
                <a:ea typeface="Poppins"/>
                <a:cs typeface="Poppins"/>
                <a:sym typeface="Poppins"/>
              </a:endParaRPr>
            </a:p>
          </p:txBody>
        </p:sp>
      </p:grpSp>
      <p:grpSp>
        <p:nvGrpSpPr>
          <p:cNvPr id="783" name="Google Shape;783;p7"/>
          <p:cNvGrpSpPr/>
          <p:nvPr/>
        </p:nvGrpSpPr>
        <p:grpSpPr>
          <a:xfrm>
            <a:off x="1272325" y="902125"/>
            <a:ext cx="2916300" cy="1439050"/>
            <a:chOff x="1272325" y="902125"/>
            <a:chExt cx="2916300" cy="1439050"/>
          </a:xfrm>
        </p:grpSpPr>
        <p:sp>
          <p:nvSpPr>
            <p:cNvPr id="784" name="Google Shape;784;p7"/>
            <p:cNvSpPr/>
            <p:nvPr/>
          </p:nvSpPr>
          <p:spPr>
            <a:xfrm>
              <a:off x="1272325" y="902125"/>
              <a:ext cx="727800" cy="227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85" name="Google Shape;785;p7"/>
            <p:cNvSpPr txBox="1"/>
            <p:nvPr/>
          </p:nvSpPr>
          <p:spPr>
            <a:xfrm>
              <a:off x="2000125" y="1473275"/>
              <a:ext cx="2188500" cy="867900"/>
            </a:xfrm>
            <a:prstGeom prst="rect">
              <a:avLst/>
            </a:prstGeom>
            <a:solidFill>
              <a:srgbClr val="F8FAFB"/>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rPr b="0" i="0" lang="en" sz="1100" u="none" cap="none" strike="noStrike">
                  <a:solidFill>
                    <a:schemeClr val="lt1"/>
                  </a:solidFill>
                  <a:latin typeface="Poppins"/>
                  <a:ea typeface="Poppins"/>
                  <a:cs typeface="Poppins"/>
                  <a:sym typeface="Poppins"/>
                </a:rPr>
                <a:t>It shows us a history of all the code that has been evaluated in the console.  </a:t>
              </a:r>
              <a:endParaRPr b="0" i="0" sz="1100" u="none" cap="none" strike="noStrike">
                <a:solidFill>
                  <a:schemeClr val="lt1"/>
                </a:solidFill>
                <a:latin typeface="Poppins"/>
                <a:ea typeface="Poppins"/>
                <a:cs typeface="Poppins"/>
                <a:sym typeface="Poppins"/>
              </a:endParaRPr>
            </a:p>
          </p:txBody>
        </p:sp>
      </p:grpSp>
      <p:sp>
        <p:nvSpPr>
          <p:cNvPr id="786" name="Google Shape;786;p7"/>
          <p:cNvSpPr txBox="1"/>
          <p:nvPr/>
        </p:nvSpPr>
        <p:spPr>
          <a:xfrm>
            <a:off x="4911050" y="1065800"/>
            <a:ext cx="3699600" cy="1728300"/>
          </a:xfrm>
          <a:prstGeom prst="rect">
            <a:avLst/>
          </a:prstGeom>
          <a:solidFill>
            <a:srgbClr val="F8FAFB"/>
          </a:solid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It is currently empty… </a:t>
            </a:r>
            <a:endParaRPr b="0" i="0" sz="14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But if we assign the value of </a:t>
            </a:r>
            <a:r>
              <a:rPr b="1" i="0" lang="en" sz="1400" u="none" cap="none" strike="noStrike">
                <a:solidFill>
                  <a:srgbClr val="000000"/>
                </a:solidFill>
                <a:latin typeface="Poppins"/>
                <a:ea typeface="Poppins"/>
                <a:cs typeface="Poppins"/>
                <a:sym typeface="Poppins"/>
              </a:rPr>
              <a:t>2</a:t>
            </a:r>
            <a:r>
              <a:rPr b="0" i="0" lang="en" sz="1400" u="none" cap="none" strike="noStrike">
                <a:solidFill>
                  <a:srgbClr val="000000"/>
                </a:solidFill>
                <a:latin typeface="Poppins"/>
                <a:ea typeface="Poppins"/>
                <a:cs typeface="Poppins"/>
                <a:sym typeface="Poppins"/>
              </a:rPr>
              <a:t> to an object that we will call </a:t>
            </a:r>
            <a:r>
              <a:rPr b="1" i="0" lang="en" sz="1400" u="none" cap="none" strike="noStrike">
                <a:solidFill>
                  <a:srgbClr val="000000"/>
                </a:solidFill>
                <a:latin typeface="Poppins"/>
                <a:ea typeface="Poppins"/>
                <a:cs typeface="Poppins"/>
                <a:sym typeface="Poppins"/>
              </a:rPr>
              <a:t>“a”</a:t>
            </a:r>
            <a:r>
              <a:rPr b="0" i="0" lang="en" sz="1400" u="none" cap="none" strike="noStrike">
                <a:solidFill>
                  <a:srgbClr val="000000"/>
                </a:solidFill>
                <a:latin typeface="Poppins"/>
                <a:ea typeface="Poppins"/>
                <a:cs typeface="Poppins"/>
                <a:sym typeface="Poppins"/>
              </a:rPr>
              <a:t>…</a:t>
            </a:r>
            <a:endParaRPr b="0" i="0" sz="1400" u="none" cap="none" strike="noStrike">
              <a:solidFill>
                <a:srgbClr val="000000"/>
              </a:solidFill>
              <a:latin typeface="Poppins"/>
              <a:ea typeface="Poppins"/>
              <a:cs typeface="Poppins"/>
              <a:sym typeface="Poppins"/>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Let’s evaluate in the console </a:t>
            </a:r>
            <a:endParaRPr b="0" i="0" sz="1400" u="none" cap="none" strike="noStrike">
              <a:solidFill>
                <a:srgbClr val="000000"/>
              </a:solidFill>
              <a:latin typeface="Poppins"/>
              <a:ea typeface="Poppins"/>
              <a:cs typeface="Poppins"/>
              <a:sym typeface="Poppins"/>
            </a:endParaRPr>
          </a:p>
          <a:p>
            <a:pPr indent="0" lvl="0" marL="0" marR="0" rtl="0" algn="ctr">
              <a:lnSpc>
                <a:spcPct val="115000"/>
              </a:lnSpc>
              <a:spcBef>
                <a:spcPts val="1200"/>
              </a:spcBef>
              <a:spcAft>
                <a:spcPts val="0"/>
              </a:spcAft>
              <a:buClr>
                <a:srgbClr val="000000"/>
              </a:buClr>
              <a:buSzPts val="1400"/>
              <a:buFont typeface="Arial"/>
              <a:buNone/>
            </a:pPr>
            <a:r>
              <a:rPr b="1" i="0" lang="en" sz="1400" u="none" cap="none" strike="noStrike">
                <a:solidFill>
                  <a:srgbClr val="000000"/>
                </a:solidFill>
                <a:latin typeface="Poppins"/>
                <a:ea typeface="Poppins"/>
                <a:cs typeface="Poppins"/>
                <a:sym typeface="Poppins"/>
              </a:rPr>
              <a:t>a &lt;- 2</a:t>
            </a:r>
            <a:endParaRPr b="1" i="0" sz="1400" u="none" cap="none" strike="noStrike">
              <a:solidFill>
                <a:srgbClr val="000000"/>
              </a:solidFill>
              <a:latin typeface="Poppins"/>
              <a:ea typeface="Poppins"/>
              <a:cs typeface="Poppins"/>
              <a:sym typeface="Poppins"/>
            </a:endParaRPr>
          </a:p>
          <a:p>
            <a:pPr indent="0" lvl="0" marL="0" marR="0" rtl="0" algn="ctr">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600"/>
                                        <p:tgtEl>
                                          <p:spTgt spid="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780"/>
                                        </p:tgtEl>
                                      </p:cBhvr>
                                    </p:animEffect>
                                    <p:set>
                                      <p:cBhvr>
                                        <p:cTn dur="1" fill="hold">
                                          <p:stCondLst>
                                            <p:cond delay="600"/>
                                          </p:stCondLst>
                                        </p:cTn>
                                        <p:tgtEl>
                                          <p:spTgt spid="7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600"/>
                                        <p:tgtEl>
                                          <p:spTgt spid="7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600"/>
                                        <p:tgtEl>
                                          <p:spTgt spid="783"/>
                                        </p:tgtEl>
                                      </p:cBhvr>
                                    </p:animEffect>
                                    <p:set>
                                      <p:cBhvr>
                                        <p:cTn dur="1" fill="hold">
                                          <p:stCondLst>
                                            <p:cond delay="600"/>
                                          </p:stCondLst>
                                        </p:cTn>
                                        <p:tgtEl>
                                          <p:spTgt spid="7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
          <p:cNvSpPr txBox="1"/>
          <p:nvPr>
            <p:ph type="title"/>
          </p:nvPr>
        </p:nvSpPr>
        <p:spPr>
          <a:xfrm>
            <a:off x="444450" y="1821875"/>
            <a:ext cx="8255100" cy="7311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1200"/>
              </a:spcBef>
              <a:spcAft>
                <a:spcPts val="1200"/>
              </a:spcAft>
              <a:buSzPts val="3000"/>
              <a:buNone/>
            </a:pPr>
            <a:r>
              <a:rPr lang="en" sz="4600"/>
              <a:t>Let's get to work</a:t>
            </a:r>
            <a:endParaRPr sz="4600"/>
          </a:p>
        </p:txBody>
      </p:sp>
      <p:sp>
        <p:nvSpPr>
          <p:cNvPr id="792" name="Google Shape;792;p8"/>
          <p:cNvSpPr txBox="1"/>
          <p:nvPr>
            <p:ph type="title"/>
          </p:nvPr>
        </p:nvSpPr>
        <p:spPr>
          <a:xfrm>
            <a:off x="1728825" y="2552975"/>
            <a:ext cx="5832600" cy="414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b="0" sz="1500"/>
          </a:p>
          <a:p>
            <a:pPr indent="0" lvl="0" marL="0" rtl="0" algn="ctr">
              <a:lnSpc>
                <a:spcPct val="100000"/>
              </a:lnSpc>
              <a:spcBef>
                <a:spcPts val="0"/>
              </a:spcBef>
              <a:spcAft>
                <a:spcPts val="0"/>
              </a:spcAft>
              <a:buSzPts val="3000"/>
              <a:buNone/>
            </a:pPr>
            <a:r>
              <a:rPr b="0" lang="en" sz="1500"/>
              <a:t>Scripts </a:t>
            </a:r>
            <a:r>
              <a:rPr b="0" i="1" lang="en" sz="1500"/>
              <a:t>01_the_basics.R</a:t>
            </a:r>
            <a:r>
              <a:rPr b="0" lang="en" sz="1500"/>
              <a:t> y </a:t>
            </a:r>
            <a:r>
              <a:rPr b="0" i="1" lang="en" sz="1500"/>
              <a:t>02_install_packages.R</a:t>
            </a:r>
            <a:endParaRPr b="0" i="1"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9"/>
          <p:cNvSpPr txBox="1"/>
          <p:nvPr>
            <p:ph type="title"/>
          </p:nvPr>
        </p:nvSpPr>
        <p:spPr>
          <a:xfrm>
            <a:off x="158150" y="1294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3000"/>
              <a:t>Brief review of scripts 01 and 02 </a:t>
            </a:r>
            <a:endParaRPr sz="3000"/>
          </a:p>
        </p:txBody>
      </p:sp>
      <p:sp>
        <p:nvSpPr>
          <p:cNvPr id="798" name="Google Shape;798;p9"/>
          <p:cNvSpPr txBox="1"/>
          <p:nvPr/>
        </p:nvSpPr>
        <p:spPr>
          <a:xfrm>
            <a:off x="352950" y="1024450"/>
            <a:ext cx="8295300" cy="3131400"/>
          </a:xfrm>
          <a:prstGeom prst="rect">
            <a:avLst/>
          </a:prstGeom>
          <a:solidFill>
            <a:srgbClr val="002553"/>
          </a:solidFill>
          <a:ln>
            <a:noFill/>
          </a:ln>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Basic shortcuts to facilitate the use of R: </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CTRL + ENTER →  Allows you to run the line or chunk of code from the script</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CTRL + SHIFT + ENTER → Allows you to run our complete script</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CTRL + SHIFT + C → Allows you to insert a comment (It is also valid to use #)</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CTRL + SHIFT + R → Allows you to insert a section in the code</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ALT + O → Collapse all sections</a:t>
            </a:r>
            <a:endParaRPr b="0" i="0" sz="1000" u="none" cap="none" strike="noStrike">
              <a:solidFill>
                <a:schemeClr val="dk1"/>
              </a:solidFill>
              <a:latin typeface="Poppins"/>
              <a:ea typeface="Poppins"/>
              <a:cs typeface="Poppins"/>
              <a:sym typeface="Poppins"/>
            </a:endParaRPr>
          </a:p>
          <a:p>
            <a:pPr indent="-292100" lvl="1" marL="914400" marR="0" rtl="0" algn="l">
              <a:lnSpc>
                <a:spcPct val="100000"/>
              </a:lnSpc>
              <a:spcBef>
                <a:spcPts val="0"/>
              </a:spcBef>
              <a:spcAft>
                <a:spcPts val="0"/>
              </a:spcAft>
              <a:buClr>
                <a:schemeClr val="lt2"/>
              </a:buClr>
              <a:buSzPts val="1000"/>
              <a:buFont typeface="Poppins"/>
              <a:buChar char="○"/>
            </a:pPr>
            <a:r>
              <a:rPr b="0" i="1" lang="en" sz="1000" u="none" cap="none" strike="noStrike">
                <a:solidFill>
                  <a:schemeClr val="lt2"/>
                </a:solidFill>
                <a:latin typeface="Poppins"/>
                <a:ea typeface="Poppins"/>
                <a:cs typeface="Poppins"/>
                <a:sym typeface="Poppins"/>
              </a:rPr>
              <a:t>?function </a:t>
            </a:r>
            <a:r>
              <a:rPr b="0" i="0" lang="en" sz="1000" u="none" cap="none" strike="noStrike">
                <a:solidFill>
                  <a:schemeClr val="dk1"/>
                </a:solidFill>
                <a:latin typeface="Poppins"/>
                <a:ea typeface="Poppins"/>
                <a:cs typeface="Poppins"/>
                <a:sym typeface="Poppins"/>
              </a:rPr>
              <a:t>→ To search in the help panel for descriptions and arguments of functions</a:t>
            </a:r>
            <a:endParaRPr b="0" i="0" sz="1000" u="none" cap="none" strike="noStrike">
              <a:solidFill>
                <a:schemeClr val="dk1"/>
              </a:solidFill>
              <a:latin typeface="Poppins"/>
              <a:ea typeface="Poppins"/>
              <a:cs typeface="Poppins"/>
              <a:sym typeface="Poppins"/>
            </a:endParaRPr>
          </a:p>
          <a:p>
            <a:pPr indent="0" lvl="0" marL="91440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Poppins"/>
              <a:ea typeface="Poppins"/>
              <a:cs typeface="Poppins"/>
              <a:sym typeface="Poppins"/>
            </a:endParaRPr>
          </a:p>
          <a:p>
            <a:pPr indent="-292100" lvl="0" marL="457200" marR="0" rtl="0" algn="l">
              <a:lnSpc>
                <a:spcPct val="115000"/>
              </a:lnSpc>
              <a:spcBef>
                <a:spcPts val="120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We can do basic numerical operations (addition, subtraction, divisions, powers, etc.)</a:t>
            </a:r>
            <a:endParaRPr b="0" i="0" sz="1000" u="none" cap="none" strike="noStrike">
              <a:solidFill>
                <a:schemeClr val="dk1"/>
              </a:solidFill>
              <a:latin typeface="Poppins"/>
              <a:ea typeface="Poppins"/>
              <a:cs typeface="Poppins"/>
              <a:sym typeface="Poppins"/>
            </a:endParaRPr>
          </a:p>
          <a:p>
            <a:pPr indent="-292100" lvl="0" marL="457200" marR="0" rtl="0" algn="l">
              <a:lnSpc>
                <a:spcPct val="115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We assign values to objects using the operator '</a:t>
            </a:r>
            <a:r>
              <a:rPr b="0" i="0" lang="en" sz="1000" u="none" cap="none" strike="noStrike">
                <a:solidFill>
                  <a:schemeClr val="lt2"/>
                </a:solidFill>
                <a:latin typeface="Poppins"/>
                <a:ea typeface="Poppins"/>
                <a:cs typeface="Poppins"/>
                <a:sym typeface="Poppins"/>
              </a:rPr>
              <a:t>&lt;-</a:t>
            </a:r>
            <a:r>
              <a:rPr b="0" i="0" lang="en" sz="1000" u="none" cap="none" strike="noStrike">
                <a:solidFill>
                  <a:schemeClr val="dk1"/>
                </a:solidFill>
                <a:latin typeface="Poppins"/>
                <a:ea typeface="Poppins"/>
                <a:cs typeface="Poppins"/>
                <a:sym typeface="Poppins"/>
              </a:rPr>
              <a:t>', in which the variable is to the left of the operator and the value to the right (Example: </a:t>
            </a:r>
            <a:r>
              <a:rPr b="0" i="0" lang="en" sz="1000" u="none" cap="none" strike="noStrike">
                <a:solidFill>
                  <a:schemeClr val="lt2"/>
                </a:solidFill>
                <a:latin typeface="Poppins"/>
                <a:ea typeface="Poppins"/>
                <a:cs typeface="Poppins"/>
                <a:sym typeface="Poppins"/>
              </a:rPr>
              <a:t>x &lt;- 5</a:t>
            </a:r>
            <a:r>
              <a:rPr b="0" i="0" lang="en" sz="1000" u="none" cap="none" strike="noStrike">
                <a:solidFill>
                  <a:schemeClr val="dk1"/>
                </a:solidFill>
                <a:latin typeface="Poppins"/>
                <a:ea typeface="Poppins"/>
                <a:cs typeface="Poppins"/>
                <a:sym typeface="Poppins"/>
              </a:rPr>
              <a:t>)</a:t>
            </a:r>
            <a:endParaRPr b="0" i="0" sz="1000" u="none" cap="none" strike="noStrike">
              <a:solidFill>
                <a:schemeClr val="dk1"/>
              </a:solidFill>
              <a:latin typeface="Poppins"/>
              <a:ea typeface="Poppins"/>
              <a:cs typeface="Poppins"/>
              <a:sym typeface="Poppins"/>
            </a:endParaRPr>
          </a:p>
          <a:p>
            <a:pPr indent="-292100" lvl="0" marL="457200" marR="0" rtl="0" algn="l">
              <a:lnSpc>
                <a:spcPct val="115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We can create vectors of numerical values and perform operations with them</a:t>
            </a:r>
            <a:endParaRPr b="0" i="0" sz="1000" u="none" cap="none" strike="noStrike">
              <a:solidFill>
                <a:schemeClr val="dk1"/>
              </a:solidFill>
              <a:latin typeface="Poppins"/>
              <a:ea typeface="Poppins"/>
              <a:cs typeface="Poppins"/>
              <a:sym typeface="Poppins"/>
            </a:endParaRPr>
          </a:p>
          <a:p>
            <a:pPr indent="-292100" lvl="0" marL="457200" marR="0" rtl="0" algn="l">
              <a:lnSpc>
                <a:spcPct val="115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We can create vectors of text values or strings and perform transformations with functions like </a:t>
            </a:r>
            <a:r>
              <a:rPr b="0" i="0" lang="en" sz="1000" u="none" cap="none" strike="noStrike">
                <a:solidFill>
                  <a:schemeClr val="lt2"/>
                </a:solidFill>
                <a:latin typeface="Poppins"/>
                <a:ea typeface="Poppins"/>
                <a:cs typeface="Poppins"/>
                <a:sym typeface="Poppins"/>
              </a:rPr>
              <a:t>paste()</a:t>
            </a:r>
            <a:endParaRPr b="0" i="0" sz="1000" u="none" cap="none" strike="noStrike">
              <a:solidFill>
                <a:schemeClr val="lt2"/>
              </a:solidFill>
              <a:latin typeface="Poppins"/>
              <a:ea typeface="Poppins"/>
              <a:cs typeface="Poppins"/>
              <a:sym typeface="Poppins"/>
            </a:endParaRPr>
          </a:p>
          <a:p>
            <a:pPr indent="-292100" lvl="0" marL="457200" marR="0" rtl="0" algn="l">
              <a:lnSpc>
                <a:spcPct val="115000"/>
              </a:lnSpc>
              <a:spcBef>
                <a:spcPts val="0"/>
              </a:spcBef>
              <a:spcAft>
                <a:spcPts val="0"/>
              </a:spcAft>
              <a:buClr>
                <a:schemeClr val="dk1"/>
              </a:buClr>
              <a:buSzPts val="1000"/>
              <a:buFont typeface="Poppins"/>
              <a:buChar char="★"/>
            </a:pPr>
            <a:r>
              <a:rPr b="0" i="0" lang="en" sz="1000" u="none" cap="none" strike="noStrike">
                <a:solidFill>
                  <a:schemeClr val="dk1"/>
                </a:solidFill>
                <a:latin typeface="Poppins"/>
                <a:ea typeface="Poppins"/>
                <a:cs typeface="Poppins"/>
                <a:sym typeface="Poppins"/>
              </a:rPr>
              <a:t>We install packages with the function </a:t>
            </a:r>
            <a:r>
              <a:rPr b="0" i="0" lang="en" sz="1000" u="none" cap="none" strike="noStrike">
                <a:solidFill>
                  <a:schemeClr val="lt2"/>
                </a:solidFill>
                <a:latin typeface="Poppins"/>
                <a:ea typeface="Poppins"/>
                <a:cs typeface="Poppins"/>
                <a:sym typeface="Poppins"/>
              </a:rPr>
              <a:t>install.packages(“package”)</a:t>
            </a:r>
            <a:r>
              <a:rPr b="0" i="0" lang="en" sz="1000" u="none" cap="none" strike="noStrike">
                <a:solidFill>
                  <a:schemeClr val="dk1"/>
                </a:solidFill>
                <a:latin typeface="Poppins"/>
                <a:ea typeface="Poppins"/>
                <a:cs typeface="Poppins"/>
                <a:sym typeface="Poppins"/>
              </a:rPr>
              <a:t> and we know that to access and use functions of a package, we MUST ALWAYS execute the </a:t>
            </a:r>
            <a:r>
              <a:rPr b="0" i="0" lang="en" sz="1000" u="none" cap="none" strike="noStrike">
                <a:solidFill>
                  <a:schemeClr val="lt2"/>
                </a:solidFill>
                <a:latin typeface="Poppins"/>
                <a:ea typeface="Poppins"/>
                <a:cs typeface="Poppins"/>
                <a:sym typeface="Poppins"/>
              </a:rPr>
              <a:t>library(package)</a:t>
            </a:r>
            <a:r>
              <a:rPr b="0" i="0" lang="en" sz="1000" u="none" cap="none" strike="noStrike">
                <a:solidFill>
                  <a:schemeClr val="dk1"/>
                </a:solidFill>
                <a:latin typeface="Poppins"/>
                <a:ea typeface="Poppins"/>
                <a:cs typeface="Poppins"/>
                <a:sym typeface="Poppins"/>
              </a:rPr>
              <a:t> command  </a:t>
            </a:r>
            <a:endParaRPr b="0" i="0" sz="1000" u="none" cap="none" strike="noStrike">
              <a:solidFill>
                <a:schemeClr val="dk1"/>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000"/>
              <a:buFont typeface="Arial"/>
              <a:buNone/>
            </a:pPr>
            <a:r>
              <a:t/>
            </a:r>
            <a:endParaRPr b="0" i="0" sz="1000" u="none" cap="none" strike="noStrike">
              <a:solidFill>
                <a:schemeClr val="dk1"/>
              </a:solidFill>
              <a:latin typeface="Poppins"/>
              <a:ea typeface="Poppins"/>
              <a:cs typeface="Poppins"/>
              <a:sym typeface="Poppins"/>
            </a:endParaRPr>
          </a:p>
        </p:txBody>
      </p:sp>
      <p:pic>
        <p:nvPicPr>
          <p:cNvPr id="799" name="Google Shape;799;p9"/>
          <p:cNvPicPr preferRelativeResize="0"/>
          <p:nvPr/>
        </p:nvPicPr>
        <p:blipFill rotWithShape="1">
          <a:blip r:embed="rId3">
            <a:alphaModFix/>
          </a:blip>
          <a:srcRect b="0" l="0" r="0" t="0"/>
          <a:stretch/>
        </p:blipFill>
        <p:spPr>
          <a:xfrm>
            <a:off x="5916899" y="3927599"/>
            <a:ext cx="2496349" cy="1063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
          <p:cNvSpPr txBox="1"/>
          <p:nvPr>
            <p:ph idx="1" type="subTitle"/>
          </p:nvPr>
        </p:nvSpPr>
        <p:spPr>
          <a:xfrm>
            <a:off x="1810625" y="2183838"/>
            <a:ext cx="4872900" cy="671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b="1" lang="en" sz="2600"/>
              <a:t>Any questions so far?</a:t>
            </a:r>
            <a:endParaRPr b="1" sz="2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1"/>
          <p:cNvSpPr txBox="1"/>
          <p:nvPr>
            <p:ph type="title"/>
          </p:nvPr>
        </p:nvSpPr>
        <p:spPr>
          <a:xfrm>
            <a:off x="444450" y="1821875"/>
            <a:ext cx="8255100" cy="73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4600"/>
              <a:t>BREAK TIME</a:t>
            </a:r>
            <a:endParaRPr sz="4600"/>
          </a:p>
        </p:txBody>
      </p:sp>
      <p:sp>
        <p:nvSpPr>
          <p:cNvPr id="810" name="Google Shape;810;p11"/>
          <p:cNvSpPr txBox="1"/>
          <p:nvPr>
            <p:ph type="title"/>
          </p:nvPr>
        </p:nvSpPr>
        <p:spPr>
          <a:xfrm>
            <a:off x="1728825" y="2552975"/>
            <a:ext cx="5832600" cy="414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b="0" sz="1500"/>
          </a:p>
          <a:p>
            <a:pPr indent="0" lvl="0" marL="0" rtl="0" algn="ctr">
              <a:lnSpc>
                <a:spcPct val="100000"/>
              </a:lnSpc>
              <a:spcBef>
                <a:spcPts val="0"/>
              </a:spcBef>
              <a:spcAft>
                <a:spcPts val="0"/>
              </a:spcAft>
              <a:buSzPts val="3000"/>
              <a:buNone/>
            </a:pPr>
            <a:r>
              <a:rPr b="0" lang="en" sz="1500"/>
              <a:t>See you in 15 minutes </a:t>
            </a:r>
            <a:endParaRPr b="0" i="1"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2"/>
          <p:cNvSpPr txBox="1"/>
          <p:nvPr>
            <p:ph type="title"/>
          </p:nvPr>
        </p:nvSpPr>
        <p:spPr>
          <a:xfrm>
            <a:off x="158150" y="1294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3000"/>
              <a:t>Main data types in R </a:t>
            </a:r>
            <a:endParaRPr sz="3000"/>
          </a:p>
        </p:txBody>
      </p:sp>
      <p:sp>
        <p:nvSpPr>
          <p:cNvPr id="816" name="Google Shape;816;p12"/>
          <p:cNvSpPr txBox="1"/>
          <p:nvPr>
            <p:ph type="title"/>
          </p:nvPr>
        </p:nvSpPr>
        <p:spPr>
          <a:xfrm>
            <a:off x="444450" y="1066525"/>
            <a:ext cx="8255100" cy="3288600"/>
          </a:xfrm>
          <a:prstGeom prst="rect">
            <a:avLst/>
          </a:prstGeom>
          <a:solidFill>
            <a:srgbClr val="002553"/>
          </a:solidFill>
          <a:ln>
            <a:noFill/>
          </a:ln>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sz="1600"/>
              <a:t>Character</a:t>
            </a:r>
            <a:r>
              <a:rPr b="0" lang="en" sz="1600"/>
              <a:t>: data representing string values such as words or multiple words.</a:t>
            </a:r>
            <a:endParaRPr b="0" sz="1600"/>
          </a:p>
          <a:p>
            <a:pPr indent="0" lvl="0" marL="457200" rtl="0" algn="l">
              <a:lnSpc>
                <a:spcPct val="100000"/>
              </a:lnSpc>
              <a:spcBef>
                <a:spcPts val="0"/>
              </a:spcBef>
              <a:spcAft>
                <a:spcPts val="0"/>
              </a:spcAft>
              <a:buSzPts val="3000"/>
              <a:buNone/>
            </a:pPr>
            <a:r>
              <a:t/>
            </a:r>
            <a:endParaRPr b="0" sz="1600"/>
          </a:p>
          <a:p>
            <a:pPr indent="-330200" lvl="0" marL="457200" rtl="0" algn="l">
              <a:lnSpc>
                <a:spcPct val="100000"/>
              </a:lnSpc>
              <a:spcBef>
                <a:spcPts val="0"/>
              </a:spcBef>
              <a:spcAft>
                <a:spcPts val="0"/>
              </a:spcAft>
              <a:buSzPts val="1600"/>
              <a:buChar char="★"/>
            </a:pPr>
            <a:r>
              <a:rPr lang="en" sz="1600"/>
              <a:t>Numeric </a:t>
            </a:r>
            <a:r>
              <a:rPr b="0" lang="en" sz="1600"/>
              <a:t>(real or decimal): numeric data that allows continuous values (can contain decimals)</a:t>
            </a:r>
            <a:endParaRPr b="0" sz="1600"/>
          </a:p>
          <a:p>
            <a:pPr indent="0" lvl="0" marL="457200" rtl="0" algn="l">
              <a:lnSpc>
                <a:spcPct val="100000"/>
              </a:lnSpc>
              <a:spcBef>
                <a:spcPts val="0"/>
              </a:spcBef>
              <a:spcAft>
                <a:spcPts val="0"/>
              </a:spcAft>
              <a:buSzPts val="3000"/>
              <a:buNone/>
            </a:pPr>
            <a:r>
              <a:t/>
            </a:r>
            <a:endParaRPr b="0" sz="1600"/>
          </a:p>
          <a:p>
            <a:pPr indent="-330200" lvl="0" marL="457200" rtl="0" algn="l">
              <a:lnSpc>
                <a:spcPct val="100000"/>
              </a:lnSpc>
              <a:spcBef>
                <a:spcPts val="0"/>
              </a:spcBef>
              <a:spcAft>
                <a:spcPts val="0"/>
              </a:spcAft>
              <a:buSzPts val="1600"/>
              <a:buChar char="★"/>
            </a:pPr>
            <a:r>
              <a:rPr lang="en" sz="1600"/>
              <a:t>Integer</a:t>
            </a:r>
            <a:r>
              <a:rPr b="0" lang="en" sz="1600"/>
              <a:t>: integer numeric data that allows only discrete values (does not allow decimals)</a:t>
            </a:r>
            <a:endParaRPr b="0" sz="1600"/>
          </a:p>
          <a:p>
            <a:pPr indent="0" lvl="0" marL="457200" rtl="0" algn="l">
              <a:lnSpc>
                <a:spcPct val="100000"/>
              </a:lnSpc>
              <a:spcBef>
                <a:spcPts val="0"/>
              </a:spcBef>
              <a:spcAft>
                <a:spcPts val="0"/>
              </a:spcAft>
              <a:buSzPts val="3000"/>
              <a:buNone/>
            </a:pPr>
            <a:r>
              <a:t/>
            </a:r>
            <a:endParaRPr b="0" sz="1600"/>
          </a:p>
          <a:p>
            <a:pPr indent="-330200" lvl="0" marL="457200" rtl="0" algn="l">
              <a:lnSpc>
                <a:spcPct val="100000"/>
              </a:lnSpc>
              <a:spcBef>
                <a:spcPts val="0"/>
              </a:spcBef>
              <a:spcAft>
                <a:spcPts val="0"/>
              </a:spcAft>
              <a:buSzPts val="1600"/>
              <a:buChar char="★"/>
            </a:pPr>
            <a:r>
              <a:rPr lang="en" sz="1600"/>
              <a:t>Logical</a:t>
            </a:r>
            <a:r>
              <a:rPr b="0" lang="en" sz="1600"/>
              <a:t>: Takes values such as TRUE and FALSE or NA (missing values)</a:t>
            </a:r>
            <a:endParaRPr b="0" sz="1600"/>
          </a:p>
          <a:p>
            <a:pPr indent="0" lvl="0" marL="457200" rtl="0" algn="l">
              <a:lnSpc>
                <a:spcPct val="100000"/>
              </a:lnSpc>
              <a:spcBef>
                <a:spcPts val="0"/>
              </a:spcBef>
              <a:spcAft>
                <a:spcPts val="0"/>
              </a:spcAft>
              <a:buSzPts val="3000"/>
              <a:buNone/>
            </a:pPr>
            <a:r>
              <a:t/>
            </a:r>
            <a:endParaRPr b="0" sz="1600"/>
          </a:p>
          <a:p>
            <a:pPr indent="0" lvl="0" marL="457200" rtl="0" algn="l">
              <a:lnSpc>
                <a:spcPct val="100000"/>
              </a:lnSpc>
              <a:spcBef>
                <a:spcPts val="0"/>
              </a:spcBef>
              <a:spcAft>
                <a:spcPts val="0"/>
              </a:spcAft>
              <a:buSzPts val="3000"/>
              <a:buNone/>
            </a:pPr>
            <a:r>
              <a:rPr lang="en" sz="1600"/>
              <a:t>TIP:</a:t>
            </a:r>
            <a:r>
              <a:rPr b="0" lang="en" sz="1600"/>
              <a:t> o identify the data type or class of an object, we can use the </a:t>
            </a:r>
            <a:r>
              <a:rPr b="0" lang="en" sz="1600">
                <a:solidFill>
                  <a:schemeClr val="lt2"/>
                </a:solidFill>
              </a:rPr>
              <a:t>class() </a:t>
            </a:r>
            <a:r>
              <a:rPr b="0" lang="en" sz="1600"/>
              <a:t>function</a:t>
            </a:r>
            <a:endParaRPr b="0" i="1" sz="16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3"/>
          <p:cNvSpPr txBox="1"/>
          <p:nvPr>
            <p:ph type="title"/>
          </p:nvPr>
        </p:nvSpPr>
        <p:spPr>
          <a:xfrm>
            <a:off x="158150" y="129450"/>
            <a:ext cx="8255100" cy="731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3000"/>
              <a:t>Data structures in R </a:t>
            </a:r>
            <a:endParaRPr sz="3000"/>
          </a:p>
        </p:txBody>
      </p:sp>
      <p:sp>
        <p:nvSpPr>
          <p:cNvPr id="822" name="Google Shape;822;p13"/>
          <p:cNvSpPr txBox="1"/>
          <p:nvPr>
            <p:ph type="title"/>
          </p:nvPr>
        </p:nvSpPr>
        <p:spPr>
          <a:xfrm>
            <a:off x="444450" y="860550"/>
            <a:ext cx="8255100" cy="4029000"/>
          </a:xfrm>
          <a:prstGeom prst="rect">
            <a:avLst/>
          </a:prstGeom>
          <a:solidFill>
            <a:srgbClr val="002553"/>
          </a:solidFill>
          <a:ln>
            <a:noFill/>
          </a:ln>
        </p:spPr>
        <p:txBody>
          <a:bodyPr anchorCtr="0" anchor="ctr" bIns="91425" lIns="91425" spcFirstLastPara="1" rIns="91425" wrap="square" tIns="91425">
            <a:noAutofit/>
          </a:bodyPr>
          <a:lstStyle/>
          <a:p>
            <a:pPr indent="-323850" lvl="0" marL="457200" rtl="0" algn="l">
              <a:lnSpc>
                <a:spcPct val="115000"/>
              </a:lnSpc>
              <a:spcBef>
                <a:spcPts val="1200"/>
              </a:spcBef>
              <a:spcAft>
                <a:spcPts val="0"/>
              </a:spcAft>
              <a:buSzPts val="1500"/>
              <a:buChar char="★"/>
            </a:pPr>
            <a:r>
              <a:rPr lang="en" sz="1500"/>
              <a:t>Vectors: </a:t>
            </a:r>
            <a:r>
              <a:rPr b="0" lang="en" sz="1500"/>
              <a:t>contains one (scalar) or more elements of various types, but ALL must be of the same class → Does not allow grouping elements of different classes except for 'NA' (special element of logical type that denotes missing values).  </a:t>
            </a:r>
            <a:endParaRPr b="0" sz="1500"/>
          </a:p>
          <a:p>
            <a:pPr indent="-323850" lvl="0" marL="457200" rtl="0" algn="l">
              <a:lnSpc>
                <a:spcPct val="115000"/>
              </a:lnSpc>
              <a:spcBef>
                <a:spcPts val="1000"/>
              </a:spcBef>
              <a:spcAft>
                <a:spcPts val="0"/>
              </a:spcAft>
              <a:buSzPts val="1500"/>
              <a:buChar char="★"/>
            </a:pPr>
            <a:r>
              <a:rPr lang="en" sz="1500"/>
              <a:t>Matrices: </a:t>
            </a:r>
            <a:r>
              <a:rPr b="0" lang="en" sz="1500"/>
              <a:t>vector with dimensions that must contain elements of the same class, like vectors  </a:t>
            </a:r>
            <a:endParaRPr b="0" sz="1500"/>
          </a:p>
          <a:p>
            <a:pPr indent="-323850" lvl="0" marL="457200" rtl="0" algn="l">
              <a:lnSpc>
                <a:spcPct val="115000"/>
              </a:lnSpc>
              <a:spcBef>
                <a:spcPts val="1000"/>
              </a:spcBef>
              <a:spcAft>
                <a:spcPts val="0"/>
              </a:spcAft>
              <a:buSzPts val="1500"/>
              <a:buChar char="★"/>
            </a:pPr>
            <a:r>
              <a:rPr lang="en" sz="1500"/>
              <a:t>Lists: </a:t>
            </a:r>
            <a:r>
              <a:rPr b="0" lang="en" sz="1500"/>
              <a:t>unlike vectors and matrices, lists allow us to store different objects or elements with different data classes and different structures.  We can generate a list that contains vectors, matrices and even other lists.  </a:t>
            </a:r>
            <a:endParaRPr b="0" sz="1500"/>
          </a:p>
          <a:p>
            <a:pPr indent="-323850" lvl="0" marL="457200" rtl="0" algn="l">
              <a:lnSpc>
                <a:spcPct val="115000"/>
              </a:lnSpc>
              <a:spcBef>
                <a:spcPts val="1200"/>
              </a:spcBef>
              <a:spcAft>
                <a:spcPts val="1000"/>
              </a:spcAft>
              <a:buSzPts val="1500"/>
              <a:buChar char="★"/>
            </a:pPr>
            <a:r>
              <a:rPr lang="en" sz="1500"/>
              <a:t>Data frames: </a:t>
            </a:r>
            <a:r>
              <a:rPr b="0" lang="en" sz="1500"/>
              <a:t>most common structure for handling and storing data.  It is a two-dimensional object that has rows and columns that looks like a matrix, but that can contain different types or classes of data per column.  </a:t>
            </a:r>
            <a:endParaRPr b="0"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4"/>
          <p:cNvSpPr txBox="1"/>
          <p:nvPr>
            <p:ph type="title"/>
          </p:nvPr>
        </p:nvSpPr>
        <p:spPr>
          <a:xfrm>
            <a:off x="444450" y="1821875"/>
            <a:ext cx="8255100" cy="7311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1200"/>
              </a:spcBef>
              <a:spcAft>
                <a:spcPts val="1200"/>
              </a:spcAft>
              <a:buSzPts val="3000"/>
              <a:buNone/>
            </a:pPr>
            <a:r>
              <a:rPr lang="en" sz="4600"/>
              <a:t>Let's continue practicing</a:t>
            </a:r>
            <a:endParaRPr sz="4600"/>
          </a:p>
        </p:txBody>
      </p:sp>
      <p:sp>
        <p:nvSpPr>
          <p:cNvPr id="828" name="Google Shape;828;p14"/>
          <p:cNvSpPr txBox="1"/>
          <p:nvPr>
            <p:ph type="title"/>
          </p:nvPr>
        </p:nvSpPr>
        <p:spPr>
          <a:xfrm>
            <a:off x="1728825" y="2552975"/>
            <a:ext cx="5832600" cy="414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t/>
            </a:r>
            <a:endParaRPr b="0" sz="1500"/>
          </a:p>
          <a:p>
            <a:pPr indent="0" lvl="0" marL="0" rtl="0" algn="ctr">
              <a:lnSpc>
                <a:spcPct val="100000"/>
              </a:lnSpc>
              <a:spcBef>
                <a:spcPts val="0"/>
              </a:spcBef>
              <a:spcAft>
                <a:spcPts val="0"/>
              </a:spcAft>
              <a:buSzPts val="3000"/>
              <a:buNone/>
            </a:pPr>
            <a:r>
              <a:rPr b="0" lang="en" sz="1500"/>
              <a:t>Script </a:t>
            </a:r>
            <a:r>
              <a:rPr b="0" i="1" lang="en" sz="1500"/>
              <a:t>03_data_types.R</a:t>
            </a:r>
            <a:endParaRPr b="0" i="1"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5"/>
          <p:cNvSpPr txBox="1"/>
          <p:nvPr>
            <p:ph type="title"/>
          </p:nvPr>
        </p:nvSpPr>
        <p:spPr>
          <a:xfrm>
            <a:off x="537375" y="423825"/>
            <a:ext cx="8255100" cy="73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Task for next week</a:t>
            </a:r>
            <a:endParaRPr sz="3000"/>
          </a:p>
        </p:txBody>
      </p:sp>
      <p:cxnSp>
        <p:nvCxnSpPr>
          <p:cNvPr id="834" name="Google Shape;834;p15"/>
          <p:cNvCxnSpPr/>
          <p:nvPr/>
        </p:nvCxnSpPr>
        <p:spPr>
          <a:xfrm>
            <a:off x="1807272" y="1309279"/>
            <a:ext cx="931200" cy="0"/>
          </a:xfrm>
          <a:prstGeom prst="straightConnector1">
            <a:avLst/>
          </a:prstGeom>
          <a:noFill/>
          <a:ln cap="flat" cmpd="sng" w="76200">
            <a:solidFill>
              <a:schemeClr val="lt2"/>
            </a:solidFill>
            <a:prstDash val="solid"/>
            <a:round/>
            <a:headEnd len="sm" w="sm" type="none"/>
            <a:tailEnd len="sm" w="sm" type="none"/>
          </a:ln>
        </p:spPr>
      </p:cxnSp>
      <p:sp>
        <p:nvSpPr>
          <p:cNvPr id="835" name="Google Shape;835;p15"/>
          <p:cNvSpPr txBox="1"/>
          <p:nvPr>
            <p:ph type="title"/>
          </p:nvPr>
        </p:nvSpPr>
        <p:spPr>
          <a:xfrm>
            <a:off x="262775" y="1202925"/>
            <a:ext cx="8255100" cy="2512200"/>
          </a:xfrm>
          <a:prstGeom prst="rect">
            <a:avLst/>
          </a:prstGeom>
          <a:noFill/>
          <a:ln>
            <a:noFill/>
          </a:ln>
        </p:spPr>
        <p:txBody>
          <a:bodyPr anchorCtr="0" anchor="ctr" bIns="91425" lIns="91425" spcFirstLastPara="1" rIns="91425" wrap="square" tIns="91425">
            <a:noAutofit/>
          </a:bodyPr>
          <a:lstStyle/>
          <a:p>
            <a:pPr indent="-355600" lvl="0" marL="457200" rtl="0" algn="l">
              <a:lnSpc>
                <a:spcPct val="115000"/>
              </a:lnSpc>
              <a:spcBef>
                <a:spcPts val="1200"/>
              </a:spcBef>
              <a:spcAft>
                <a:spcPts val="0"/>
              </a:spcAft>
              <a:buSzPts val="2000"/>
              <a:buAutoNum type="arabicPeriod"/>
            </a:pPr>
            <a:r>
              <a:rPr b="0" lang="en" sz="2000"/>
              <a:t>Form work groups for the semester assignments (3 people)</a:t>
            </a:r>
            <a:endParaRPr b="0" sz="2000"/>
          </a:p>
          <a:p>
            <a:pPr indent="0" lvl="0" marL="0" rtl="0" algn="ctr">
              <a:lnSpc>
                <a:spcPct val="100000"/>
              </a:lnSpc>
              <a:spcBef>
                <a:spcPts val="1200"/>
              </a:spcBef>
              <a:spcAft>
                <a:spcPts val="0"/>
              </a:spcAft>
              <a:buSzPts val="3000"/>
              <a:buNone/>
            </a:pPr>
            <a:r>
              <a:t/>
            </a:r>
            <a:endParaRPr b="0" sz="2000"/>
          </a:p>
          <a:p>
            <a:pPr indent="-355600" lvl="0" marL="457200" rtl="0" algn="ctr">
              <a:lnSpc>
                <a:spcPct val="100000"/>
              </a:lnSpc>
              <a:spcBef>
                <a:spcPts val="0"/>
              </a:spcBef>
              <a:spcAft>
                <a:spcPts val="0"/>
              </a:spcAft>
              <a:buSzPts val="2000"/>
              <a:buAutoNum type="arabicPeriod"/>
            </a:pPr>
            <a:r>
              <a:rPr b="0" lang="en" sz="2000"/>
              <a:t>Send via M7 the members of your groups (1 member per team in charge of sending) </a:t>
            </a:r>
            <a:endParaRPr b="0" sz="2000"/>
          </a:p>
        </p:txBody>
      </p:sp>
    </p:spTree>
  </p:cSld>
  <p:clrMapOvr>
    <a:masterClrMapping/>
  </p:clrMapOvr>
</p:sld>
</file>

<file path=ppt/theme/theme1.xml><?xml version="1.0" encoding="utf-8"?>
<a:theme xmlns:a="http://schemas.openxmlformats.org/drawingml/2006/main" xmlns:r="http://schemas.openxmlformats.org/officeDocument/2006/relationships"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