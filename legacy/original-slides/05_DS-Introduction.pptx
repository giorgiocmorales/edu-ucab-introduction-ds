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9144000" cy="5143500" type="screen16x9"/>
  <p:notesSz cx="6858000" cy="9144000"/>
  <p:embeddedFontLst>
    <p:embeddedFont>
      <p:font typeface="Nunito Light" pitchFamily="2" charset="0"/>
      <p:regular r:id="rId32"/>
      <p:italic r:id="rId33"/>
    </p:embeddedFont>
    <p:embeddedFont>
      <p:font typeface="Poppins" panose="00000500000000000000" pitchFamily="2" charset="0"/>
      <p:regular r:id="rId34"/>
      <p:bold r:id="rId35"/>
      <p:italic r:id="rId36"/>
      <p:boldItalic r:id="rId37"/>
    </p:embeddedFont>
    <p:embeddedFont>
      <p:font typeface="Poppins Light" panose="00000400000000000000" pitchFamily="2" charset="0"/>
      <p:regular r:id="rId38"/>
      <p:italic r:id="rId3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0" roundtripDataSignature="AMtx7mjgSM8EuW+2D9TsmI9VQcR3792Rw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8.fntdata"/><Relationship Id="rId21" Type="http://schemas.openxmlformats.org/officeDocument/2006/relationships/slide" Target="slides/slide20.xml"/><Relationship Id="rId34" Type="http://schemas.openxmlformats.org/officeDocument/2006/relationships/font" Target="fonts/font3.fntdata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1.fntdata"/><Relationship Id="rId37" Type="http://schemas.openxmlformats.org/officeDocument/2006/relationships/font" Target="fonts/font6.fntdata"/><Relationship Id="rId40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4.fntdata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2.fntdata"/><Relationship Id="rId38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18" name="Google Shape;718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27" name="Google Shape;72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35" name="Google Shape;73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44" name="Google Shape;74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52" name="Google Shape;75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1" name="Google Shape;76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9" name="Google Shape;769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76" name="Google Shape;776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83" name="Google Shape;783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90" name="Google Shape;790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97" name="Google Shape;79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04" name="Google Shape;804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11" name="Google Shape;811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18" name="Google Shape;818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5" name="Google Shape;825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Google Shape;831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32" name="Google Shape;832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Google Shape;838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39" name="Google Shape;839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6" name="Google Shape;846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52" name="Google Shape;852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Google Shape;858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59" name="Google Shape;859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5" name="Google Shape;865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73" name="Google Shape;873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" name="Google Shape;880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81" name="Google Shape;881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Google Shape;886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87" name="Google Shape;887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96" name="Google Shape;896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Google Shape;901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02" name="Google Shape;902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Google Shape;908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09" name="Google Shape;909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16" name="Google Shape;916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" name="Google Shape;921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22" name="Google Shape;922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hyperlink" Target="https://bit.ly/3A1uf1Q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hyperlink" Target="http://bit.ly/2TtBDfr" TargetMode="External"/><Relationship Id="rId4" Type="http://schemas.openxmlformats.org/officeDocument/2006/relationships/hyperlink" Target="http://bit.ly/2TyoMsr" TargetMode="Externa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3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31"/>
          <p:cNvSpPr txBox="1">
            <a:spLocks noGrp="1"/>
          </p:cNvSpPr>
          <p:nvPr>
            <p:ph type="ctrTitle"/>
          </p:nvPr>
        </p:nvSpPr>
        <p:spPr>
          <a:xfrm>
            <a:off x="846900" y="1098283"/>
            <a:ext cx="7584000" cy="22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7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31"/>
          <p:cNvSpPr txBox="1">
            <a:spLocks noGrp="1"/>
          </p:cNvSpPr>
          <p:nvPr>
            <p:ph type="subTitle" idx="1"/>
          </p:nvPr>
        </p:nvSpPr>
        <p:spPr>
          <a:xfrm>
            <a:off x="846900" y="3728338"/>
            <a:ext cx="4528800" cy="4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2" name="Google Shape;12;p31"/>
          <p:cNvGrpSpPr/>
          <p:nvPr/>
        </p:nvGrpSpPr>
        <p:grpSpPr>
          <a:xfrm>
            <a:off x="-747801" y="-707126"/>
            <a:ext cx="10297750" cy="6227885"/>
            <a:chOff x="-747801" y="-707126"/>
            <a:chExt cx="10297750" cy="6227885"/>
          </a:xfrm>
        </p:grpSpPr>
        <p:grpSp>
          <p:nvGrpSpPr>
            <p:cNvPr id="13" name="Google Shape;13;p31"/>
            <p:cNvGrpSpPr/>
            <p:nvPr/>
          </p:nvGrpSpPr>
          <p:grpSpPr>
            <a:xfrm>
              <a:off x="-747801" y="-707126"/>
              <a:ext cx="2577275" cy="1833510"/>
              <a:chOff x="781874" y="1294774"/>
              <a:chExt cx="2577275" cy="1833510"/>
            </a:xfrm>
          </p:grpSpPr>
          <p:sp>
            <p:nvSpPr>
              <p:cNvPr id="14" name="Google Shape;14;p31"/>
              <p:cNvSpPr/>
              <p:nvPr/>
            </p:nvSpPr>
            <p:spPr>
              <a:xfrm rot="10800000">
                <a:off x="2834149" y="1520462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" name="Google Shape;15;p31"/>
              <p:cNvSpPr/>
              <p:nvPr/>
            </p:nvSpPr>
            <p:spPr>
              <a:xfrm rot="10800000">
                <a:off x="2424511" y="1751429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" name="Google Shape;16;p31"/>
              <p:cNvSpPr/>
              <p:nvPr/>
            </p:nvSpPr>
            <p:spPr>
              <a:xfrm rot="10800000">
                <a:off x="2423203" y="1294774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882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" name="Google Shape;17;p31"/>
              <p:cNvSpPr/>
              <p:nvPr/>
            </p:nvSpPr>
            <p:spPr>
              <a:xfrm rot="10800000">
                <a:off x="2013374" y="152450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03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" name="Google Shape;18;p31"/>
              <p:cNvSpPr/>
              <p:nvPr/>
            </p:nvSpPr>
            <p:spPr>
              <a:xfrm rot="10800000">
                <a:off x="1601864" y="1754411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19;p31"/>
              <p:cNvSpPr/>
              <p:nvPr/>
            </p:nvSpPr>
            <p:spPr>
              <a:xfrm rot="10800000">
                <a:off x="2008925" y="2444203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03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20;p31"/>
              <p:cNvSpPr/>
              <p:nvPr/>
            </p:nvSpPr>
            <p:spPr>
              <a:xfrm rot="10800000">
                <a:off x="1599288" y="2669819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21;p31"/>
              <p:cNvSpPr/>
              <p:nvPr/>
            </p:nvSpPr>
            <p:spPr>
              <a:xfrm rot="10800000">
                <a:off x="1599288" y="221185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882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22;p31"/>
              <p:cNvSpPr/>
              <p:nvPr/>
            </p:nvSpPr>
            <p:spPr>
              <a:xfrm rot="10800000">
                <a:off x="1190767" y="2441586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03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23;p31"/>
              <p:cNvSpPr/>
              <p:nvPr/>
            </p:nvSpPr>
            <p:spPr>
              <a:xfrm rot="10800000">
                <a:off x="781874" y="2670184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882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4" name="Google Shape;24;p31"/>
            <p:cNvGrpSpPr/>
            <p:nvPr/>
          </p:nvGrpSpPr>
          <p:grpSpPr>
            <a:xfrm>
              <a:off x="6972674" y="3687249"/>
              <a:ext cx="2577275" cy="1833510"/>
              <a:chOff x="781874" y="1294774"/>
              <a:chExt cx="2577275" cy="1833510"/>
            </a:xfrm>
          </p:grpSpPr>
          <p:sp>
            <p:nvSpPr>
              <p:cNvPr id="25" name="Google Shape;25;p31"/>
              <p:cNvSpPr/>
              <p:nvPr/>
            </p:nvSpPr>
            <p:spPr>
              <a:xfrm rot="10800000">
                <a:off x="2834149" y="1520462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" name="Google Shape;26;p31"/>
              <p:cNvSpPr/>
              <p:nvPr/>
            </p:nvSpPr>
            <p:spPr>
              <a:xfrm rot="10800000">
                <a:off x="2424511" y="1751429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" name="Google Shape;27;p31"/>
              <p:cNvSpPr/>
              <p:nvPr/>
            </p:nvSpPr>
            <p:spPr>
              <a:xfrm rot="10800000">
                <a:off x="2423203" y="1294774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882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" name="Google Shape;28;p31"/>
              <p:cNvSpPr/>
              <p:nvPr/>
            </p:nvSpPr>
            <p:spPr>
              <a:xfrm rot="10800000">
                <a:off x="2013374" y="152450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03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" name="Google Shape;29;p31"/>
              <p:cNvSpPr/>
              <p:nvPr/>
            </p:nvSpPr>
            <p:spPr>
              <a:xfrm rot="10800000">
                <a:off x="1601864" y="1754411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" name="Google Shape;30;p31"/>
              <p:cNvSpPr/>
              <p:nvPr/>
            </p:nvSpPr>
            <p:spPr>
              <a:xfrm rot="10800000">
                <a:off x="2008925" y="2444203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03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" name="Google Shape;31;p31"/>
              <p:cNvSpPr/>
              <p:nvPr/>
            </p:nvSpPr>
            <p:spPr>
              <a:xfrm rot="10800000">
                <a:off x="1599288" y="2669819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" name="Google Shape;32;p31"/>
              <p:cNvSpPr/>
              <p:nvPr/>
            </p:nvSpPr>
            <p:spPr>
              <a:xfrm rot="10800000">
                <a:off x="1599288" y="221185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882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" name="Google Shape;33;p31"/>
              <p:cNvSpPr/>
              <p:nvPr/>
            </p:nvSpPr>
            <p:spPr>
              <a:xfrm rot="10800000">
                <a:off x="1190767" y="2441586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03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" name="Google Shape;34;p31"/>
              <p:cNvSpPr/>
              <p:nvPr/>
            </p:nvSpPr>
            <p:spPr>
              <a:xfrm rot="10800000">
                <a:off x="781874" y="2670184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882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Google Shape;36;p3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32"/>
          <p:cNvSpPr txBox="1">
            <a:spLocks noGrp="1"/>
          </p:cNvSpPr>
          <p:nvPr>
            <p:ph type="title"/>
          </p:nvPr>
        </p:nvSpPr>
        <p:spPr>
          <a:xfrm>
            <a:off x="713225" y="2344050"/>
            <a:ext cx="5067600" cy="9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8" name="Google Shape;38;p32"/>
          <p:cNvSpPr txBox="1">
            <a:spLocks noGrp="1"/>
          </p:cNvSpPr>
          <p:nvPr>
            <p:ph type="title" idx="2"/>
          </p:nvPr>
        </p:nvSpPr>
        <p:spPr>
          <a:xfrm>
            <a:off x="713225" y="1353475"/>
            <a:ext cx="1652100" cy="91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9" name="Google Shape;39;p32"/>
          <p:cNvSpPr txBox="1">
            <a:spLocks noGrp="1"/>
          </p:cNvSpPr>
          <p:nvPr>
            <p:ph type="subTitle" idx="1"/>
          </p:nvPr>
        </p:nvSpPr>
        <p:spPr>
          <a:xfrm>
            <a:off x="713225" y="3415025"/>
            <a:ext cx="5067600" cy="37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40" name="Google Shape;40;p32"/>
          <p:cNvGrpSpPr/>
          <p:nvPr/>
        </p:nvGrpSpPr>
        <p:grpSpPr>
          <a:xfrm>
            <a:off x="6172199" y="136174"/>
            <a:ext cx="2791650" cy="4892530"/>
            <a:chOff x="6172199" y="136174"/>
            <a:chExt cx="2791650" cy="4892530"/>
          </a:xfrm>
        </p:grpSpPr>
        <p:grpSp>
          <p:nvGrpSpPr>
            <p:cNvPr id="41" name="Google Shape;41;p32"/>
            <p:cNvGrpSpPr/>
            <p:nvPr/>
          </p:nvGrpSpPr>
          <p:grpSpPr>
            <a:xfrm>
              <a:off x="6292024" y="136174"/>
              <a:ext cx="2577275" cy="1833510"/>
              <a:chOff x="781874" y="1294774"/>
              <a:chExt cx="2577275" cy="1833510"/>
            </a:xfrm>
          </p:grpSpPr>
          <p:sp>
            <p:nvSpPr>
              <p:cNvPr id="42" name="Google Shape;42;p32"/>
              <p:cNvSpPr/>
              <p:nvPr/>
            </p:nvSpPr>
            <p:spPr>
              <a:xfrm rot="10800000">
                <a:off x="2834149" y="1520462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" name="Google Shape;43;p32"/>
              <p:cNvSpPr/>
              <p:nvPr/>
            </p:nvSpPr>
            <p:spPr>
              <a:xfrm rot="10800000">
                <a:off x="2424511" y="1751429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" name="Google Shape;44;p32"/>
              <p:cNvSpPr/>
              <p:nvPr/>
            </p:nvSpPr>
            <p:spPr>
              <a:xfrm rot="10800000">
                <a:off x="2423203" y="1294774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882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" name="Google Shape;45;p32"/>
              <p:cNvSpPr/>
              <p:nvPr/>
            </p:nvSpPr>
            <p:spPr>
              <a:xfrm rot="10800000">
                <a:off x="2013374" y="152450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03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" name="Google Shape;46;p32"/>
              <p:cNvSpPr/>
              <p:nvPr/>
            </p:nvSpPr>
            <p:spPr>
              <a:xfrm rot="10800000">
                <a:off x="1601864" y="1754411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" name="Google Shape;47;p32"/>
              <p:cNvSpPr/>
              <p:nvPr/>
            </p:nvSpPr>
            <p:spPr>
              <a:xfrm rot="10800000">
                <a:off x="2008925" y="2444203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03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" name="Google Shape;48;p32"/>
              <p:cNvSpPr/>
              <p:nvPr/>
            </p:nvSpPr>
            <p:spPr>
              <a:xfrm rot="10800000">
                <a:off x="1599288" y="2669819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" name="Google Shape;49;p32"/>
              <p:cNvSpPr/>
              <p:nvPr/>
            </p:nvSpPr>
            <p:spPr>
              <a:xfrm rot="10800000">
                <a:off x="1599288" y="221185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882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" name="Google Shape;50;p32"/>
              <p:cNvSpPr/>
              <p:nvPr/>
            </p:nvSpPr>
            <p:spPr>
              <a:xfrm rot="10800000">
                <a:off x="1190767" y="2441586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03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" name="Google Shape;51;p32"/>
              <p:cNvSpPr/>
              <p:nvPr/>
            </p:nvSpPr>
            <p:spPr>
              <a:xfrm rot="10800000">
                <a:off x="781874" y="2670184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882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2" name="Google Shape;52;p32"/>
            <p:cNvGrpSpPr/>
            <p:nvPr/>
          </p:nvGrpSpPr>
          <p:grpSpPr>
            <a:xfrm>
              <a:off x="8027339" y="2095605"/>
              <a:ext cx="936510" cy="688006"/>
              <a:chOff x="3235964" y="2587955"/>
              <a:chExt cx="936510" cy="688006"/>
            </a:xfrm>
          </p:grpSpPr>
          <p:sp>
            <p:nvSpPr>
              <p:cNvPr id="53" name="Google Shape;53;p32"/>
              <p:cNvSpPr/>
              <p:nvPr/>
            </p:nvSpPr>
            <p:spPr>
              <a:xfrm rot="10800000">
                <a:off x="3647474" y="258795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03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" name="Google Shape;54;p32"/>
              <p:cNvSpPr/>
              <p:nvPr/>
            </p:nvSpPr>
            <p:spPr>
              <a:xfrm rot="10800000">
                <a:off x="3235964" y="2817861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5" name="Google Shape;55;p32"/>
            <p:cNvGrpSpPr/>
            <p:nvPr/>
          </p:nvGrpSpPr>
          <p:grpSpPr>
            <a:xfrm>
              <a:off x="8027628" y="3199534"/>
              <a:ext cx="935946" cy="1829159"/>
              <a:chOff x="4738303" y="2514672"/>
              <a:chExt cx="935946" cy="1829159"/>
            </a:xfrm>
          </p:grpSpPr>
          <p:sp>
            <p:nvSpPr>
              <p:cNvPr id="56" name="Google Shape;56;p32"/>
              <p:cNvSpPr/>
              <p:nvPr/>
            </p:nvSpPr>
            <p:spPr>
              <a:xfrm rot="10800000">
                <a:off x="5149249" y="2740361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" name="Google Shape;57;p32"/>
              <p:cNvSpPr/>
              <p:nvPr/>
            </p:nvSpPr>
            <p:spPr>
              <a:xfrm rot="10800000">
                <a:off x="4739611" y="2971327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" name="Google Shape;58;p32"/>
              <p:cNvSpPr/>
              <p:nvPr/>
            </p:nvSpPr>
            <p:spPr>
              <a:xfrm rot="10800000">
                <a:off x="4738303" y="2514672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882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" name="Google Shape;59;p32"/>
              <p:cNvSpPr/>
              <p:nvPr/>
            </p:nvSpPr>
            <p:spPr>
              <a:xfrm rot="10800000">
                <a:off x="5149225" y="3660116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03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" name="Google Shape;60;p32"/>
              <p:cNvSpPr/>
              <p:nvPr/>
            </p:nvSpPr>
            <p:spPr>
              <a:xfrm rot="10800000">
                <a:off x="4739588" y="3885731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" name="Google Shape;61;p32"/>
              <p:cNvSpPr/>
              <p:nvPr/>
            </p:nvSpPr>
            <p:spPr>
              <a:xfrm rot="10800000">
                <a:off x="4739588" y="3427767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882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2" name="Google Shape;62;p32"/>
            <p:cNvGrpSpPr/>
            <p:nvPr/>
          </p:nvGrpSpPr>
          <p:grpSpPr>
            <a:xfrm>
              <a:off x="6172199" y="4113949"/>
              <a:ext cx="1345775" cy="914755"/>
              <a:chOff x="2264799" y="3654374"/>
              <a:chExt cx="1345775" cy="914755"/>
            </a:xfrm>
          </p:grpSpPr>
          <p:sp>
            <p:nvSpPr>
              <p:cNvPr id="63" name="Google Shape;63;p32"/>
              <p:cNvSpPr/>
              <p:nvPr/>
            </p:nvSpPr>
            <p:spPr>
              <a:xfrm rot="10800000">
                <a:off x="3085574" y="3880062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" name="Google Shape;64;p32"/>
              <p:cNvSpPr/>
              <p:nvPr/>
            </p:nvSpPr>
            <p:spPr>
              <a:xfrm rot="10800000">
                <a:off x="2675936" y="4111029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" name="Google Shape;65;p32"/>
              <p:cNvSpPr/>
              <p:nvPr/>
            </p:nvSpPr>
            <p:spPr>
              <a:xfrm rot="10800000">
                <a:off x="2674628" y="3654374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882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" name="Google Shape;66;p32"/>
              <p:cNvSpPr/>
              <p:nvPr/>
            </p:nvSpPr>
            <p:spPr>
              <a:xfrm rot="10800000">
                <a:off x="2264799" y="388410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03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3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33"/>
          <p:cNvSpPr txBox="1">
            <a:spLocks noGrp="1"/>
          </p:cNvSpPr>
          <p:nvPr>
            <p:ph type="title"/>
          </p:nvPr>
        </p:nvSpPr>
        <p:spPr>
          <a:xfrm>
            <a:off x="2135550" y="1541188"/>
            <a:ext cx="4872900" cy="116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6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3"/>
          <p:cNvSpPr txBox="1">
            <a:spLocks noGrp="1"/>
          </p:cNvSpPr>
          <p:nvPr>
            <p:ph type="subTitle" idx="1"/>
          </p:nvPr>
        </p:nvSpPr>
        <p:spPr>
          <a:xfrm>
            <a:off x="2135550" y="2931213"/>
            <a:ext cx="4872900" cy="67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71" name="Google Shape;71;p33"/>
          <p:cNvGrpSpPr/>
          <p:nvPr/>
        </p:nvGrpSpPr>
        <p:grpSpPr>
          <a:xfrm>
            <a:off x="-244726" y="136174"/>
            <a:ext cx="9143475" cy="4810080"/>
            <a:chOff x="-244726" y="136174"/>
            <a:chExt cx="9143475" cy="4810080"/>
          </a:xfrm>
        </p:grpSpPr>
        <p:grpSp>
          <p:nvGrpSpPr>
            <p:cNvPr id="72" name="Google Shape;72;p33"/>
            <p:cNvGrpSpPr/>
            <p:nvPr/>
          </p:nvGrpSpPr>
          <p:grpSpPr>
            <a:xfrm>
              <a:off x="7962803" y="2451822"/>
              <a:ext cx="935946" cy="1829159"/>
              <a:chOff x="4738303" y="2514672"/>
              <a:chExt cx="935946" cy="1829159"/>
            </a:xfrm>
          </p:grpSpPr>
          <p:sp>
            <p:nvSpPr>
              <p:cNvPr id="73" name="Google Shape;73;p33"/>
              <p:cNvSpPr/>
              <p:nvPr/>
            </p:nvSpPr>
            <p:spPr>
              <a:xfrm rot="10800000">
                <a:off x="5149249" y="2740361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" name="Google Shape;74;p33"/>
              <p:cNvSpPr/>
              <p:nvPr/>
            </p:nvSpPr>
            <p:spPr>
              <a:xfrm rot="10800000">
                <a:off x="4739611" y="2971327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" name="Google Shape;75;p33"/>
              <p:cNvSpPr/>
              <p:nvPr/>
            </p:nvSpPr>
            <p:spPr>
              <a:xfrm rot="10800000">
                <a:off x="4738303" y="2514672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882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" name="Google Shape;76;p33"/>
              <p:cNvSpPr/>
              <p:nvPr/>
            </p:nvSpPr>
            <p:spPr>
              <a:xfrm rot="10800000">
                <a:off x="5149225" y="3660116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03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" name="Google Shape;77;p33"/>
              <p:cNvSpPr/>
              <p:nvPr/>
            </p:nvSpPr>
            <p:spPr>
              <a:xfrm rot="10800000">
                <a:off x="4739588" y="3885731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" name="Google Shape;78;p33"/>
              <p:cNvSpPr/>
              <p:nvPr/>
            </p:nvSpPr>
            <p:spPr>
              <a:xfrm rot="10800000">
                <a:off x="4739588" y="3427767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882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9" name="Google Shape;79;p33"/>
            <p:cNvGrpSpPr/>
            <p:nvPr/>
          </p:nvGrpSpPr>
          <p:grpSpPr>
            <a:xfrm>
              <a:off x="2135549" y="4031499"/>
              <a:ext cx="1345775" cy="914755"/>
              <a:chOff x="2264799" y="3654374"/>
              <a:chExt cx="1345775" cy="914755"/>
            </a:xfrm>
          </p:grpSpPr>
          <p:sp>
            <p:nvSpPr>
              <p:cNvPr id="80" name="Google Shape;80;p33"/>
              <p:cNvSpPr/>
              <p:nvPr/>
            </p:nvSpPr>
            <p:spPr>
              <a:xfrm rot="10800000">
                <a:off x="3085574" y="3880062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" name="Google Shape;81;p33"/>
              <p:cNvSpPr/>
              <p:nvPr/>
            </p:nvSpPr>
            <p:spPr>
              <a:xfrm rot="10800000">
                <a:off x="2675936" y="4111029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" name="Google Shape;82;p33"/>
              <p:cNvSpPr/>
              <p:nvPr/>
            </p:nvSpPr>
            <p:spPr>
              <a:xfrm rot="10800000">
                <a:off x="2674628" y="3654374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882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" name="Google Shape;83;p33"/>
              <p:cNvSpPr/>
              <p:nvPr/>
            </p:nvSpPr>
            <p:spPr>
              <a:xfrm rot="10800000">
                <a:off x="2264799" y="388410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03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4" name="Google Shape;84;p33"/>
            <p:cNvGrpSpPr/>
            <p:nvPr/>
          </p:nvGrpSpPr>
          <p:grpSpPr>
            <a:xfrm>
              <a:off x="-244726" y="136174"/>
              <a:ext cx="2577275" cy="1833510"/>
              <a:chOff x="781874" y="1294774"/>
              <a:chExt cx="2577275" cy="1833510"/>
            </a:xfrm>
          </p:grpSpPr>
          <p:sp>
            <p:nvSpPr>
              <p:cNvPr id="85" name="Google Shape;85;p33"/>
              <p:cNvSpPr/>
              <p:nvPr/>
            </p:nvSpPr>
            <p:spPr>
              <a:xfrm rot="10800000">
                <a:off x="2834149" y="1520462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" name="Google Shape;86;p33"/>
              <p:cNvSpPr/>
              <p:nvPr/>
            </p:nvSpPr>
            <p:spPr>
              <a:xfrm rot="10800000">
                <a:off x="2424511" y="1751429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" name="Google Shape;87;p33"/>
              <p:cNvSpPr/>
              <p:nvPr/>
            </p:nvSpPr>
            <p:spPr>
              <a:xfrm rot="10800000">
                <a:off x="2423203" y="1294774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882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" name="Google Shape;88;p33"/>
              <p:cNvSpPr/>
              <p:nvPr/>
            </p:nvSpPr>
            <p:spPr>
              <a:xfrm rot="10800000">
                <a:off x="2013374" y="152450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03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" name="Google Shape;89;p33"/>
              <p:cNvSpPr/>
              <p:nvPr/>
            </p:nvSpPr>
            <p:spPr>
              <a:xfrm rot="10800000">
                <a:off x="1601864" y="1754411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" name="Google Shape;90;p33"/>
              <p:cNvSpPr/>
              <p:nvPr/>
            </p:nvSpPr>
            <p:spPr>
              <a:xfrm rot="10800000">
                <a:off x="2008925" y="2444203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03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" name="Google Shape;91;p33"/>
              <p:cNvSpPr/>
              <p:nvPr/>
            </p:nvSpPr>
            <p:spPr>
              <a:xfrm rot="10800000">
                <a:off x="1599288" y="2669819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" name="Google Shape;92;p33"/>
              <p:cNvSpPr/>
              <p:nvPr/>
            </p:nvSpPr>
            <p:spPr>
              <a:xfrm rot="10800000">
                <a:off x="1599288" y="221185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882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" name="Google Shape;93;p33"/>
              <p:cNvSpPr/>
              <p:nvPr/>
            </p:nvSpPr>
            <p:spPr>
              <a:xfrm rot="10800000">
                <a:off x="1190767" y="2441586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03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" name="Google Shape;94;p33"/>
              <p:cNvSpPr/>
              <p:nvPr/>
            </p:nvSpPr>
            <p:spPr>
              <a:xfrm rot="10800000">
                <a:off x="781874" y="2670184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882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_1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3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34"/>
          <p:cNvSpPr txBox="1">
            <a:spLocks noGrp="1"/>
          </p:cNvSpPr>
          <p:nvPr>
            <p:ph type="title"/>
          </p:nvPr>
        </p:nvSpPr>
        <p:spPr>
          <a:xfrm>
            <a:off x="2135550" y="1541188"/>
            <a:ext cx="4872900" cy="116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6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34"/>
          <p:cNvSpPr txBox="1">
            <a:spLocks noGrp="1"/>
          </p:cNvSpPr>
          <p:nvPr>
            <p:ph type="subTitle" idx="1"/>
          </p:nvPr>
        </p:nvSpPr>
        <p:spPr>
          <a:xfrm>
            <a:off x="2135550" y="2931213"/>
            <a:ext cx="4872900" cy="67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99" name="Google Shape;99;p34"/>
          <p:cNvGrpSpPr/>
          <p:nvPr/>
        </p:nvGrpSpPr>
        <p:grpSpPr>
          <a:xfrm>
            <a:off x="-244726" y="136174"/>
            <a:ext cx="9143475" cy="4810080"/>
            <a:chOff x="-244726" y="136174"/>
            <a:chExt cx="9143475" cy="4810080"/>
          </a:xfrm>
        </p:grpSpPr>
        <p:grpSp>
          <p:nvGrpSpPr>
            <p:cNvPr id="100" name="Google Shape;100;p34"/>
            <p:cNvGrpSpPr/>
            <p:nvPr/>
          </p:nvGrpSpPr>
          <p:grpSpPr>
            <a:xfrm>
              <a:off x="7962803" y="2451822"/>
              <a:ext cx="935946" cy="1829159"/>
              <a:chOff x="4738303" y="2514672"/>
              <a:chExt cx="935946" cy="1829159"/>
            </a:xfrm>
          </p:grpSpPr>
          <p:sp>
            <p:nvSpPr>
              <p:cNvPr id="101" name="Google Shape;101;p34"/>
              <p:cNvSpPr/>
              <p:nvPr/>
            </p:nvSpPr>
            <p:spPr>
              <a:xfrm rot="10800000">
                <a:off x="5149249" y="2740361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450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2" name="Google Shape;102;p34"/>
              <p:cNvSpPr/>
              <p:nvPr/>
            </p:nvSpPr>
            <p:spPr>
              <a:xfrm rot="10800000">
                <a:off x="4739611" y="2971327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450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3" name="Google Shape;103;p34"/>
              <p:cNvSpPr/>
              <p:nvPr/>
            </p:nvSpPr>
            <p:spPr>
              <a:xfrm rot="10800000">
                <a:off x="4738303" y="2514672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4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4" name="Google Shape;104;p34"/>
              <p:cNvSpPr/>
              <p:nvPr/>
            </p:nvSpPr>
            <p:spPr>
              <a:xfrm rot="10800000">
                <a:off x="5149225" y="3660116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03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" name="Google Shape;105;p34"/>
              <p:cNvSpPr/>
              <p:nvPr/>
            </p:nvSpPr>
            <p:spPr>
              <a:xfrm rot="10800000">
                <a:off x="4739588" y="3885731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450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" name="Google Shape;106;p34"/>
              <p:cNvSpPr/>
              <p:nvPr/>
            </p:nvSpPr>
            <p:spPr>
              <a:xfrm rot="10800000">
                <a:off x="4739588" y="3427767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4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07" name="Google Shape;107;p34"/>
            <p:cNvGrpSpPr/>
            <p:nvPr/>
          </p:nvGrpSpPr>
          <p:grpSpPr>
            <a:xfrm>
              <a:off x="2135549" y="4031499"/>
              <a:ext cx="1345775" cy="914755"/>
              <a:chOff x="2264799" y="3654374"/>
              <a:chExt cx="1345775" cy="914755"/>
            </a:xfrm>
          </p:grpSpPr>
          <p:sp>
            <p:nvSpPr>
              <p:cNvPr id="108" name="Google Shape;108;p34"/>
              <p:cNvSpPr/>
              <p:nvPr/>
            </p:nvSpPr>
            <p:spPr>
              <a:xfrm rot="10800000">
                <a:off x="3085574" y="3880062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450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9" name="Google Shape;109;p34"/>
              <p:cNvSpPr/>
              <p:nvPr/>
            </p:nvSpPr>
            <p:spPr>
              <a:xfrm rot="10800000">
                <a:off x="2675936" y="4111029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450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0" name="Google Shape;110;p34"/>
              <p:cNvSpPr/>
              <p:nvPr/>
            </p:nvSpPr>
            <p:spPr>
              <a:xfrm rot="10800000">
                <a:off x="2674628" y="3654374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4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" name="Google Shape;111;p34"/>
              <p:cNvSpPr/>
              <p:nvPr/>
            </p:nvSpPr>
            <p:spPr>
              <a:xfrm rot="10800000">
                <a:off x="2264799" y="388410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03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2" name="Google Shape;112;p34"/>
            <p:cNvGrpSpPr/>
            <p:nvPr/>
          </p:nvGrpSpPr>
          <p:grpSpPr>
            <a:xfrm>
              <a:off x="-244726" y="136174"/>
              <a:ext cx="2577275" cy="1833510"/>
              <a:chOff x="781874" y="1294774"/>
              <a:chExt cx="2577275" cy="1833510"/>
            </a:xfrm>
          </p:grpSpPr>
          <p:sp>
            <p:nvSpPr>
              <p:cNvPr id="113" name="Google Shape;113;p34"/>
              <p:cNvSpPr/>
              <p:nvPr/>
            </p:nvSpPr>
            <p:spPr>
              <a:xfrm rot="10800000">
                <a:off x="2834149" y="1520462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450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" name="Google Shape;114;p34"/>
              <p:cNvSpPr/>
              <p:nvPr/>
            </p:nvSpPr>
            <p:spPr>
              <a:xfrm rot="10800000">
                <a:off x="2424511" y="1751429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450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5" name="Google Shape;115;p34"/>
              <p:cNvSpPr/>
              <p:nvPr/>
            </p:nvSpPr>
            <p:spPr>
              <a:xfrm rot="10800000">
                <a:off x="2423203" y="1294774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4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6" name="Google Shape;116;p34"/>
              <p:cNvSpPr/>
              <p:nvPr/>
            </p:nvSpPr>
            <p:spPr>
              <a:xfrm rot="10800000">
                <a:off x="2013374" y="152450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03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7" name="Google Shape;117;p34"/>
              <p:cNvSpPr/>
              <p:nvPr/>
            </p:nvSpPr>
            <p:spPr>
              <a:xfrm rot="10800000">
                <a:off x="1601864" y="1754411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450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" name="Google Shape;118;p34"/>
              <p:cNvSpPr/>
              <p:nvPr/>
            </p:nvSpPr>
            <p:spPr>
              <a:xfrm rot="10800000">
                <a:off x="2008925" y="2444203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03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9" name="Google Shape;119;p34"/>
              <p:cNvSpPr/>
              <p:nvPr/>
            </p:nvSpPr>
            <p:spPr>
              <a:xfrm rot="10800000">
                <a:off x="1599288" y="2669819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450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0" name="Google Shape;120;p34"/>
              <p:cNvSpPr/>
              <p:nvPr/>
            </p:nvSpPr>
            <p:spPr>
              <a:xfrm rot="10800000">
                <a:off x="1599288" y="221185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4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1" name="Google Shape;121;p34"/>
              <p:cNvSpPr/>
              <p:nvPr/>
            </p:nvSpPr>
            <p:spPr>
              <a:xfrm rot="10800000">
                <a:off x="1190767" y="2441586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03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2" name="Google Shape;122;p34"/>
              <p:cNvSpPr/>
              <p:nvPr/>
            </p:nvSpPr>
            <p:spPr>
              <a:xfrm rot="10800000">
                <a:off x="781874" y="2670184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4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5"/>
          <p:cNvSpPr txBox="1">
            <a:spLocks noGrp="1"/>
          </p:cNvSpPr>
          <p:nvPr>
            <p:ph type="body" idx="1"/>
          </p:nvPr>
        </p:nvSpPr>
        <p:spPr>
          <a:xfrm>
            <a:off x="720000" y="1215752"/>
            <a:ext cx="7704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Poppins Light"/>
              <a:buChar char="●"/>
              <a:defRPr/>
            </a:lvl1pPr>
            <a:lvl2pPr marL="914400" lvl="1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marL="1371600" lvl="2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marL="1828800" lvl="3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marL="2286000" lvl="4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marL="2743200" lvl="5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marL="3200400" lvl="6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marL="3657600" lvl="7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marL="4114800" lvl="8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125" name="Google Shape;125;p3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126" name="Google Shape;126;p35"/>
          <p:cNvGrpSpPr/>
          <p:nvPr/>
        </p:nvGrpSpPr>
        <p:grpSpPr>
          <a:xfrm>
            <a:off x="6899599" y="2745080"/>
            <a:ext cx="2577275" cy="2677354"/>
            <a:chOff x="6899599" y="2745080"/>
            <a:chExt cx="2577275" cy="2677354"/>
          </a:xfrm>
        </p:grpSpPr>
        <p:grpSp>
          <p:nvGrpSpPr>
            <p:cNvPr id="127" name="Google Shape;127;p35"/>
            <p:cNvGrpSpPr/>
            <p:nvPr/>
          </p:nvGrpSpPr>
          <p:grpSpPr>
            <a:xfrm>
              <a:off x="6899599" y="3588924"/>
              <a:ext cx="2577275" cy="1833510"/>
              <a:chOff x="781874" y="1294774"/>
              <a:chExt cx="2577275" cy="1833510"/>
            </a:xfrm>
          </p:grpSpPr>
          <p:sp>
            <p:nvSpPr>
              <p:cNvPr id="128" name="Google Shape;128;p35"/>
              <p:cNvSpPr/>
              <p:nvPr/>
            </p:nvSpPr>
            <p:spPr>
              <a:xfrm rot="10800000">
                <a:off x="2834149" y="1520462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" name="Google Shape;129;p35"/>
              <p:cNvSpPr/>
              <p:nvPr/>
            </p:nvSpPr>
            <p:spPr>
              <a:xfrm rot="10800000">
                <a:off x="2424511" y="1751429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0" name="Google Shape;130;p35"/>
              <p:cNvSpPr/>
              <p:nvPr/>
            </p:nvSpPr>
            <p:spPr>
              <a:xfrm rot="10800000">
                <a:off x="2423203" y="1294774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882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1" name="Google Shape;131;p35"/>
              <p:cNvSpPr/>
              <p:nvPr/>
            </p:nvSpPr>
            <p:spPr>
              <a:xfrm rot="10800000">
                <a:off x="2013374" y="152450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03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2" name="Google Shape;132;p35"/>
              <p:cNvSpPr/>
              <p:nvPr/>
            </p:nvSpPr>
            <p:spPr>
              <a:xfrm rot="10800000">
                <a:off x="1601864" y="1754411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3" name="Google Shape;133;p35"/>
              <p:cNvSpPr/>
              <p:nvPr/>
            </p:nvSpPr>
            <p:spPr>
              <a:xfrm rot="10800000">
                <a:off x="2008925" y="2444203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03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4" name="Google Shape;134;p35"/>
              <p:cNvSpPr/>
              <p:nvPr/>
            </p:nvSpPr>
            <p:spPr>
              <a:xfrm rot="10800000">
                <a:off x="1599288" y="2669819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5" name="Google Shape;135;p35"/>
              <p:cNvSpPr/>
              <p:nvPr/>
            </p:nvSpPr>
            <p:spPr>
              <a:xfrm rot="10800000">
                <a:off x="1599288" y="221185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882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6" name="Google Shape;136;p35"/>
              <p:cNvSpPr/>
              <p:nvPr/>
            </p:nvSpPr>
            <p:spPr>
              <a:xfrm rot="10800000">
                <a:off x="1190767" y="2441586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03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" name="Google Shape;137;p35"/>
              <p:cNvSpPr/>
              <p:nvPr/>
            </p:nvSpPr>
            <p:spPr>
              <a:xfrm rot="10800000">
                <a:off x="781874" y="2670184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882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38" name="Google Shape;138;p35"/>
            <p:cNvGrpSpPr/>
            <p:nvPr/>
          </p:nvGrpSpPr>
          <p:grpSpPr>
            <a:xfrm>
              <a:off x="7887114" y="2745080"/>
              <a:ext cx="936510" cy="688006"/>
              <a:chOff x="3235964" y="2587955"/>
              <a:chExt cx="936510" cy="688006"/>
            </a:xfrm>
          </p:grpSpPr>
          <p:sp>
            <p:nvSpPr>
              <p:cNvPr id="139" name="Google Shape;139;p35"/>
              <p:cNvSpPr/>
              <p:nvPr/>
            </p:nvSpPr>
            <p:spPr>
              <a:xfrm rot="10800000">
                <a:off x="3647474" y="258795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03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0" name="Google Shape;140;p35"/>
              <p:cNvSpPr/>
              <p:nvPr/>
            </p:nvSpPr>
            <p:spPr>
              <a:xfrm rot="10800000">
                <a:off x="3235964" y="2817861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0">
          <p15:clr>
            <a:srgbClr val="E46962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6"/>
          <p:cNvSpPr txBox="1">
            <a:spLocks noGrp="1"/>
          </p:cNvSpPr>
          <p:nvPr>
            <p:ph type="subTitle" idx="1"/>
          </p:nvPr>
        </p:nvSpPr>
        <p:spPr>
          <a:xfrm>
            <a:off x="5055284" y="3695224"/>
            <a:ext cx="2505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43" name="Google Shape;143;p36"/>
          <p:cNvSpPr txBox="1">
            <a:spLocks noGrp="1"/>
          </p:cNvSpPr>
          <p:nvPr>
            <p:ph type="subTitle" idx="2"/>
          </p:nvPr>
        </p:nvSpPr>
        <p:spPr>
          <a:xfrm>
            <a:off x="1583300" y="3695224"/>
            <a:ext cx="2505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44" name="Google Shape;144;p36"/>
          <p:cNvSpPr txBox="1">
            <a:spLocks noGrp="1"/>
          </p:cNvSpPr>
          <p:nvPr>
            <p:ph type="subTitle" idx="3"/>
          </p:nvPr>
        </p:nvSpPr>
        <p:spPr>
          <a:xfrm>
            <a:off x="5055275" y="3122525"/>
            <a:ext cx="2505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145" name="Google Shape;145;p36"/>
          <p:cNvSpPr txBox="1">
            <a:spLocks noGrp="1"/>
          </p:cNvSpPr>
          <p:nvPr>
            <p:ph type="subTitle" idx="4"/>
          </p:nvPr>
        </p:nvSpPr>
        <p:spPr>
          <a:xfrm>
            <a:off x="1583075" y="3122525"/>
            <a:ext cx="2505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146" name="Google Shape;146;p3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147" name="Google Shape;147;p36"/>
          <p:cNvGrpSpPr/>
          <p:nvPr/>
        </p:nvGrpSpPr>
        <p:grpSpPr>
          <a:xfrm>
            <a:off x="117324" y="1944274"/>
            <a:ext cx="9242625" cy="3033405"/>
            <a:chOff x="117324" y="1944274"/>
            <a:chExt cx="9242625" cy="3033405"/>
          </a:xfrm>
        </p:grpSpPr>
        <p:grpSp>
          <p:nvGrpSpPr>
            <p:cNvPr id="148" name="Google Shape;148;p36"/>
            <p:cNvGrpSpPr/>
            <p:nvPr/>
          </p:nvGrpSpPr>
          <p:grpSpPr>
            <a:xfrm>
              <a:off x="8424003" y="1944274"/>
              <a:ext cx="935946" cy="1833882"/>
              <a:chOff x="4738303" y="2509949"/>
              <a:chExt cx="935946" cy="1833882"/>
            </a:xfrm>
          </p:grpSpPr>
          <p:sp>
            <p:nvSpPr>
              <p:cNvPr id="149" name="Google Shape;149;p36"/>
              <p:cNvSpPr/>
              <p:nvPr/>
            </p:nvSpPr>
            <p:spPr>
              <a:xfrm rot="10800000">
                <a:off x="5149249" y="2735637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" name="Google Shape;150;p36"/>
              <p:cNvSpPr/>
              <p:nvPr/>
            </p:nvSpPr>
            <p:spPr>
              <a:xfrm rot="10800000">
                <a:off x="4739611" y="2966604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" name="Google Shape;151;p36"/>
              <p:cNvSpPr/>
              <p:nvPr/>
            </p:nvSpPr>
            <p:spPr>
              <a:xfrm rot="10800000">
                <a:off x="4738303" y="2509949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882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" name="Google Shape;152;p36"/>
              <p:cNvSpPr/>
              <p:nvPr/>
            </p:nvSpPr>
            <p:spPr>
              <a:xfrm rot="10800000">
                <a:off x="5149225" y="3660116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03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3" name="Google Shape;153;p36"/>
              <p:cNvSpPr/>
              <p:nvPr/>
            </p:nvSpPr>
            <p:spPr>
              <a:xfrm rot="10800000">
                <a:off x="4739588" y="3885731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" name="Google Shape;154;p36"/>
              <p:cNvSpPr/>
              <p:nvPr/>
            </p:nvSpPr>
            <p:spPr>
              <a:xfrm rot="10800000">
                <a:off x="4739588" y="3427767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882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5" name="Google Shape;155;p36"/>
            <p:cNvGrpSpPr/>
            <p:nvPr/>
          </p:nvGrpSpPr>
          <p:grpSpPr>
            <a:xfrm>
              <a:off x="117324" y="4062924"/>
              <a:ext cx="1345775" cy="914755"/>
              <a:chOff x="2264799" y="3654374"/>
              <a:chExt cx="1345775" cy="914755"/>
            </a:xfrm>
          </p:grpSpPr>
          <p:sp>
            <p:nvSpPr>
              <p:cNvPr id="156" name="Google Shape;156;p36"/>
              <p:cNvSpPr/>
              <p:nvPr/>
            </p:nvSpPr>
            <p:spPr>
              <a:xfrm rot="10800000">
                <a:off x="3085574" y="3880062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7" name="Google Shape;157;p36"/>
              <p:cNvSpPr/>
              <p:nvPr/>
            </p:nvSpPr>
            <p:spPr>
              <a:xfrm rot="10800000">
                <a:off x="2675936" y="4111029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8" name="Google Shape;158;p36"/>
              <p:cNvSpPr/>
              <p:nvPr/>
            </p:nvSpPr>
            <p:spPr>
              <a:xfrm rot="10800000">
                <a:off x="2674628" y="3654374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882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9" name="Google Shape;159;p36"/>
              <p:cNvSpPr/>
              <p:nvPr/>
            </p:nvSpPr>
            <p:spPr>
              <a:xfrm rot="10800000">
                <a:off x="2264799" y="388410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03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162" name="Google Shape;162;p37"/>
          <p:cNvGrpSpPr/>
          <p:nvPr/>
        </p:nvGrpSpPr>
        <p:grpSpPr>
          <a:xfrm>
            <a:off x="7481624" y="4031499"/>
            <a:ext cx="1345775" cy="914755"/>
            <a:chOff x="2264799" y="3654374"/>
            <a:chExt cx="1345775" cy="914755"/>
          </a:xfrm>
        </p:grpSpPr>
        <p:sp>
          <p:nvSpPr>
            <p:cNvPr id="163" name="Google Shape;163;p37"/>
            <p:cNvSpPr/>
            <p:nvPr/>
          </p:nvSpPr>
          <p:spPr>
            <a:xfrm rot="10800000">
              <a:off x="3085574" y="3880062"/>
              <a:ext cx="525000" cy="4581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FFFFF">
                <a:alpha val="14901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" name="Google Shape;164;p37"/>
            <p:cNvSpPr/>
            <p:nvPr/>
          </p:nvSpPr>
          <p:spPr>
            <a:xfrm rot="10800000">
              <a:off x="2675936" y="4111029"/>
              <a:ext cx="525000" cy="4581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FFFFF">
                <a:alpha val="14901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" name="Google Shape;165;p37"/>
            <p:cNvSpPr/>
            <p:nvPr/>
          </p:nvSpPr>
          <p:spPr>
            <a:xfrm rot="10800000">
              <a:off x="2674628" y="3654374"/>
              <a:ext cx="525000" cy="4581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FFFFF">
                <a:alpha val="25882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" name="Google Shape;166;p37"/>
            <p:cNvSpPr/>
            <p:nvPr/>
          </p:nvSpPr>
          <p:spPr>
            <a:xfrm rot="10800000">
              <a:off x="2264799" y="3884105"/>
              <a:ext cx="525000" cy="458100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FFFFF">
                <a:alpha val="5803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4294800" cy="15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69" name="Google Shape;169;p38"/>
          <p:cNvSpPr txBox="1">
            <a:spLocks noGrp="1"/>
          </p:cNvSpPr>
          <p:nvPr>
            <p:ph type="subTitle" idx="1"/>
          </p:nvPr>
        </p:nvSpPr>
        <p:spPr>
          <a:xfrm>
            <a:off x="720000" y="2000900"/>
            <a:ext cx="4294800" cy="229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Nunito Light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3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39"/>
          <p:cNvSpPr txBox="1">
            <a:spLocks noGrp="1"/>
          </p:cNvSpPr>
          <p:nvPr>
            <p:ph type="title"/>
          </p:nvPr>
        </p:nvSpPr>
        <p:spPr>
          <a:xfrm>
            <a:off x="1768550" y="1307100"/>
            <a:ext cx="5607000" cy="252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173" name="Google Shape;173;p39"/>
          <p:cNvGrpSpPr/>
          <p:nvPr/>
        </p:nvGrpSpPr>
        <p:grpSpPr>
          <a:xfrm>
            <a:off x="-684701" y="-255601"/>
            <a:ext cx="9583450" cy="5227957"/>
            <a:chOff x="-684701" y="-255601"/>
            <a:chExt cx="9583450" cy="5227957"/>
          </a:xfrm>
        </p:grpSpPr>
        <p:grpSp>
          <p:nvGrpSpPr>
            <p:cNvPr id="174" name="Google Shape;174;p39"/>
            <p:cNvGrpSpPr/>
            <p:nvPr/>
          </p:nvGrpSpPr>
          <p:grpSpPr>
            <a:xfrm>
              <a:off x="-684701" y="-255601"/>
              <a:ext cx="2577275" cy="1833510"/>
              <a:chOff x="781874" y="1294774"/>
              <a:chExt cx="2577275" cy="1833510"/>
            </a:xfrm>
          </p:grpSpPr>
          <p:sp>
            <p:nvSpPr>
              <p:cNvPr id="175" name="Google Shape;175;p39"/>
              <p:cNvSpPr/>
              <p:nvPr/>
            </p:nvSpPr>
            <p:spPr>
              <a:xfrm rot="10800000">
                <a:off x="2834149" y="1520462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6" name="Google Shape;176;p39"/>
              <p:cNvSpPr/>
              <p:nvPr/>
            </p:nvSpPr>
            <p:spPr>
              <a:xfrm rot="10800000">
                <a:off x="2424511" y="1751429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7" name="Google Shape;177;p39"/>
              <p:cNvSpPr/>
              <p:nvPr/>
            </p:nvSpPr>
            <p:spPr>
              <a:xfrm rot="10800000">
                <a:off x="2423203" y="1294774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882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8" name="Google Shape;178;p39"/>
              <p:cNvSpPr/>
              <p:nvPr/>
            </p:nvSpPr>
            <p:spPr>
              <a:xfrm rot="10800000">
                <a:off x="2013374" y="152450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03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9" name="Google Shape;179;p39"/>
              <p:cNvSpPr/>
              <p:nvPr/>
            </p:nvSpPr>
            <p:spPr>
              <a:xfrm rot="10800000">
                <a:off x="1601864" y="1754411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0" name="Google Shape;180;p39"/>
              <p:cNvSpPr/>
              <p:nvPr/>
            </p:nvSpPr>
            <p:spPr>
              <a:xfrm rot="10800000">
                <a:off x="2008925" y="2444203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03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1" name="Google Shape;181;p39"/>
              <p:cNvSpPr/>
              <p:nvPr/>
            </p:nvSpPr>
            <p:spPr>
              <a:xfrm rot="10800000">
                <a:off x="1599288" y="2669819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2" name="Google Shape;182;p39"/>
              <p:cNvSpPr/>
              <p:nvPr/>
            </p:nvSpPr>
            <p:spPr>
              <a:xfrm rot="10800000">
                <a:off x="1599288" y="221185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882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3" name="Google Shape;183;p39"/>
              <p:cNvSpPr/>
              <p:nvPr/>
            </p:nvSpPr>
            <p:spPr>
              <a:xfrm rot="10800000">
                <a:off x="1190767" y="2441586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03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4" name="Google Shape;184;p39"/>
              <p:cNvSpPr/>
              <p:nvPr/>
            </p:nvSpPr>
            <p:spPr>
              <a:xfrm rot="10800000">
                <a:off x="781874" y="2670184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882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85" name="Google Shape;185;p39"/>
            <p:cNvGrpSpPr/>
            <p:nvPr/>
          </p:nvGrpSpPr>
          <p:grpSpPr>
            <a:xfrm>
              <a:off x="7962803" y="3143197"/>
              <a:ext cx="935946" cy="1829159"/>
              <a:chOff x="4738303" y="2514672"/>
              <a:chExt cx="935946" cy="1829159"/>
            </a:xfrm>
          </p:grpSpPr>
          <p:sp>
            <p:nvSpPr>
              <p:cNvPr id="186" name="Google Shape;186;p39"/>
              <p:cNvSpPr/>
              <p:nvPr/>
            </p:nvSpPr>
            <p:spPr>
              <a:xfrm rot="10800000">
                <a:off x="5149249" y="2740361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7" name="Google Shape;187;p39"/>
              <p:cNvSpPr/>
              <p:nvPr/>
            </p:nvSpPr>
            <p:spPr>
              <a:xfrm rot="10800000">
                <a:off x="4739611" y="2971327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8" name="Google Shape;188;p39"/>
              <p:cNvSpPr/>
              <p:nvPr/>
            </p:nvSpPr>
            <p:spPr>
              <a:xfrm rot="10800000">
                <a:off x="4738303" y="2514672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882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9" name="Google Shape;189;p39"/>
              <p:cNvSpPr/>
              <p:nvPr/>
            </p:nvSpPr>
            <p:spPr>
              <a:xfrm rot="10800000">
                <a:off x="5149225" y="3660116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03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0" name="Google Shape;190;p39"/>
              <p:cNvSpPr/>
              <p:nvPr/>
            </p:nvSpPr>
            <p:spPr>
              <a:xfrm rot="10800000">
                <a:off x="4739588" y="3885731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1" name="Google Shape;191;p39"/>
              <p:cNvSpPr/>
              <p:nvPr/>
            </p:nvSpPr>
            <p:spPr>
              <a:xfrm rot="10800000">
                <a:off x="4739588" y="3427767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882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92" name="Google Shape;192;p39"/>
            <p:cNvGrpSpPr/>
            <p:nvPr/>
          </p:nvGrpSpPr>
          <p:grpSpPr>
            <a:xfrm>
              <a:off x="6360749" y="4057599"/>
              <a:ext cx="1345775" cy="914755"/>
              <a:chOff x="2264799" y="3654374"/>
              <a:chExt cx="1345775" cy="914755"/>
            </a:xfrm>
          </p:grpSpPr>
          <p:sp>
            <p:nvSpPr>
              <p:cNvPr id="193" name="Google Shape;193;p39"/>
              <p:cNvSpPr/>
              <p:nvPr/>
            </p:nvSpPr>
            <p:spPr>
              <a:xfrm rot="10800000">
                <a:off x="3085574" y="3880062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4" name="Google Shape;194;p39"/>
              <p:cNvSpPr/>
              <p:nvPr/>
            </p:nvSpPr>
            <p:spPr>
              <a:xfrm rot="10800000">
                <a:off x="2675936" y="4111029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5" name="Google Shape;195;p39"/>
              <p:cNvSpPr/>
              <p:nvPr/>
            </p:nvSpPr>
            <p:spPr>
              <a:xfrm rot="10800000">
                <a:off x="2674628" y="3654374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882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6" name="Google Shape;196;p39"/>
              <p:cNvSpPr/>
              <p:nvPr/>
            </p:nvSpPr>
            <p:spPr>
              <a:xfrm rot="10800000">
                <a:off x="2264799" y="388410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03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40"/>
          <p:cNvSpPr>
            <a:spLocks noGrp="1"/>
          </p:cNvSpPr>
          <p:nvPr>
            <p:ph type="pic" idx="2"/>
          </p:nvPr>
        </p:nvSpPr>
        <p:spPr>
          <a:xfrm>
            <a:off x="-25" y="-13725"/>
            <a:ext cx="9144000" cy="5157300"/>
          </a:xfrm>
          <a:prstGeom prst="rect">
            <a:avLst/>
          </a:prstGeom>
          <a:noFill/>
          <a:ln>
            <a:noFill/>
          </a:ln>
        </p:spPr>
      </p:sp>
      <p:sp>
        <p:nvSpPr>
          <p:cNvPr id="199" name="Google Shape;199;p40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Google Shape;201;p4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41"/>
          <p:cNvSpPr txBox="1">
            <a:spLocks noGrp="1"/>
          </p:cNvSpPr>
          <p:nvPr>
            <p:ph type="title" hasCustomPrompt="1"/>
          </p:nvPr>
        </p:nvSpPr>
        <p:spPr>
          <a:xfrm>
            <a:off x="1284000" y="1215175"/>
            <a:ext cx="6576000" cy="133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6000">
                <a:solidFill>
                  <a:schemeClr val="l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203" name="Google Shape;203;p41"/>
          <p:cNvSpPr txBox="1">
            <a:spLocks noGrp="1"/>
          </p:cNvSpPr>
          <p:nvPr>
            <p:ph type="subTitle" idx="1"/>
          </p:nvPr>
        </p:nvSpPr>
        <p:spPr>
          <a:xfrm>
            <a:off x="1284000" y="2850299"/>
            <a:ext cx="6576000" cy="49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grpSp>
        <p:nvGrpSpPr>
          <p:cNvPr id="204" name="Google Shape;204;p41"/>
          <p:cNvGrpSpPr/>
          <p:nvPr/>
        </p:nvGrpSpPr>
        <p:grpSpPr>
          <a:xfrm>
            <a:off x="-575414" y="236724"/>
            <a:ext cx="9256138" cy="4578762"/>
            <a:chOff x="-575414" y="236724"/>
            <a:chExt cx="9256138" cy="4578762"/>
          </a:xfrm>
        </p:grpSpPr>
        <p:grpSp>
          <p:nvGrpSpPr>
            <p:cNvPr id="205" name="Google Shape;205;p41"/>
            <p:cNvGrpSpPr/>
            <p:nvPr/>
          </p:nvGrpSpPr>
          <p:grpSpPr>
            <a:xfrm>
              <a:off x="-575414" y="236724"/>
              <a:ext cx="2577275" cy="1833510"/>
              <a:chOff x="781874" y="1294774"/>
              <a:chExt cx="2577275" cy="1833510"/>
            </a:xfrm>
          </p:grpSpPr>
          <p:sp>
            <p:nvSpPr>
              <p:cNvPr id="206" name="Google Shape;206;p41"/>
              <p:cNvSpPr/>
              <p:nvPr/>
            </p:nvSpPr>
            <p:spPr>
              <a:xfrm rot="10800000">
                <a:off x="2834149" y="1520462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7" name="Google Shape;207;p41"/>
              <p:cNvSpPr/>
              <p:nvPr/>
            </p:nvSpPr>
            <p:spPr>
              <a:xfrm rot="10800000">
                <a:off x="2424511" y="1751429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8" name="Google Shape;208;p41"/>
              <p:cNvSpPr/>
              <p:nvPr/>
            </p:nvSpPr>
            <p:spPr>
              <a:xfrm rot="10800000">
                <a:off x="2423203" y="1294774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882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9" name="Google Shape;209;p41"/>
              <p:cNvSpPr/>
              <p:nvPr/>
            </p:nvSpPr>
            <p:spPr>
              <a:xfrm rot="10800000">
                <a:off x="2013374" y="152450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03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0" name="Google Shape;210;p41"/>
              <p:cNvSpPr/>
              <p:nvPr/>
            </p:nvSpPr>
            <p:spPr>
              <a:xfrm rot="10800000">
                <a:off x="1601864" y="1754411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1" name="Google Shape;211;p41"/>
              <p:cNvSpPr/>
              <p:nvPr/>
            </p:nvSpPr>
            <p:spPr>
              <a:xfrm rot="10800000">
                <a:off x="2008925" y="2444203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03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2" name="Google Shape;212;p41"/>
              <p:cNvSpPr/>
              <p:nvPr/>
            </p:nvSpPr>
            <p:spPr>
              <a:xfrm rot="10800000">
                <a:off x="1599288" y="2669819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3" name="Google Shape;213;p41"/>
              <p:cNvSpPr/>
              <p:nvPr/>
            </p:nvSpPr>
            <p:spPr>
              <a:xfrm rot="10800000">
                <a:off x="1599288" y="221185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882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4" name="Google Shape;214;p41"/>
              <p:cNvSpPr/>
              <p:nvPr/>
            </p:nvSpPr>
            <p:spPr>
              <a:xfrm rot="10800000">
                <a:off x="1190767" y="2441586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03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5" name="Google Shape;215;p41"/>
              <p:cNvSpPr/>
              <p:nvPr/>
            </p:nvSpPr>
            <p:spPr>
              <a:xfrm rot="10800000">
                <a:off x="781874" y="2670184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882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16" name="Google Shape;216;p41"/>
            <p:cNvGrpSpPr/>
            <p:nvPr/>
          </p:nvGrpSpPr>
          <p:grpSpPr>
            <a:xfrm>
              <a:off x="952289" y="4127480"/>
              <a:ext cx="936510" cy="688006"/>
              <a:chOff x="3235964" y="2587955"/>
              <a:chExt cx="936510" cy="688006"/>
            </a:xfrm>
          </p:grpSpPr>
          <p:sp>
            <p:nvSpPr>
              <p:cNvPr id="217" name="Google Shape;217;p41"/>
              <p:cNvSpPr/>
              <p:nvPr/>
            </p:nvSpPr>
            <p:spPr>
              <a:xfrm rot="10800000">
                <a:off x="3647474" y="258795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03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8" name="Google Shape;218;p41"/>
              <p:cNvSpPr/>
              <p:nvPr/>
            </p:nvSpPr>
            <p:spPr>
              <a:xfrm rot="10800000">
                <a:off x="3235964" y="2817861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19" name="Google Shape;219;p41"/>
            <p:cNvGrpSpPr/>
            <p:nvPr/>
          </p:nvGrpSpPr>
          <p:grpSpPr>
            <a:xfrm>
              <a:off x="7744778" y="2850299"/>
              <a:ext cx="935946" cy="1833882"/>
              <a:chOff x="4738303" y="2509949"/>
              <a:chExt cx="935946" cy="1833882"/>
            </a:xfrm>
          </p:grpSpPr>
          <p:sp>
            <p:nvSpPr>
              <p:cNvPr id="220" name="Google Shape;220;p41"/>
              <p:cNvSpPr/>
              <p:nvPr/>
            </p:nvSpPr>
            <p:spPr>
              <a:xfrm rot="10800000">
                <a:off x="5149249" y="2735637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1" name="Google Shape;221;p41"/>
              <p:cNvSpPr/>
              <p:nvPr/>
            </p:nvSpPr>
            <p:spPr>
              <a:xfrm rot="10800000">
                <a:off x="4739611" y="2966604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2" name="Google Shape;222;p41"/>
              <p:cNvSpPr/>
              <p:nvPr/>
            </p:nvSpPr>
            <p:spPr>
              <a:xfrm rot="10800000">
                <a:off x="4738303" y="2509949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882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3" name="Google Shape;223;p41"/>
              <p:cNvSpPr/>
              <p:nvPr/>
            </p:nvSpPr>
            <p:spPr>
              <a:xfrm rot="10800000">
                <a:off x="5149225" y="3660116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03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4" name="Google Shape;224;p41"/>
              <p:cNvSpPr/>
              <p:nvPr/>
            </p:nvSpPr>
            <p:spPr>
              <a:xfrm rot="10800000">
                <a:off x="4739588" y="3885731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5" name="Google Shape;225;p41"/>
              <p:cNvSpPr/>
              <p:nvPr/>
            </p:nvSpPr>
            <p:spPr>
              <a:xfrm rot="10800000">
                <a:off x="4739588" y="3427767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882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26" name="Google Shape;226;p41"/>
            <p:cNvGrpSpPr/>
            <p:nvPr/>
          </p:nvGrpSpPr>
          <p:grpSpPr>
            <a:xfrm>
              <a:off x="6109324" y="236724"/>
              <a:ext cx="1345775" cy="914755"/>
              <a:chOff x="2264799" y="3654374"/>
              <a:chExt cx="1345775" cy="914755"/>
            </a:xfrm>
          </p:grpSpPr>
          <p:sp>
            <p:nvSpPr>
              <p:cNvPr id="227" name="Google Shape;227;p41"/>
              <p:cNvSpPr/>
              <p:nvPr/>
            </p:nvSpPr>
            <p:spPr>
              <a:xfrm rot="10800000">
                <a:off x="3085574" y="3880062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8" name="Google Shape;228;p41"/>
              <p:cNvSpPr/>
              <p:nvPr/>
            </p:nvSpPr>
            <p:spPr>
              <a:xfrm rot="10800000">
                <a:off x="2675936" y="4111029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9" name="Google Shape;229;p41"/>
              <p:cNvSpPr/>
              <p:nvPr/>
            </p:nvSpPr>
            <p:spPr>
              <a:xfrm rot="10800000">
                <a:off x="2674628" y="3654374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882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0" name="Google Shape;230;p41"/>
              <p:cNvSpPr/>
              <p:nvPr/>
            </p:nvSpPr>
            <p:spPr>
              <a:xfrm rot="10800000">
                <a:off x="2264799" y="388410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03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43"/>
          <p:cNvSpPr txBox="1">
            <a:spLocks noGrp="1"/>
          </p:cNvSpPr>
          <p:nvPr>
            <p:ph type="subTitle" idx="1"/>
          </p:nvPr>
        </p:nvSpPr>
        <p:spPr>
          <a:xfrm>
            <a:off x="720000" y="2285397"/>
            <a:ext cx="24507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4" name="Google Shape;234;p43"/>
          <p:cNvSpPr txBox="1">
            <a:spLocks noGrp="1"/>
          </p:cNvSpPr>
          <p:nvPr>
            <p:ph type="subTitle" idx="2"/>
          </p:nvPr>
        </p:nvSpPr>
        <p:spPr>
          <a:xfrm>
            <a:off x="3346572" y="2285397"/>
            <a:ext cx="24507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5" name="Google Shape;235;p43"/>
          <p:cNvSpPr txBox="1">
            <a:spLocks noGrp="1"/>
          </p:cNvSpPr>
          <p:nvPr>
            <p:ph type="subTitle" idx="3"/>
          </p:nvPr>
        </p:nvSpPr>
        <p:spPr>
          <a:xfrm>
            <a:off x="720000" y="4018575"/>
            <a:ext cx="24507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6" name="Google Shape;236;p43"/>
          <p:cNvSpPr txBox="1">
            <a:spLocks noGrp="1"/>
          </p:cNvSpPr>
          <p:nvPr>
            <p:ph type="subTitle" idx="4"/>
          </p:nvPr>
        </p:nvSpPr>
        <p:spPr>
          <a:xfrm>
            <a:off x="3346572" y="4018575"/>
            <a:ext cx="24507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7" name="Google Shape;237;p43"/>
          <p:cNvSpPr txBox="1">
            <a:spLocks noGrp="1"/>
          </p:cNvSpPr>
          <p:nvPr>
            <p:ph type="subTitle" idx="5"/>
          </p:nvPr>
        </p:nvSpPr>
        <p:spPr>
          <a:xfrm>
            <a:off x="5973152" y="2285397"/>
            <a:ext cx="24507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8" name="Google Shape;238;p43"/>
          <p:cNvSpPr txBox="1">
            <a:spLocks noGrp="1"/>
          </p:cNvSpPr>
          <p:nvPr>
            <p:ph type="subTitle" idx="6"/>
          </p:nvPr>
        </p:nvSpPr>
        <p:spPr>
          <a:xfrm>
            <a:off x="5973152" y="4018575"/>
            <a:ext cx="24507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9" name="Google Shape;239;p43"/>
          <p:cNvSpPr txBox="1">
            <a:spLocks noGrp="1"/>
          </p:cNvSpPr>
          <p:nvPr>
            <p:ph type="title"/>
          </p:nvPr>
        </p:nvSpPr>
        <p:spPr>
          <a:xfrm>
            <a:off x="720000" y="1332025"/>
            <a:ext cx="7809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240" name="Google Shape;240;p43"/>
          <p:cNvSpPr txBox="1">
            <a:spLocks noGrp="1"/>
          </p:cNvSpPr>
          <p:nvPr>
            <p:ph type="title" idx="7"/>
          </p:nvPr>
        </p:nvSpPr>
        <p:spPr>
          <a:xfrm>
            <a:off x="720000" y="3064618"/>
            <a:ext cx="7809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241" name="Google Shape;241;p43"/>
          <p:cNvSpPr txBox="1">
            <a:spLocks noGrp="1"/>
          </p:cNvSpPr>
          <p:nvPr>
            <p:ph type="title" idx="8"/>
          </p:nvPr>
        </p:nvSpPr>
        <p:spPr>
          <a:xfrm>
            <a:off x="3346572" y="1332025"/>
            <a:ext cx="7809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242" name="Google Shape;242;p43"/>
          <p:cNvSpPr txBox="1">
            <a:spLocks noGrp="1"/>
          </p:cNvSpPr>
          <p:nvPr>
            <p:ph type="title" idx="9"/>
          </p:nvPr>
        </p:nvSpPr>
        <p:spPr>
          <a:xfrm>
            <a:off x="3346572" y="3064618"/>
            <a:ext cx="7809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243" name="Google Shape;243;p43"/>
          <p:cNvSpPr txBox="1">
            <a:spLocks noGrp="1"/>
          </p:cNvSpPr>
          <p:nvPr>
            <p:ph type="title" idx="13"/>
          </p:nvPr>
        </p:nvSpPr>
        <p:spPr>
          <a:xfrm>
            <a:off x="5973152" y="1332025"/>
            <a:ext cx="7809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244" name="Google Shape;244;p43"/>
          <p:cNvSpPr txBox="1">
            <a:spLocks noGrp="1"/>
          </p:cNvSpPr>
          <p:nvPr>
            <p:ph type="title" idx="14"/>
          </p:nvPr>
        </p:nvSpPr>
        <p:spPr>
          <a:xfrm>
            <a:off x="5973152" y="3064618"/>
            <a:ext cx="7809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245" name="Google Shape;245;p43"/>
          <p:cNvSpPr txBox="1">
            <a:spLocks noGrp="1"/>
          </p:cNvSpPr>
          <p:nvPr>
            <p:ph type="subTitle" idx="15"/>
          </p:nvPr>
        </p:nvSpPr>
        <p:spPr>
          <a:xfrm>
            <a:off x="720000" y="1877316"/>
            <a:ext cx="24507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246" name="Google Shape;246;p43"/>
          <p:cNvSpPr txBox="1">
            <a:spLocks noGrp="1"/>
          </p:cNvSpPr>
          <p:nvPr>
            <p:ph type="subTitle" idx="16"/>
          </p:nvPr>
        </p:nvSpPr>
        <p:spPr>
          <a:xfrm>
            <a:off x="3346572" y="1877316"/>
            <a:ext cx="24507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247" name="Google Shape;247;p43"/>
          <p:cNvSpPr txBox="1">
            <a:spLocks noGrp="1"/>
          </p:cNvSpPr>
          <p:nvPr>
            <p:ph type="subTitle" idx="17"/>
          </p:nvPr>
        </p:nvSpPr>
        <p:spPr>
          <a:xfrm>
            <a:off x="5973152" y="1877316"/>
            <a:ext cx="24507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248" name="Google Shape;248;p43"/>
          <p:cNvSpPr txBox="1">
            <a:spLocks noGrp="1"/>
          </p:cNvSpPr>
          <p:nvPr>
            <p:ph type="subTitle" idx="18"/>
          </p:nvPr>
        </p:nvSpPr>
        <p:spPr>
          <a:xfrm>
            <a:off x="720000" y="3609976"/>
            <a:ext cx="24507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249" name="Google Shape;249;p43"/>
          <p:cNvSpPr txBox="1">
            <a:spLocks noGrp="1"/>
          </p:cNvSpPr>
          <p:nvPr>
            <p:ph type="subTitle" idx="19"/>
          </p:nvPr>
        </p:nvSpPr>
        <p:spPr>
          <a:xfrm>
            <a:off x="3346572" y="3609976"/>
            <a:ext cx="24507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250" name="Google Shape;250;p43"/>
          <p:cNvSpPr txBox="1">
            <a:spLocks noGrp="1"/>
          </p:cNvSpPr>
          <p:nvPr>
            <p:ph type="subTitle" idx="20"/>
          </p:nvPr>
        </p:nvSpPr>
        <p:spPr>
          <a:xfrm>
            <a:off x="5973152" y="3609976"/>
            <a:ext cx="24507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251" name="Google Shape;251;p43"/>
          <p:cNvSpPr txBox="1">
            <a:spLocks noGrp="1"/>
          </p:cNvSpPr>
          <p:nvPr>
            <p:ph type="title" idx="21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252" name="Google Shape;252;p43"/>
          <p:cNvGrpSpPr/>
          <p:nvPr/>
        </p:nvGrpSpPr>
        <p:grpSpPr>
          <a:xfrm>
            <a:off x="-257850" y="1718480"/>
            <a:ext cx="9618199" cy="3180026"/>
            <a:chOff x="-257850" y="1718480"/>
            <a:chExt cx="9618199" cy="3180026"/>
          </a:xfrm>
        </p:grpSpPr>
        <p:grpSp>
          <p:nvGrpSpPr>
            <p:cNvPr id="253" name="Google Shape;253;p43"/>
            <p:cNvGrpSpPr/>
            <p:nvPr/>
          </p:nvGrpSpPr>
          <p:grpSpPr>
            <a:xfrm>
              <a:off x="8423839" y="1718480"/>
              <a:ext cx="936510" cy="688006"/>
              <a:chOff x="3235964" y="2587955"/>
              <a:chExt cx="936510" cy="688006"/>
            </a:xfrm>
          </p:grpSpPr>
          <p:sp>
            <p:nvSpPr>
              <p:cNvPr id="254" name="Google Shape;254;p43"/>
              <p:cNvSpPr/>
              <p:nvPr/>
            </p:nvSpPr>
            <p:spPr>
              <a:xfrm rot="10800000">
                <a:off x="3647474" y="258795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03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5" name="Google Shape;255;p43"/>
              <p:cNvSpPr/>
              <p:nvPr/>
            </p:nvSpPr>
            <p:spPr>
              <a:xfrm rot="10800000">
                <a:off x="3235964" y="2817861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56" name="Google Shape;256;p43"/>
            <p:cNvGrpSpPr/>
            <p:nvPr/>
          </p:nvGrpSpPr>
          <p:grpSpPr>
            <a:xfrm>
              <a:off x="-257850" y="3064624"/>
              <a:ext cx="935946" cy="1833882"/>
              <a:chOff x="4738303" y="2509949"/>
              <a:chExt cx="935946" cy="1833882"/>
            </a:xfrm>
          </p:grpSpPr>
          <p:sp>
            <p:nvSpPr>
              <p:cNvPr id="257" name="Google Shape;257;p43"/>
              <p:cNvSpPr/>
              <p:nvPr/>
            </p:nvSpPr>
            <p:spPr>
              <a:xfrm rot="10800000">
                <a:off x="5149249" y="2735637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8" name="Google Shape;258;p43"/>
              <p:cNvSpPr/>
              <p:nvPr/>
            </p:nvSpPr>
            <p:spPr>
              <a:xfrm rot="10800000">
                <a:off x="4739611" y="2966604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9" name="Google Shape;259;p43"/>
              <p:cNvSpPr/>
              <p:nvPr/>
            </p:nvSpPr>
            <p:spPr>
              <a:xfrm rot="10800000">
                <a:off x="4738303" y="2509949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882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0" name="Google Shape;260;p43"/>
              <p:cNvSpPr/>
              <p:nvPr/>
            </p:nvSpPr>
            <p:spPr>
              <a:xfrm rot="10800000">
                <a:off x="5149225" y="3660116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03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1" name="Google Shape;261;p43"/>
              <p:cNvSpPr/>
              <p:nvPr/>
            </p:nvSpPr>
            <p:spPr>
              <a:xfrm rot="10800000">
                <a:off x="4739588" y="3885731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2" name="Google Shape;262;p43"/>
              <p:cNvSpPr/>
              <p:nvPr/>
            </p:nvSpPr>
            <p:spPr>
              <a:xfrm rot="10800000">
                <a:off x="4739588" y="3427767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882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10"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4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265" name="Google Shape;265;p44"/>
          <p:cNvGrpSpPr/>
          <p:nvPr/>
        </p:nvGrpSpPr>
        <p:grpSpPr>
          <a:xfrm>
            <a:off x="-289972" y="1493824"/>
            <a:ext cx="9188996" cy="3454187"/>
            <a:chOff x="-289972" y="1493824"/>
            <a:chExt cx="9188996" cy="3454187"/>
          </a:xfrm>
        </p:grpSpPr>
        <p:grpSp>
          <p:nvGrpSpPr>
            <p:cNvPr id="266" name="Google Shape;266;p44"/>
            <p:cNvGrpSpPr/>
            <p:nvPr/>
          </p:nvGrpSpPr>
          <p:grpSpPr>
            <a:xfrm>
              <a:off x="7962514" y="4260005"/>
              <a:ext cx="936510" cy="688006"/>
              <a:chOff x="3235964" y="2587955"/>
              <a:chExt cx="936510" cy="688006"/>
            </a:xfrm>
          </p:grpSpPr>
          <p:sp>
            <p:nvSpPr>
              <p:cNvPr id="267" name="Google Shape;267;p44"/>
              <p:cNvSpPr/>
              <p:nvPr/>
            </p:nvSpPr>
            <p:spPr>
              <a:xfrm rot="10800000">
                <a:off x="3647474" y="258795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03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8" name="Google Shape;268;p44"/>
              <p:cNvSpPr/>
              <p:nvPr/>
            </p:nvSpPr>
            <p:spPr>
              <a:xfrm rot="10800000">
                <a:off x="3235964" y="2817861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69" name="Google Shape;269;p44"/>
            <p:cNvGrpSpPr/>
            <p:nvPr/>
          </p:nvGrpSpPr>
          <p:grpSpPr>
            <a:xfrm>
              <a:off x="-289972" y="1493824"/>
              <a:ext cx="935946" cy="1833882"/>
              <a:chOff x="4738303" y="2509949"/>
              <a:chExt cx="935946" cy="1833882"/>
            </a:xfrm>
          </p:grpSpPr>
          <p:sp>
            <p:nvSpPr>
              <p:cNvPr id="270" name="Google Shape;270;p44"/>
              <p:cNvSpPr/>
              <p:nvPr/>
            </p:nvSpPr>
            <p:spPr>
              <a:xfrm rot="10800000">
                <a:off x="5149249" y="2735637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1" name="Google Shape;271;p44"/>
              <p:cNvSpPr/>
              <p:nvPr/>
            </p:nvSpPr>
            <p:spPr>
              <a:xfrm rot="10800000">
                <a:off x="4739611" y="2966604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2" name="Google Shape;272;p44"/>
              <p:cNvSpPr/>
              <p:nvPr/>
            </p:nvSpPr>
            <p:spPr>
              <a:xfrm rot="10800000">
                <a:off x="4738303" y="2509949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882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3" name="Google Shape;273;p44"/>
              <p:cNvSpPr/>
              <p:nvPr/>
            </p:nvSpPr>
            <p:spPr>
              <a:xfrm rot="10800000">
                <a:off x="5149225" y="3660116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03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4" name="Google Shape;274;p44"/>
              <p:cNvSpPr/>
              <p:nvPr/>
            </p:nvSpPr>
            <p:spPr>
              <a:xfrm rot="10800000">
                <a:off x="4739588" y="3885731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5" name="Google Shape;275;p44"/>
              <p:cNvSpPr/>
              <p:nvPr/>
            </p:nvSpPr>
            <p:spPr>
              <a:xfrm rot="10800000">
                <a:off x="4739588" y="3427767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882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10_1"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4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278" name="Google Shape;278;p45"/>
          <p:cNvGrpSpPr/>
          <p:nvPr/>
        </p:nvGrpSpPr>
        <p:grpSpPr>
          <a:xfrm>
            <a:off x="1081074" y="1933799"/>
            <a:ext cx="9631925" cy="3127580"/>
            <a:chOff x="1081074" y="1933799"/>
            <a:chExt cx="9631925" cy="3127580"/>
          </a:xfrm>
        </p:grpSpPr>
        <p:grpSp>
          <p:nvGrpSpPr>
            <p:cNvPr id="279" name="Google Shape;279;p45"/>
            <p:cNvGrpSpPr/>
            <p:nvPr/>
          </p:nvGrpSpPr>
          <p:grpSpPr>
            <a:xfrm>
              <a:off x="8135724" y="1933799"/>
              <a:ext cx="2577275" cy="1833510"/>
              <a:chOff x="781874" y="1294774"/>
              <a:chExt cx="2577275" cy="1833510"/>
            </a:xfrm>
          </p:grpSpPr>
          <p:sp>
            <p:nvSpPr>
              <p:cNvPr id="280" name="Google Shape;280;p45"/>
              <p:cNvSpPr/>
              <p:nvPr/>
            </p:nvSpPr>
            <p:spPr>
              <a:xfrm rot="10800000">
                <a:off x="2834149" y="1520462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1" name="Google Shape;281;p45"/>
              <p:cNvSpPr/>
              <p:nvPr/>
            </p:nvSpPr>
            <p:spPr>
              <a:xfrm rot="10800000">
                <a:off x="2424511" y="1751429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2" name="Google Shape;282;p45"/>
              <p:cNvSpPr/>
              <p:nvPr/>
            </p:nvSpPr>
            <p:spPr>
              <a:xfrm rot="10800000">
                <a:off x="2423203" y="1294774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882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3" name="Google Shape;283;p45"/>
              <p:cNvSpPr/>
              <p:nvPr/>
            </p:nvSpPr>
            <p:spPr>
              <a:xfrm rot="10800000">
                <a:off x="2013374" y="152450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03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4" name="Google Shape;284;p45"/>
              <p:cNvSpPr/>
              <p:nvPr/>
            </p:nvSpPr>
            <p:spPr>
              <a:xfrm rot="10800000">
                <a:off x="1601864" y="1754411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5" name="Google Shape;285;p45"/>
              <p:cNvSpPr/>
              <p:nvPr/>
            </p:nvSpPr>
            <p:spPr>
              <a:xfrm rot="10800000">
                <a:off x="2008925" y="2444203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03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6" name="Google Shape;286;p45"/>
              <p:cNvSpPr/>
              <p:nvPr/>
            </p:nvSpPr>
            <p:spPr>
              <a:xfrm rot="10800000">
                <a:off x="1599288" y="2669819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7" name="Google Shape;287;p45"/>
              <p:cNvSpPr/>
              <p:nvPr/>
            </p:nvSpPr>
            <p:spPr>
              <a:xfrm rot="10800000">
                <a:off x="1599288" y="221185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882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8" name="Google Shape;288;p45"/>
              <p:cNvSpPr/>
              <p:nvPr/>
            </p:nvSpPr>
            <p:spPr>
              <a:xfrm rot="10800000">
                <a:off x="1190767" y="2441586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03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9" name="Google Shape;289;p45"/>
              <p:cNvSpPr/>
              <p:nvPr/>
            </p:nvSpPr>
            <p:spPr>
              <a:xfrm rot="10800000">
                <a:off x="781874" y="2670184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882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90" name="Google Shape;290;p45"/>
            <p:cNvGrpSpPr/>
            <p:nvPr/>
          </p:nvGrpSpPr>
          <p:grpSpPr>
            <a:xfrm>
              <a:off x="1081074" y="4146624"/>
              <a:ext cx="1345775" cy="914755"/>
              <a:chOff x="2264799" y="3654374"/>
              <a:chExt cx="1345775" cy="914755"/>
            </a:xfrm>
          </p:grpSpPr>
          <p:sp>
            <p:nvSpPr>
              <p:cNvPr id="291" name="Google Shape;291;p45"/>
              <p:cNvSpPr/>
              <p:nvPr/>
            </p:nvSpPr>
            <p:spPr>
              <a:xfrm rot="10800000">
                <a:off x="3085574" y="3880062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2" name="Google Shape;292;p45"/>
              <p:cNvSpPr/>
              <p:nvPr/>
            </p:nvSpPr>
            <p:spPr>
              <a:xfrm rot="10800000">
                <a:off x="2675936" y="4111029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3" name="Google Shape;293;p45"/>
              <p:cNvSpPr/>
              <p:nvPr/>
            </p:nvSpPr>
            <p:spPr>
              <a:xfrm rot="10800000">
                <a:off x="2674628" y="3654374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882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4" name="Google Shape;294;p45"/>
              <p:cNvSpPr/>
              <p:nvPr/>
            </p:nvSpPr>
            <p:spPr>
              <a:xfrm rot="10800000">
                <a:off x="2264799" y="388410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03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CUSTOM_10_1_1"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4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297" name="Google Shape;297;p46"/>
          <p:cNvGrpSpPr/>
          <p:nvPr/>
        </p:nvGrpSpPr>
        <p:grpSpPr>
          <a:xfrm>
            <a:off x="6263389" y="-492526"/>
            <a:ext cx="2480210" cy="914755"/>
            <a:chOff x="6263389" y="-492526"/>
            <a:chExt cx="2480210" cy="914755"/>
          </a:xfrm>
        </p:grpSpPr>
        <p:grpSp>
          <p:nvGrpSpPr>
            <p:cNvPr id="298" name="Google Shape;298;p46"/>
            <p:cNvGrpSpPr/>
            <p:nvPr/>
          </p:nvGrpSpPr>
          <p:grpSpPr>
            <a:xfrm>
              <a:off x="6263389" y="-379145"/>
              <a:ext cx="936510" cy="688006"/>
              <a:chOff x="3235964" y="2587955"/>
              <a:chExt cx="936510" cy="688006"/>
            </a:xfrm>
          </p:grpSpPr>
          <p:sp>
            <p:nvSpPr>
              <p:cNvPr id="299" name="Google Shape;299;p46"/>
              <p:cNvSpPr/>
              <p:nvPr/>
            </p:nvSpPr>
            <p:spPr>
              <a:xfrm rot="10800000">
                <a:off x="3647474" y="258795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03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0" name="Google Shape;300;p46"/>
              <p:cNvSpPr/>
              <p:nvPr/>
            </p:nvSpPr>
            <p:spPr>
              <a:xfrm rot="10800000">
                <a:off x="3235964" y="2817861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01" name="Google Shape;301;p46"/>
            <p:cNvGrpSpPr/>
            <p:nvPr/>
          </p:nvGrpSpPr>
          <p:grpSpPr>
            <a:xfrm>
              <a:off x="7397824" y="-492526"/>
              <a:ext cx="1345775" cy="914755"/>
              <a:chOff x="2264799" y="3654374"/>
              <a:chExt cx="1345775" cy="914755"/>
            </a:xfrm>
          </p:grpSpPr>
          <p:sp>
            <p:nvSpPr>
              <p:cNvPr id="302" name="Google Shape;302;p46"/>
              <p:cNvSpPr/>
              <p:nvPr/>
            </p:nvSpPr>
            <p:spPr>
              <a:xfrm rot="10800000">
                <a:off x="3085574" y="3880062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3" name="Google Shape;303;p46"/>
              <p:cNvSpPr/>
              <p:nvPr/>
            </p:nvSpPr>
            <p:spPr>
              <a:xfrm rot="10800000">
                <a:off x="2675936" y="4111029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4" name="Google Shape;304;p46"/>
              <p:cNvSpPr/>
              <p:nvPr/>
            </p:nvSpPr>
            <p:spPr>
              <a:xfrm rot="10800000">
                <a:off x="2674628" y="3654374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882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5" name="Google Shape;305;p46"/>
              <p:cNvSpPr/>
              <p:nvPr/>
            </p:nvSpPr>
            <p:spPr>
              <a:xfrm rot="10800000">
                <a:off x="2264799" y="388410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03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" name="Google Shape;307;p4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47"/>
          <p:cNvSpPr txBox="1">
            <a:spLocks noGrp="1"/>
          </p:cNvSpPr>
          <p:nvPr>
            <p:ph type="title"/>
          </p:nvPr>
        </p:nvSpPr>
        <p:spPr>
          <a:xfrm>
            <a:off x="1226400" y="3128675"/>
            <a:ext cx="6691200" cy="66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309" name="Google Shape;309;p47"/>
          <p:cNvSpPr txBox="1">
            <a:spLocks noGrp="1"/>
          </p:cNvSpPr>
          <p:nvPr>
            <p:ph type="subTitle" idx="1"/>
          </p:nvPr>
        </p:nvSpPr>
        <p:spPr>
          <a:xfrm>
            <a:off x="1226400" y="1429225"/>
            <a:ext cx="6691200" cy="15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grpSp>
        <p:nvGrpSpPr>
          <p:cNvPr id="310" name="Google Shape;310;p47"/>
          <p:cNvGrpSpPr/>
          <p:nvPr/>
        </p:nvGrpSpPr>
        <p:grpSpPr>
          <a:xfrm>
            <a:off x="-312476" y="134499"/>
            <a:ext cx="9211500" cy="5489485"/>
            <a:chOff x="-312476" y="134499"/>
            <a:chExt cx="9211500" cy="5489485"/>
          </a:xfrm>
        </p:grpSpPr>
        <p:grpSp>
          <p:nvGrpSpPr>
            <p:cNvPr id="311" name="Google Shape;311;p47"/>
            <p:cNvGrpSpPr/>
            <p:nvPr/>
          </p:nvGrpSpPr>
          <p:grpSpPr>
            <a:xfrm>
              <a:off x="-312476" y="3790474"/>
              <a:ext cx="2577275" cy="1833510"/>
              <a:chOff x="781874" y="1294774"/>
              <a:chExt cx="2577275" cy="1833510"/>
            </a:xfrm>
          </p:grpSpPr>
          <p:sp>
            <p:nvSpPr>
              <p:cNvPr id="312" name="Google Shape;312;p47"/>
              <p:cNvSpPr/>
              <p:nvPr/>
            </p:nvSpPr>
            <p:spPr>
              <a:xfrm rot="10800000">
                <a:off x="2834149" y="1520462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3" name="Google Shape;313;p47"/>
              <p:cNvSpPr/>
              <p:nvPr/>
            </p:nvSpPr>
            <p:spPr>
              <a:xfrm rot="10800000">
                <a:off x="2424511" y="1751429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4" name="Google Shape;314;p47"/>
              <p:cNvSpPr/>
              <p:nvPr/>
            </p:nvSpPr>
            <p:spPr>
              <a:xfrm rot="10800000">
                <a:off x="2423203" y="1294774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882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5" name="Google Shape;315;p47"/>
              <p:cNvSpPr/>
              <p:nvPr/>
            </p:nvSpPr>
            <p:spPr>
              <a:xfrm rot="10800000">
                <a:off x="2013374" y="152450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03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6" name="Google Shape;316;p47"/>
              <p:cNvSpPr/>
              <p:nvPr/>
            </p:nvSpPr>
            <p:spPr>
              <a:xfrm rot="10800000">
                <a:off x="1601864" y="1754411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7" name="Google Shape;317;p47"/>
              <p:cNvSpPr/>
              <p:nvPr/>
            </p:nvSpPr>
            <p:spPr>
              <a:xfrm rot="10800000">
                <a:off x="2008925" y="2444203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03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8" name="Google Shape;318;p47"/>
              <p:cNvSpPr/>
              <p:nvPr/>
            </p:nvSpPr>
            <p:spPr>
              <a:xfrm rot="10800000">
                <a:off x="1599288" y="2669819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9" name="Google Shape;319;p47"/>
              <p:cNvSpPr/>
              <p:nvPr/>
            </p:nvSpPr>
            <p:spPr>
              <a:xfrm rot="10800000">
                <a:off x="1599288" y="221185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882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0" name="Google Shape;320;p47"/>
              <p:cNvSpPr/>
              <p:nvPr/>
            </p:nvSpPr>
            <p:spPr>
              <a:xfrm rot="10800000">
                <a:off x="1190767" y="2441586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03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1" name="Google Shape;321;p47"/>
              <p:cNvSpPr/>
              <p:nvPr/>
            </p:nvSpPr>
            <p:spPr>
              <a:xfrm rot="10800000">
                <a:off x="781874" y="2670184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882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22" name="Google Shape;322;p47"/>
            <p:cNvGrpSpPr/>
            <p:nvPr/>
          </p:nvGrpSpPr>
          <p:grpSpPr>
            <a:xfrm>
              <a:off x="7962514" y="1163280"/>
              <a:ext cx="936510" cy="688006"/>
              <a:chOff x="3235964" y="2587955"/>
              <a:chExt cx="936510" cy="688006"/>
            </a:xfrm>
          </p:grpSpPr>
          <p:sp>
            <p:nvSpPr>
              <p:cNvPr id="323" name="Google Shape;323;p47"/>
              <p:cNvSpPr/>
              <p:nvPr/>
            </p:nvSpPr>
            <p:spPr>
              <a:xfrm rot="10800000">
                <a:off x="3647474" y="258795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03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4" name="Google Shape;324;p47"/>
              <p:cNvSpPr/>
              <p:nvPr/>
            </p:nvSpPr>
            <p:spPr>
              <a:xfrm rot="10800000">
                <a:off x="3235964" y="2817861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25" name="Google Shape;325;p47"/>
            <p:cNvGrpSpPr/>
            <p:nvPr/>
          </p:nvGrpSpPr>
          <p:grpSpPr>
            <a:xfrm>
              <a:off x="6905474" y="134499"/>
              <a:ext cx="1345775" cy="914755"/>
              <a:chOff x="2264799" y="3654374"/>
              <a:chExt cx="1345775" cy="914755"/>
            </a:xfrm>
          </p:grpSpPr>
          <p:sp>
            <p:nvSpPr>
              <p:cNvPr id="326" name="Google Shape;326;p47"/>
              <p:cNvSpPr/>
              <p:nvPr/>
            </p:nvSpPr>
            <p:spPr>
              <a:xfrm rot="10800000">
                <a:off x="3085574" y="3880062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7" name="Google Shape;327;p47"/>
              <p:cNvSpPr/>
              <p:nvPr/>
            </p:nvSpPr>
            <p:spPr>
              <a:xfrm rot="10800000">
                <a:off x="2675936" y="4111029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8" name="Google Shape;328;p47"/>
              <p:cNvSpPr/>
              <p:nvPr/>
            </p:nvSpPr>
            <p:spPr>
              <a:xfrm rot="10800000">
                <a:off x="2674628" y="3654374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882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9" name="Google Shape;329;p47"/>
              <p:cNvSpPr/>
              <p:nvPr/>
            </p:nvSpPr>
            <p:spPr>
              <a:xfrm rot="10800000">
                <a:off x="2264799" y="388410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03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"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1" name="Google Shape;331;p48"/>
          <p:cNvGrpSpPr/>
          <p:nvPr/>
        </p:nvGrpSpPr>
        <p:grpSpPr>
          <a:xfrm>
            <a:off x="5605824" y="-266076"/>
            <a:ext cx="3292925" cy="5294769"/>
            <a:chOff x="5605824" y="-266076"/>
            <a:chExt cx="3292925" cy="5294769"/>
          </a:xfrm>
        </p:grpSpPr>
        <p:grpSp>
          <p:nvGrpSpPr>
            <p:cNvPr id="332" name="Google Shape;332;p48"/>
            <p:cNvGrpSpPr/>
            <p:nvPr/>
          </p:nvGrpSpPr>
          <p:grpSpPr>
            <a:xfrm>
              <a:off x="5605824" y="-266076"/>
              <a:ext cx="2577275" cy="1833510"/>
              <a:chOff x="781874" y="1294774"/>
              <a:chExt cx="2577275" cy="1833510"/>
            </a:xfrm>
          </p:grpSpPr>
          <p:sp>
            <p:nvSpPr>
              <p:cNvPr id="333" name="Google Shape;333;p48"/>
              <p:cNvSpPr/>
              <p:nvPr/>
            </p:nvSpPr>
            <p:spPr>
              <a:xfrm rot="10800000">
                <a:off x="2834149" y="1520462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4" name="Google Shape;334;p48"/>
              <p:cNvSpPr/>
              <p:nvPr/>
            </p:nvSpPr>
            <p:spPr>
              <a:xfrm rot="10800000">
                <a:off x="2424511" y="1751429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5" name="Google Shape;335;p48"/>
              <p:cNvSpPr/>
              <p:nvPr/>
            </p:nvSpPr>
            <p:spPr>
              <a:xfrm rot="10800000">
                <a:off x="2423203" y="1294774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882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6" name="Google Shape;336;p48"/>
              <p:cNvSpPr/>
              <p:nvPr/>
            </p:nvSpPr>
            <p:spPr>
              <a:xfrm rot="10800000">
                <a:off x="2013374" y="152450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03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7" name="Google Shape;337;p48"/>
              <p:cNvSpPr/>
              <p:nvPr/>
            </p:nvSpPr>
            <p:spPr>
              <a:xfrm rot="10800000">
                <a:off x="1601864" y="1754411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8" name="Google Shape;338;p48"/>
              <p:cNvSpPr/>
              <p:nvPr/>
            </p:nvSpPr>
            <p:spPr>
              <a:xfrm rot="10800000">
                <a:off x="2008925" y="2444203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03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9" name="Google Shape;339;p48"/>
              <p:cNvSpPr/>
              <p:nvPr/>
            </p:nvSpPr>
            <p:spPr>
              <a:xfrm rot="10800000">
                <a:off x="1599288" y="2669819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0" name="Google Shape;340;p48"/>
              <p:cNvSpPr/>
              <p:nvPr/>
            </p:nvSpPr>
            <p:spPr>
              <a:xfrm rot="10800000">
                <a:off x="1599288" y="221185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882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1" name="Google Shape;341;p48"/>
              <p:cNvSpPr/>
              <p:nvPr/>
            </p:nvSpPr>
            <p:spPr>
              <a:xfrm rot="10800000">
                <a:off x="1190767" y="2441586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03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2" name="Google Shape;342;p48"/>
              <p:cNvSpPr/>
              <p:nvPr/>
            </p:nvSpPr>
            <p:spPr>
              <a:xfrm rot="10800000">
                <a:off x="781874" y="2670184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882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43" name="Google Shape;343;p48"/>
            <p:cNvGrpSpPr/>
            <p:nvPr/>
          </p:nvGrpSpPr>
          <p:grpSpPr>
            <a:xfrm>
              <a:off x="7962803" y="3199534"/>
              <a:ext cx="935946" cy="1829159"/>
              <a:chOff x="4738303" y="2514672"/>
              <a:chExt cx="935946" cy="1829159"/>
            </a:xfrm>
          </p:grpSpPr>
          <p:sp>
            <p:nvSpPr>
              <p:cNvPr id="344" name="Google Shape;344;p48"/>
              <p:cNvSpPr/>
              <p:nvPr/>
            </p:nvSpPr>
            <p:spPr>
              <a:xfrm rot="10800000">
                <a:off x="5149249" y="2740361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5" name="Google Shape;345;p48"/>
              <p:cNvSpPr/>
              <p:nvPr/>
            </p:nvSpPr>
            <p:spPr>
              <a:xfrm rot="10800000">
                <a:off x="4739611" y="2971327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6" name="Google Shape;346;p48"/>
              <p:cNvSpPr/>
              <p:nvPr/>
            </p:nvSpPr>
            <p:spPr>
              <a:xfrm rot="10800000">
                <a:off x="4738303" y="2514672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882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7" name="Google Shape;347;p48"/>
              <p:cNvSpPr/>
              <p:nvPr/>
            </p:nvSpPr>
            <p:spPr>
              <a:xfrm rot="10800000">
                <a:off x="5149225" y="3660116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03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8" name="Google Shape;348;p48"/>
              <p:cNvSpPr/>
              <p:nvPr/>
            </p:nvSpPr>
            <p:spPr>
              <a:xfrm rot="10800000">
                <a:off x="4739588" y="3885731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9" name="Google Shape;349;p48"/>
              <p:cNvSpPr/>
              <p:nvPr/>
            </p:nvSpPr>
            <p:spPr>
              <a:xfrm rot="10800000">
                <a:off x="4739588" y="3427767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882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350" name="Google Shape;350;p48"/>
          <p:cNvSpPr>
            <a:spLocks noGrp="1"/>
          </p:cNvSpPr>
          <p:nvPr>
            <p:ph type="pic" idx="2"/>
          </p:nvPr>
        </p:nvSpPr>
        <p:spPr>
          <a:xfrm>
            <a:off x="5273100" y="533863"/>
            <a:ext cx="2910000" cy="4075800"/>
          </a:xfrm>
          <a:prstGeom prst="rect">
            <a:avLst/>
          </a:prstGeom>
          <a:noFill/>
          <a:ln>
            <a:noFill/>
          </a:ln>
        </p:spPr>
      </p:sp>
      <p:sp>
        <p:nvSpPr>
          <p:cNvPr id="351" name="Google Shape;351;p48"/>
          <p:cNvSpPr txBox="1">
            <a:spLocks noGrp="1"/>
          </p:cNvSpPr>
          <p:nvPr>
            <p:ph type="title"/>
          </p:nvPr>
        </p:nvSpPr>
        <p:spPr>
          <a:xfrm>
            <a:off x="720000" y="836175"/>
            <a:ext cx="3519600" cy="22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52" name="Google Shape;352;p48"/>
          <p:cNvSpPr txBox="1">
            <a:spLocks noGrp="1"/>
          </p:cNvSpPr>
          <p:nvPr>
            <p:ph type="subTitle" idx="1"/>
          </p:nvPr>
        </p:nvSpPr>
        <p:spPr>
          <a:xfrm>
            <a:off x="720000" y="3132225"/>
            <a:ext cx="3519600" cy="111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4"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49"/>
          <p:cNvSpPr txBox="1">
            <a:spLocks noGrp="1"/>
          </p:cNvSpPr>
          <p:nvPr>
            <p:ph type="title"/>
          </p:nvPr>
        </p:nvSpPr>
        <p:spPr>
          <a:xfrm>
            <a:off x="720000" y="1435213"/>
            <a:ext cx="3103500" cy="11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55" name="Google Shape;355;p49"/>
          <p:cNvSpPr txBox="1">
            <a:spLocks noGrp="1"/>
          </p:cNvSpPr>
          <p:nvPr>
            <p:ph type="subTitle" idx="1"/>
          </p:nvPr>
        </p:nvSpPr>
        <p:spPr>
          <a:xfrm>
            <a:off x="720000" y="2543688"/>
            <a:ext cx="3103500" cy="116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356" name="Google Shape;356;p49"/>
          <p:cNvGrpSpPr/>
          <p:nvPr/>
        </p:nvGrpSpPr>
        <p:grpSpPr>
          <a:xfrm>
            <a:off x="876149" y="-589501"/>
            <a:ext cx="6689450" cy="6267410"/>
            <a:chOff x="876149" y="-589501"/>
            <a:chExt cx="6689450" cy="6267410"/>
          </a:xfrm>
        </p:grpSpPr>
        <p:grpSp>
          <p:nvGrpSpPr>
            <p:cNvPr id="357" name="Google Shape;357;p49"/>
            <p:cNvGrpSpPr/>
            <p:nvPr/>
          </p:nvGrpSpPr>
          <p:grpSpPr>
            <a:xfrm>
              <a:off x="876149" y="3844399"/>
              <a:ext cx="2577275" cy="1833510"/>
              <a:chOff x="781874" y="1294774"/>
              <a:chExt cx="2577275" cy="1833510"/>
            </a:xfrm>
          </p:grpSpPr>
          <p:sp>
            <p:nvSpPr>
              <p:cNvPr id="358" name="Google Shape;358;p49"/>
              <p:cNvSpPr/>
              <p:nvPr/>
            </p:nvSpPr>
            <p:spPr>
              <a:xfrm rot="10800000">
                <a:off x="2834149" y="1520462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9" name="Google Shape;359;p49"/>
              <p:cNvSpPr/>
              <p:nvPr/>
            </p:nvSpPr>
            <p:spPr>
              <a:xfrm rot="10800000">
                <a:off x="2424511" y="1751429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0" name="Google Shape;360;p49"/>
              <p:cNvSpPr/>
              <p:nvPr/>
            </p:nvSpPr>
            <p:spPr>
              <a:xfrm rot="10800000">
                <a:off x="2423203" y="1294774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882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1" name="Google Shape;361;p49"/>
              <p:cNvSpPr/>
              <p:nvPr/>
            </p:nvSpPr>
            <p:spPr>
              <a:xfrm rot="10800000">
                <a:off x="2013374" y="152450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03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2" name="Google Shape;362;p49"/>
              <p:cNvSpPr/>
              <p:nvPr/>
            </p:nvSpPr>
            <p:spPr>
              <a:xfrm rot="10800000">
                <a:off x="1601864" y="1754411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3" name="Google Shape;363;p49"/>
              <p:cNvSpPr/>
              <p:nvPr/>
            </p:nvSpPr>
            <p:spPr>
              <a:xfrm rot="10800000">
                <a:off x="2008925" y="2444203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03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4" name="Google Shape;364;p49"/>
              <p:cNvSpPr/>
              <p:nvPr/>
            </p:nvSpPr>
            <p:spPr>
              <a:xfrm rot="10800000">
                <a:off x="1599288" y="2669819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5" name="Google Shape;365;p49"/>
              <p:cNvSpPr/>
              <p:nvPr/>
            </p:nvSpPr>
            <p:spPr>
              <a:xfrm rot="10800000">
                <a:off x="1599288" y="221185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882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6" name="Google Shape;366;p49"/>
              <p:cNvSpPr/>
              <p:nvPr/>
            </p:nvSpPr>
            <p:spPr>
              <a:xfrm rot="10800000">
                <a:off x="1190767" y="2441586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03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7" name="Google Shape;367;p49"/>
              <p:cNvSpPr/>
              <p:nvPr/>
            </p:nvSpPr>
            <p:spPr>
              <a:xfrm rot="10800000">
                <a:off x="781874" y="2670184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882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68" name="Google Shape;368;p49"/>
            <p:cNvGrpSpPr/>
            <p:nvPr/>
          </p:nvGrpSpPr>
          <p:grpSpPr>
            <a:xfrm>
              <a:off x="6629653" y="-589501"/>
              <a:ext cx="935946" cy="1829159"/>
              <a:chOff x="4738303" y="2509949"/>
              <a:chExt cx="935946" cy="1829159"/>
            </a:xfrm>
          </p:grpSpPr>
          <p:sp>
            <p:nvSpPr>
              <p:cNvPr id="369" name="Google Shape;369;p49"/>
              <p:cNvSpPr/>
              <p:nvPr/>
            </p:nvSpPr>
            <p:spPr>
              <a:xfrm rot="10800000">
                <a:off x="5149249" y="2735637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0" name="Google Shape;370;p49"/>
              <p:cNvSpPr/>
              <p:nvPr/>
            </p:nvSpPr>
            <p:spPr>
              <a:xfrm rot="10800000">
                <a:off x="4739611" y="2966604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1" name="Google Shape;371;p49"/>
              <p:cNvSpPr/>
              <p:nvPr/>
            </p:nvSpPr>
            <p:spPr>
              <a:xfrm rot="10800000">
                <a:off x="4738303" y="2509949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882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2" name="Google Shape;372;p49"/>
              <p:cNvSpPr/>
              <p:nvPr/>
            </p:nvSpPr>
            <p:spPr>
              <a:xfrm rot="10800000">
                <a:off x="5149225" y="3655392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03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3" name="Google Shape;373;p49"/>
              <p:cNvSpPr/>
              <p:nvPr/>
            </p:nvSpPr>
            <p:spPr>
              <a:xfrm rot="10800000">
                <a:off x="4739588" y="3881008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4" name="Google Shape;374;p49"/>
              <p:cNvSpPr/>
              <p:nvPr/>
            </p:nvSpPr>
            <p:spPr>
              <a:xfrm rot="10800000">
                <a:off x="4739588" y="3423044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882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4_1"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50"/>
          <p:cNvSpPr txBox="1">
            <a:spLocks noGrp="1"/>
          </p:cNvSpPr>
          <p:nvPr>
            <p:ph type="title"/>
          </p:nvPr>
        </p:nvSpPr>
        <p:spPr>
          <a:xfrm>
            <a:off x="4038175" y="1712763"/>
            <a:ext cx="3968100" cy="68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77" name="Google Shape;377;p50"/>
          <p:cNvSpPr txBox="1">
            <a:spLocks noGrp="1"/>
          </p:cNvSpPr>
          <p:nvPr>
            <p:ph type="subTitle" idx="1"/>
          </p:nvPr>
        </p:nvSpPr>
        <p:spPr>
          <a:xfrm>
            <a:off x="4038375" y="2399638"/>
            <a:ext cx="3968100" cy="10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378" name="Google Shape;378;p50"/>
          <p:cNvGrpSpPr/>
          <p:nvPr/>
        </p:nvGrpSpPr>
        <p:grpSpPr>
          <a:xfrm>
            <a:off x="-627601" y="-377251"/>
            <a:ext cx="7883675" cy="5333955"/>
            <a:chOff x="-627601" y="-377251"/>
            <a:chExt cx="7883675" cy="5333955"/>
          </a:xfrm>
        </p:grpSpPr>
        <p:grpSp>
          <p:nvGrpSpPr>
            <p:cNvPr id="379" name="Google Shape;379;p50"/>
            <p:cNvGrpSpPr/>
            <p:nvPr/>
          </p:nvGrpSpPr>
          <p:grpSpPr>
            <a:xfrm>
              <a:off x="-627601" y="-377251"/>
              <a:ext cx="2577275" cy="1833510"/>
              <a:chOff x="781874" y="1294774"/>
              <a:chExt cx="2577275" cy="1833510"/>
            </a:xfrm>
          </p:grpSpPr>
          <p:sp>
            <p:nvSpPr>
              <p:cNvPr id="380" name="Google Shape;380;p50"/>
              <p:cNvSpPr/>
              <p:nvPr/>
            </p:nvSpPr>
            <p:spPr>
              <a:xfrm rot="10800000">
                <a:off x="2834149" y="1520462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1" name="Google Shape;381;p50"/>
              <p:cNvSpPr/>
              <p:nvPr/>
            </p:nvSpPr>
            <p:spPr>
              <a:xfrm rot="10800000">
                <a:off x="2424511" y="1751429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2" name="Google Shape;382;p50"/>
              <p:cNvSpPr/>
              <p:nvPr/>
            </p:nvSpPr>
            <p:spPr>
              <a:xfrm rot="10800000">
                <a:off x="2423203" y="1294774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882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3" name="Google Shape;383;p50"/>
              <p:cNvSpPr/>
              <p:nvPr/>
            </p:nvSpPr>
            <p:spPr>
              <a:xfrm rot="10800000">
                <a:off x="2013374" y="152450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03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4" name="Google Shape;384;p50"/>
              <p:cNvSpPr/>
              <p:nvPr/>
            </p:nvSpPr>
            <p:spPr>
              <a:xfrm rot="10800000">
                <a:off x="1601864" y="1754411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5" name="Google Shape;385;p50"/>
              <p:cNvSpPr/>
              <p:nvPr/>
            </p:nvSpPr>
            <p:spPr>
              <a:xfrm rot="10800000">
                <a:off x="2008925" y="2444203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03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6" name="Google Shape;386;p50"/>
              <p:cNvSpPr/>
              <p:nvPr/>
            </p:nvSpPr>
            <p:spPr>
              <a:xfrm rot="10800000">
                <a:off x="1599288" y="2669819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7" name="Google Shape;387;p50"/>
              <p:cNvSpPr/>
              <p:nvPr/>
            </p:nvSpPr>
            <p:spPr>
              <a:xfrm rot="10800000">
                <a:off x="1599288" y="221185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882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8" name="Google Shape;388;p50"/>
              <p:cNvSpPr/>
              <p:nvPr/>
            </p:nvSpPr>
            <p:spPr>
              <a:xfrm rot="10800000">
                <a:off x="1190767" y="2441586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03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9" name="Google Shape;389;p50"/>
              <p:cNvSpPr/>
              <p:nvPr/>
            </p:nvSpPr>
            <p:spPr>
              <a:xfrm rot="10800000">
                <a:off x="781874" y="2670184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882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90" name="Google Shape;390;p50"/>
            <p:cNvGrpSpPr/>
            <p:nvPr/>
          </p:nvGrpSpPr>
          <p:grpSpPr>
            <a:xfrm>
              <a:off x="5910299" y="4041949"/>
              <a:ext cx="1345775" cy="914755"/>
              <a:chOff x="2264799" y="3654374"/>
              <a:chExt cx="1345775" cy="914755"/>
            </a:xfrm>
          </p:grpSpPr>
          <p:sp>
            <p:nvSpPr>
              <p:cNvPr id="391" name="Google Shape;391;p50"/>
              <p:cNvSpPr/>
              <p:nvPr/>
            </p:nvSpPr>
            <p:spPr>
              <a:xfrm rot="10800000">
                <a:off x="3085574" y="3880062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2" name="Google Shape;392;p50"/>
              <p:cNvSpPr/>
              <p:nvPr/>
            </p:nvSpPr>
            <p:spPr>
              <a:xfrm rot="10800000">
                <a:off x="2675936" y="4111029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3" name="Google Shape;393;p50"/>
              <p:cNvSpPr/>
              <p:nvPr/>
            </p:nvSpPr>
            <p:spPr>
              <a:xfrm rot="10800000">
                <a:off x="2674628" y="3654374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882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4" name="Google Shape;394;p50"/>
              <p:cNvSpPr/>
              <p:nvPr/>
            </p:nvSpPr>
            <p:spPr>
              <a:xfrm rot="10800000">
                <a:off x="2264799" y="388410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03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CUSTOM_11"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51"/>
          <p:cNvSpPr txBox="1">
            <a:spLocks noGrp="1"/>
          </p:cNvSpPr>
          <p:nvPr>
            <p:ph type="title"/>
          </p:nvPr>
        </p:nvSpPr>
        <p:spPr>
          <a:xfrm>
            <a:off x="1222825" y="1801800"/>
            <a:ext cx="4193100" cy="74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97" name="Google Shape;397;p51"/>
          <p:cNvSpPr txBox="1">
            <a:spLocks noGrp="1"/>
          </p:cNvSpPr>
          <p:nvPr>
            <p:ph type="subTitle" idx="1"/>
          </p:nvPr>
        </p:nvSpPr>
        <p:spPr>
          <a:xfrm>
            <a:off x="1222825" y="2543700"/>
            <a:ext cx="4193100" cy="93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398" name="Google Shape;398;p51"/>
          <p:cNvGrpSpPr/>
          <p:nvPr/>
        </p:nvGrpSpPr>
        <p:grpSpPr>
          <a:xfrm>
            <a:off x="150003" y="-316120"/>
            <a:ext cx="9703996" cy="3951429"/>
            <a:chOff x="150003" y="-316120"/>
            <a:chExt cx="9703996" cy="3951429"/>
          </a:xfrm>
        </p:grpSpPr>
        <p:grpSp>
          <p:nvGrpSpPr>
            <p:cNvPr id="399" name="Google Shape;399;p51"/>
            <p:cNvGrpSpPr/>
            <p:nvPr/>
          </p:nvGrpSpPr>
          <p:grpSpPr>
            <a:xfrm>
              <a:off x="7276724" y="1801799"/>
              <a:ext cx="2577275" cy="1833510"/>
              <a:chOff x="781874" y="1294774"/>
              <a:chExt cx="2577275" cy="1833510"/>
            </a:xfrm>
          </p:grpSpPr>
          <p:sp>
            <p:nvSpPr>
              <p:cNvPr id="400" name="Google Shape;400;p51"/>
              <p:cNvSpPr/>
              <p:nvPr/>
            </p:nvSpPr>
            <p:spPr>
              <a:xfrm rot="10800000">
                <a:off x="2834149" y="1520462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1" name="Google Shape;401;p51"/>
              <p:cNvSpPr/>
              <p:nvPr/>
            </p:nvSpPr>
            <p:spPr>
              <a:xfrm rot="10800000">
                <a:off x="2424511" y="1751429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2" name="Google Shape;402;p51"/>
              <p:cNvSpPr/>
              <p:nvPr/>
            </p:nvSpPr>
            <p:spPr>
              <a:xfrm rot="10800000">
                <a:off x="2423203" y="1294774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882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3" name="Google Shape;403;p51"/>
              <p:cNvSpPr/>
              <p:nvPr/>
            </p:nvSpPr>
            <p:spPr>
              <a:xfrm rot="10800000">
                <a:off x="2013374" y="152450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03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4" name="Google Shape;404;p51"/>
              <p:cNvSpPr/>
              <p:nvPr/>
            </p:nvSpPr>
            <p:spPr>
              <a:xfrm rot="10800000">
                <a:off x="1601864" y="1754411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5" name="Google Shape;405;p51"/>
              <p:cNvSpPr/>
              <p:nvPr/>
            </p:nvSpPr>
            <p:spPr>
              <a:xfrm rot="10800000">
                <a:off x="2008925" y="2444203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03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6" name="Google Shape;406;p51"/>
              <p:cNvSpPr/>
              <p:nvPr/>
            </p:nvSpPr>
            <p:spPr>
              <a:xfrm rot="10800000">
                <a:off x="1599288" y="2669819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7" name="Google Shape;407;p51"/>
              <p:cNvSpPr/>
              <p:nvPr/>
            </p:nvSpPr>
            <p:spPr>
              <a:xfrm rot="10800000">
                <a:off x="1599288" y="221185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882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8" name="Google Shape;408;p51"/>
              <p:cNvSpPr/>
              <p:nvPr/>
            </p:nvSpPr>
            <p:spPr>
              <a:xfrm rot="10800000">
                <a:off x="1190767" y="2441586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03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9" name="Google Shape;409;p51"/>
              <p:cNvSpPr/>
              <p:nvPr/>
            </p:nvSpPr>
            <p:spPr>
              <a:xfrm rot="10800000">
                <a:off x="781874" y="2670184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882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10" name="Google Shape;410;p51"/>
            <p:cNvGrpSpPr/>
            <p:nvPr/>
          </p:nvGrpSpPr>
          <p:grpSpPr>
            <a:xfrm>
              <a:off x="1328289" y="-316120"/>
              <a:ext cx="936510" cy="688006"/>
              <a:chOff x="3235964" y="2587955"/>
              <a:chExt cx="936510" cy="688006"/>
            </a:xfrm>
          </p:grpSpPr>
          <p:sp>
            <p:nvSpPr>
              <p:cNvPr id="411" name="Google Shape;411;p51"/>
              <p:cNvSpPr/>
              <p:nvPr/>
            </p:nvSpPr>
            <p:spPr>
              <a:xfrm rot="10800000">
                <a:off x="3647474" y="258795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03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2" name="Google Shape;412;p51"/>
              <p:cNvSpPr/>
              <p:nvPr/>
            </p:nvSpPr>
            <p:spPr>
              <a:xfrm rot="10800000">
                <a:off x="3235964" y="2817861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13" name="Google Shape;413;p51"/>
            <p:cNvGrpSpPr/>
            <p:nvPr/>
          </p:nvGrpSpPr>
          <p:grpSpPr>
            <a:xfrm>
              <a:off x="150003" y="142474"/>
              <a:ext cx="935946" cy="1829159"/>
              <a:chOff x="4738303" y="2509949"/>
              <a:chExt cx="935946" cy="1829159"/>
            </a:xfrm>
          </p:grpSpPr>
          <p:sp>
            <p:nvSpPr>
              <p:cNvPr id="414" name="Google Shape;414;p51"/>
              <p:cNvSpPr/>
              <p:nvPr/>
            </p:nvSpPr>
            <p:spPr>
              <a:xfrm rot="10800000">
                <a:off x="5149249" y="2735637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5" name="Google Shape;415;p51"/>
              <p:cNvSpPr/>
              <p:nvPr/>
            </p:nvSpPr>
            <p:spPr>
              <a:xfrm rot="10800000">
                <a:off x="4739611" y="2966604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6" name="Google Shape;416;p51"/>
              <p:cNvSpPr/>
              <p:nvPr/>
            </p:nvSpPr>
            <p:spPr>
              <a:xfrm rot="10800000">
                <a:off x="4738303" y="2509949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882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7" name="Google Shape;417;p51"/>
              <p:cNvSpPr/>
              <p:nvPr/>
            </p:nvSpPr>
            <p:spPr>
              <a:xfrm rot="10800000">
                <a:off x="5149225" y="3655392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03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8" name="Google Shape;418;p51"/>
              <p:cNvSpPr/>
              <p:nvPr/>
            </p:nvSpPr>
            <p:spPr>
              <a:xfrm rot="10800000">
                <a:off x="4739588" y="3881008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9" name="Google Shape;419;p51"/>
              <p:cNvSpPr/>
              <p:nvPr/>
            </p:nvSpPr>
            <p:spPr>
              <a:xfrm rot="10800000">
                <a:off x="4739588" y="3423044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882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4">
  <p:cSld name="CUSTOM_12"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52"/>
          <p:cNvSpPr txBox="1">
            <a:spLocks noGrp="1"/>
          </p:cNvSpPr>
          <p:nvPr>
            <p:ph type="body" idx="1"/>
          </p:nvPr>
        </p:nvSpPr>
        <p:spPr>
          <a:xfrm>
            <a:off x="720000" y="1215750"/>
            <a:ext cx="5052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Poppins Light"/>
              <a:buChar char="●"/>
              <a:defRPr/>
            </a:lvl1pPr>
            <a:lvl2pPr marL="914400" lvl="1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marL="1371600" lvl="2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marL="1828800" lvl="3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marL="2286000" lvl="4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marL="2743200" lvl="5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marL="3200400" lvl="6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marL="3657600" lvl="7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marL="4114800" lvl="8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422" name="Google Shape;422;p5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423" name="Google Shape;423;p52"/>
          <p:cNvGrpSpPr/>
          <p:nvPr/>
        </p:nvGrpSpPr>
        <p:grpSpPr>
          <a:xfrm>
            <a:off x="6492739" y="2722049"/>
            <a:ext cx="3057485" cy="2798710"/>
            <a:chOff x="6492739" y="2722049"/>
            <a:chExt cx="3057485" cy="2798710"/>
          </a:xfrm>
        </p:grpSpPr>
        <p:grpSp>
          <p:nvGrpSpPr>
            <p:cNvPr id="424" name="Google Shape;424;p52"/>
            <p:cNvGrpSpPr/>
            <p:nvPr/>
          </p:nvGrpSpPr>
          <p:grpSpPr>
            <a:xfrm>
              <a:off x="6972949" y="3687249"/>
              <a:ext cx="2577275" cy="1833510"/>
              <a:chOff x="781874" y="1294774"/>
              <a:chExt cx="2577275" cy="1833510"/>
            </a:xfrm>
          </p:grpSpPr>
          <p:sp>
            <p:nvSpPr>
              <p:cNvPr id="425" name="Google Shape;425;p52"/>
              <p:cNvSpPr/>
              <p:nvPr/>
            </p:nvSpPr>
            <p:spPr>
              <a:xfrm rot="10800000">
                <a:off x="2834149" y="1520462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6" name="Google Shape;426;p52"/>
              <p:cNvSpPr/>
              <p:nvPr/>
            </p:nvSpPr>
            <p:spPr>
              <a:xfrm rot="10800000">
                <a:off x="2424511" y="1751429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7" name="Google Shape;427;p52"/>
              <p:cNvSpPr/>
              <p:nvPr/>
            </p:nvSpPr>
            <p:spPr>
              <a:xfrm rot="10800000">
                <a:off x="2423203" y="1294774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882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8" name="Google Shape;428;p52"/>
              <p:cNvSpPr/>
              <p:nvPr/>
            </p:nvSpPr>
            <p:spPr>
              <a:xfrm rot="10800000">
                <a:off x="2013374" y="152450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03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9" name="Google Shape;429;p52"/>
              <p:cNvSpPr/>
              <p:nvPr/>
            </p:nvSpPr>
            <p:spPr>
              <a:xfrm rot="10800000">
                <a:off x="1601864" y="1754411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0" name="Google Shape;430;p52"/>
              <p:cNvSpPr/>
              <p:nvPr/>
            </p:nvSpPr>
            <p:spPr>
              <a:xfrm rot="10800000">
                <a:off x="2008925" y="2444203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03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1" name="Google Shape;431;p52"/>
              <p:cNvSpPr/>
              <p:nvPr/>
            </p:nvSpPr>
            <p:spPr>
              <a:xfrm rot="10800000">
                <a:off x="1599288" y="2669819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2" name="Google Shape;432;p52"/>
              <p:cNvSpPr/>
              <p:nvPr/>
            </p:nvSpPr>
            <p:spPr>
              <a:xfrm rot="10800000">
                <a:off x="1599288" y="221185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882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3" name="Google Shape;433;p52"/>
              <p:cNvSpPr/>
              <p:nvPr/>
            </p:nvSpPr>
            <p:spPr>
              <a:xfrm rot="10800000">
                <a:off x="1190767" y="2441586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03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4" name="Google Shape;434;p52"/>
              <p:cNvSpPr/>
              <p:nvPr/>
            </p:nvSpPr>
            <p:spPr>
              <a:xfrm rot="10800000">
                <a:off x="781874" y="2670184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882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35" name="Google Shape;435;p52"/>
            <p:cNvGrpSpPr/>
            <p:nvPr/>
          </p:nvGrpSpPr>
          <p:grpSpPr>
            <a:xfrm>
              <a:off x="6492739" y="4117380"/>
              <a:ext cx="936510" cy="688006"/>
              <a:chOff x="3235964" y="2587955"/>
              <a:chExt cx="936510" cy="688006"/>
            </a:xfrm>
          </p:grpSpPr>
          <p:sp>
            <p:nvSpPr>
              <p:cNvPr id="436" name="Google Shape;436;p52"/>
              <p:cNvSpPr/>
              <p:nvPr/>
            </p:nvSpPr>
            <p:spPr>
              <a:xfrm rot="10800000">
                <a:off x="3647474" y="258795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03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7" name="Google Shape;437;p52"/>
              <p:cNvSpPr/>
              <p:nvPr/>
            </p:nvSpPr>
            <p:spPr>
              <a:xfrm rot="10800000">
                <a:off x="3235964" y="2817861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38" name="Google Shape;438;p52"/>
            <p:cNvGrpSpPr/>
            <p:nvPr/>
          </p:nvGrpSpPr>
          <p:grpSpPr>
            <a:xfrm>
              <a:off x="7429249" y="2722049"/>
              <a:ext cx="1345775" cy="914755"/>
              <a:chOff x="2264799" y="3654374"/>
              <a:chExt cx="1345775" cy="914755"/>
            </a:xfrm>
          </p:grpSpPr>
          <p:sp>
            <p:nvSpPr>
              <p:cNvPr id="439" name="Google Shape;439;p52"/>
              <p:cNvSpPr/>
              <p:nvPr/>
            </p:nvSpPr>
            <p:spPr>
              <a:xfrm rot="10800000">
                <a:off x="3085574" y="3880062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0" name="Google Shape;440;p52"/>
              <p:cNvSpPr/>
              <p:nvPr/>
            </p:nvSpPr>
            <p:spPr>
              <a:xfrm rot="10800000">
                <a:off x="2675936" y="4111029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1" name="Google Shape;441;p52"/>
              <p:cNvSpPr/>
              <p:nvPr/>
            </p:nvSpPr>
            <p:spPr>
              <a:xfrm rot="10800000">
                <a:off x="2674628" y="3654374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882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2" name="Google Shape;442;p52"/>
              <p:cNvSpPr/>
              <p:nvPr/>
            </p:nvSpPr>
            <p:spPr>
              <a:xfrm rot="10800000">
                <a:off x="2264799" y="388410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03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_AND_TWO_COLUMNS_1"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53"/>
          <p:cNvSpPr txBox="1">
            <a:spLocks noGrp="1"/>
          </p:cNvSpPr>
          <p:nvPr>
            <p:ph type="subTitle" idx="1"/>
          </p:nvPr>
        </p:nvSpPr>
        <p:spPr>
          <a:xfrm>
            <a:off x="4973485" y="2787779"/>
            <a:ext cx="3020100" cy="125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5" name="Google Shape;445;p53"/>
          <p:cNvSpPr txBox="1">
            <a:spLocks noGrp="1"/>
          </p:cNvSpPr>
          <p:nvPr>
            <p:ph type="subTitle" idx="2"/>
          </p:nvPr>
        </p:nvSpPr>
        <p:spPr>
          <a:xfrm>
            <a:off x="1150407" y="2787779"/>
            <a:ext cx="3020100" cy="125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6" name="Google Shape;446;p53"/>
          <p:cNvSpPr txBox="1">
            <a:spLocks noGrp="1"/>
          </p:cNvSpPr>
          <p:nvPr>
            <p:ph type="subTitle" idx="3"/>
          </p:nvPr>
        </p:nvSpPr>
        <p:spPr>
          <a:xfrm>
            <a:off x="1150408" y="2228879"/>
            <a:ext cx="3020100" cy="5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447" name="Google Shape;447;p53"/>
          <p:cNvSpPr txBox="1">
            <a:spLocks noGrp="1"/>
          </p:cNvSpPr>
          <p:nvPr>
            <p:ph type="subTitle" idx="4"/>
          </p:nvPr>
        </p:nvSpPr>
        <p:spPr>
          <a:xfrm>
            <a:off x="4973493" y="2228879"/>
            <a:ext cx="3020100" cy="5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448" name="Google Shape;448;p5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449" name="Google Shape;449;p53"/>
          <p:cNvGrpSpPr/>
          <p:nvPr/>
        </p:nvGrpSpPr>
        <p:grpSpPr>
          <a:xfrm>
            <a:off x="-625776" y="3465724"/>
            <a:ext cx="9463650" cy="2543547"/>
            <a:chOff x="-625776" y="3465724"/>
            <a:chExt cx="9463650" cy="2543547"/>
          </a:xfrm>
        </p:grpSpPr>
        <p:grpSp>
          <p:nvGrpSpPr>
            <p:cNvPr id="450" name="Google Shape;450;p53"/>
            <p:cNvGrpSpPr/>
            <p:nvPr/>
          </p:nvGrpSpPr>
          <p:grpSpPr>
            <a:xfrm>
              <a:off x="1927011" y="4175761"/>
              <a:ext cx="2577275" cy="1833510"/>
              <a:chOff x="781874" y="1294774"/>
              <a:chExt cx="2577275" cy="1833510"/>
            </a:xfrm>
          </p:grpSpPr>
          <p:sp>
            <p:nvSpPr>
              <p:cNvPr id="451" name="Google Shape;451;p53"/>
              <p:cNvSpPr/>
              <p:nvPr/>
            </p:nvSpPr>
            <p:spPr>
              <a:xfrm rot="10800000">
                <a:off x="2834149" y="1520462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2" name="Google Shape;452;p53"/>
              <p:cNvSpPr/>
              <p:nvPr/>
            </p:nvSpPr>
            <p:spPr>
              <a:xfrm rot="10800000">
                <a:off x="2424511" y="1751429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3" name="Google Shape;453;p53"/>
              <p:cNvSpPr/>
              <p:nvPr/>
            </p:nvSpPr>
            <p:spPr>
              <a:xfrm rot="10800000">
                <a:off x="2423203" y="1294774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882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4" name="Google Shape;454;p53"/>
              <p:cNvSpPr/>
              <p:nvPr/>
            </p:nvSpPr>
            <p:spPr>
              <a:xfrm rot="10800000">
                <a:off x="2013374" y="152450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03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5" name="Google Shape;455;p53"/>
              <p:cNvSpPr/>
              <p:nvPr/>
            </p:nvSpPr>
            <p:spPr>
              <a:xfrm rot="10800000">
                <a:off x="1601864" y="1754411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6" name="Google Shape;456;p53"/>
              <p:cNvSpPr/>
              <p:nvPr/>
            </p:nvSpPr>
            <p:spPr>
              <a:xfrm rot="10800000">
                <a:off x="2008925" y="2444203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03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7" name="Google Shape;457;p53"/>
              <p:cNvSpPr/>
              <p:nvPr/>
            </p:nvSpPr>
            <p:spPr>
              <a:xfrm rot="10800000">
                <a:off x="1599288" y="2669819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8" name="Google Shape;458;p53"/>
              <p:cNvSpPr/>
              <p:nvPr/>
            </p:nvSpPr>
            <p:spPr>
              <a:xfrm rot="10800000">
                <a:off x="1599288" y="221185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882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9" name="Google Shape;459;p53"/>
              <p:cNvSpPr/>
              <p:nvPr/>
            </p:nvSpPr>
            <p:spPr>
              <a:xfrm rot="10800000">
                <a:off x="1190767" y="2441586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03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0" name="Google Shape;460;p53"/>
              <p:cNvSpPr/>
              <p:nvPr/>
            </p:nvSpPr>
            <p:spPr>
              <a:xfrm rot="10800000">
                <a:off x="781874" y="2670184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882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61" name="Google Shape;461;p53"/>
            <p:cNvGrpSpPr/>
            <p:nvPr/>
          </p:nvGrpSpPr>
          <p:grpSpPr>
            <a:xfrm>
              <a:off x="7901928" y="3813647"/>
              <a:ext cx="935946" cy="1829159"/>
              <a:chOff x="4738303" y="2514672"/>
              <a:chExt cx="935946" cy="1829159"/>
            </a:xfrm>
          </p:grpSpPr>
          <p:sp>
            <p:nvSpPr>
              <p:cNvPr id="462" name="Google Shape;462;p53"/>
              <p:cNvSpPr/>
              <p:nvPr/>
            </p:nvSpPr>
            <p:spPr>
              <a:xfrm rot="10800000">
                <a:off x="5149249" y="2740361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3" name="Google Shape;463;p53"/>
              <p:cNvSpPr/>
              <p:nvPr/>
            </p:nvSpPr>
            <p:spPr>
              <a:xfrm rot="10800000">
                <a:off x="4739611" y="2971327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4" name="Google Shape;464;p53"/>
              <p:cNvSpPr/>
              <p:nvPr/>
            </p:nvSpPr>
            <p:spPr>
              <a:xfrm rot="10800000">
                <a:off x="4738303" y="2514672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882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5" name="Google Shape;465;p53"/>
              <p:cNvSpPr/>
              <p:nvPr/>
            </p:nvSpPr>
            <p:spPr>
              <a:xfrm rot="10800000">
                <a:off x="5149225" y="3660116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03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6" name="Google Shape;466;p53"/>
              <p:cNvSpPr/>
              <p:nvPr/>
            </p:nvSpPr>
            <p:spPr>
              <a:xfrm rot="10800000">
                <a:off x="4739588" y="3885731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7" name="Google Shape;467;p53"/>
              <p:cNvSpPr/>
              <p:nvPr/>
            </p:nvSpPr>
            <p:spPr>
              <a:xfrm rot="10800000">
                <a:off x="4739588" y="3427767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882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68" name="Google Shape;468;p53"/>
            <p:cNvGrpSpPr/>
            <p:nvPr/>
          </p:nvGrpSpPr>
          <p:grpSpPr>
            <a:xfrm>
              <a:off x="-625776" y="3465724"/>
              <a:ext cx="1345775" cy="914755"/>
              <a:chOff x="2264799" y="3654374"/>
              <a:chExt cx="1345775" cy="914755"/>
            </a:xfrm>
          </p:grpSpPr>
          <p:sp>
            <p:nvSpPr>
              <p:cNvPr id="469" name="Google Shape;469;p53"/>
              <p:cNvSpPr/>
              <p:nvPr/>
            </p:nvSpPr>
            <p:spPr>
              <a:xfrm rot="10800000">
                <a:off x="3085574" y="3880062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0" name="Google Shape;470;p53"/>
              <p:cNvSpPr/>
              <p:nvPr/>
            </p:nvSpPr>
            <p:spPr>
              <a:xfrm rot="10800000">
                <a:off x="2675936" y="4111029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1" name="Google Shape;471;p53"/>
              <p:cNvSpPr/>
              <p:nvPr/>
            </p:nvSpPr>
            <p:spPr>
              <a:xfrm rot="10800000">
                <a:off x="2674628" y="3654374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882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2" name="Google Shape;472;p53"/>
              <p:cNvSpPr/>
              <p:nvPr/>
            </p:nvSpPr>
            <p:spPr>
              <a:xfrm rot="10800000">
                <a:off x="2264799" y="388410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03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_AND_TWO_COLUMNS_1_1"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54"/>
          <p:cNvSpPr txBox="1">
            <a:spLocks noGrp="1"/>
          </p:cNvSpPr>
          <p:nvPr>
            <p:ph type="subTitle" idx="1"/>
          </p:nvPr>
        </p:nvSpPr>
        <p:spPr>
          <a:xfrm>
            <a:off x="4832078" y="1667625"/>
            <a:ext cx="3254100" cy="22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5" name="Google Shape;475;p54"/>
          <p:cNvSpPr txBox="1">
            <a:spLocks noGrp="1"/>
          </p:cNvSpPr>
          <p:nvPr>
            <p:ph type="subTitle" idx="2"/>
          </p:nvPr>
        </p:nvSpPr>
        <p:spPr>
          <a:xfrm>
            <a:off x="1057900" y="1667625"/>
            <a:ext cx="3254100" cy="22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6" name="Google Shape;476;p5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477" name="Google Shape;477;p54"/>
          <p:cNvGrpSpPr/>
          <p:nvPr/>
        </p:nvGrpSpPr>
        <p:grpSpPr>
          <a:xfrm>
            <a:off x="965824" y="3077647"/>
            <a:ext cx="7932925" cy="1846319"/>
            <a:chOff x="965824" y="3077647"/>
            <a:chExt cx="7932925" cy="1846319"/>
          </a:xfrm>
        </p:grpSpPr>
        <p:grpSp>
          <p:nvGrpSpPr>
            <p:cNvPr id="478" name="Google Shape;478;p54"/>
            <p:cNvGrpSpPr/>
            <p:nvPr/>
          </p:nvGrpSpPr>
          <p:grpSpPr>
            <a:xfrm>
              <a:off x="7962803" y="3077647"/>
              <a:ext cx="935946" cy="1829159"/>
              <a:chOff x="4738303" y="2514672"/>
              <a:chExt cx="935946" cy="1829159"/>
            </a:xfrm>
          </p:grpSpPr>
          <p:sp>
            <p:nvSpPr>
              <p:cNvPr id="479" name="Google Shape;479;p54"/>
              <p:cNvSpPr/>
              <p:nvPr/>
            </p:nvSpPr>
            <p:spPr>
              <a:xfrm rot="10800000">
                <a:off x="5149249" y="2740361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0" name="Google Shape;480;p54"/>
              <p:cNvSpPr/>
              <p:nvPr/>
            </p:nvSpPr>
            <p:spPr>
              <a:xfrm rot="10800000">
                <a:off x="4739611" y="2971327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1" name="Google Shape;481;p54"/>
              <p:cNvSpPr/>
              <p:nvPr/>
            </p:nvSpPr>
            <p:spPr>
              <a:xfrm rot="10800000">
                <a:off x="4738303" y="2514672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882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2" name="Google Shape;482;p54"/>
              <p:cNvSpPr/>
              <p:nvPr/>
            </p:nvSpPr>
            <p:spPr>
              <a:xfrm rot="10800000">
                <a:off x="5149225" y="3660116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03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3" name="Google Shape;483;p54"/>
              <p:cNvSpPr/>
              <p:nvPr/>
            </p:nvSpPr>
            <p:spPr>
              <a:xfrm rot="10800000">
                <a:off x="4739588" y="3885731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4" name="Google Shape;484;p54"/>
              <p:cNvSpPr/>
              <p:nvPr/>
            </p:nvSpPr>
            <p:spPr>
              <a:xfrm rot="10800000">
                <a:off x="4739588" y="3427767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882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85" name="Google Shape;485;p54"/>
            <p:cNvGrpSpPr/>
            <p:nvPr/>
          </p:nvGrpSpPr>
          <p:grpSpPr>
            <a:xfrm>
              <a:off x="965824" y="4009211"/>
              <a:ext cx="1345775" cy="914755"/>
              <a:chOff x="2264799" y="3654374"/>
              <a:chExt cx="1345775" cy="914755"/>
            </a:xfrm>
          </p:grpSpPr>
          <p:sp>
            <p:nvSpPr>
              <p:cNvPr id="486" name="Google Shape;486;p54"/>
              <p:cNvSpPr/>
              <p:nvPr/>
            </p:nvSpPr>
            <p:spPr>
              <a:xfrm rot="10800000">
                <a:off x="3085574" y="3880062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7" name="Google Shape;487;p54"/>
              <p:cNvSpPr/>
              <p:nvPr/>
            </p:nvSpPr>
            <p:spPr>
              <a:xfrm rot="10800000">
                <a:off x="2675936" y="4111029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8" name="Google Shape;488;p54"/>
              <p:cNvSpPr/>
              <p:nvPr/>
            </p:nvSpPr>
            <p:spPr>
              <a:xfrm rot="10800000">
                <a:off x="2674628" y="3654374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882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9" name="Google Shape;489;p54"/>
              <p:cNvSpPr/>
              <p:nvPr/>
            </p:nvSpPr>
            <p:spPr>
              <a:xfrm rot="10800000">
                <a:off x="2264799" y="388410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03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55"/>
          <p:cNvSpPr txBox="1">
            <a:spLocks noGrp="1"/>
          </p:cNvSpPr>
          <p:nvPr>
            <p:ph type="subTitle" idx="1"/>
          </p:nvPr>
        </p:nvSpPr>
        <p:spPr>
          <a:xfrm>
            <a:off x="713225" y="2992402"/>
            <a:ext cx="2356200" cy="10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2" name="Google Shape;492;p55"/>
          <p:cNvSpPr txBox="1">
            <a:spLocks noGrp="1"/>
          </p:cNvSpPr>
          <p:nvPr>
            <p:ph type="subTitle" idx="2"/>
          </p:nvPr>
        </p:nvSpPr>
        <p:spPr>
          <a:xfrm>
            <a:off x="3393900" y="2992402"/>
            <a:ext cx="2356200" cy="10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3" name="Google Shape;493;p55"/>
          <p:cNvSpPr txBox="1">
            <a:spLocks noGrp="1"/>
          </p:cNvSpPr>
          <p:nvPr>
            <p:ph type="subTitle" idx="3"/>
          </p:nvPr>
        </p:nvSpPr>
        <p:spPr>
          <a:xfrm>
            <a:off x="6074574" y="2992402"/>
            <a:ext cx="2356200" cy="10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4" name="Google Shape;494;p55"/>
          <p:cNvSpPr txBox="1">
            <a:spLocks noGrp="1"/>
          </p:cNvSpPr>
          <p:nvPr>
            <p:ph type="subTitle" idx="4"/>
          </p:nvPr>
        </p:nvSpPr>
        <p:spPr>
          <a:xfrm>
            <a:off x="713225" y="2332400"/>
            <a:ext cx="2356200" cy="6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495" name="Google Shape;495;p55"/>
          <p:cNvSpPr txBox="1">
            <a:spLocks noGrp="1"/>
          </p:cNvSpPr>
          <p:nvPr>
            <p:ph type="subTitle" idx="5"/>
          </p:nvPr>
        </p:nvSpPr>
        <p:spPr>
          <a:xfrm>
            <a:off x="3393900" y="2332400"/>
            <a:ext cx="2356200" cy="6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496" name="Google Shape;496;p55"/>
          <p:cNvSpPr txBox="1">
            <a:spLocks noGrp="1"/>
          </p:cNvSpPr>
          <p:nvPr>
            <p:ph type="subTitle" idx="6"/>
          </p:nvPr>
        </p:nvSpPr>
        <p:spPr>
          <a:xfrm>
            <a:off x="6074575" y="2332400"/>
            <a:ext cx="2356200" cy="6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497" name="Google Shape;497;p5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498" name="Google Shape;498;p55"/>
          <p:cNvGrpSpPr/>
          <p:nvPr/>
        </p:nvGrpSpPr>
        <p:grpSpPr>
          <a:xfrm>
            <a:off x="-391401" y="1603297"/>
            <a:ext cx="9868275" cy="4284737"/>
            <a:chOff x="-391401" y="1603297"/>
            <a:chExt cx="9868275" cy="4284737"/>
          </a:xfrm>
        </p:grpSpPr>
        <p:grpSp>
          <p:nvGrpSpPr>
            <p:cNvPr id="499" name="Google Shape;499;p55"/>
            <p:cNvGrpSpPr/>
            <p:nvPr/>
          </p:nvGrpSpPr>
          <p:grpSpPr>
            <a:xfrm>
              <a:off x="-391401" y="4054524"/>
              <a:ext cx="2577275" cy="1833510"/>
              <a:chOff x="781874" y="1294774"/>
              <a:chExt cx="2577275" cy="1833510"/>
            </a:xfrm>
          </p:grpSpPr>
          <p:sp>
            <p:nvSpPr>
              <p:cNvPr id="500" name="Google Shape;500;p55"/>
              <p:cNvSpPr/>
              <p:nvPr/>
            </p:nvSpPr>
            <p:spPr>
              <a:xfrm rot="10800000">
                <a:off x="2834149" y="1520462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1" name="Google Shape;501;p55"/>
              <p:cNvSpPr/>
              <p:nvPr/>
            </p:nvSpPr>
            <p:spPr>
              <a:xfrm rot="10800000">
                <a:off x="2424511" y="1751429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2" name="Google Shape;502;p55"/>
              <p:cNvSpPr/>
              <p:nvPr/>
            </p:nvSpPr>
            <p:spPr>
              <a:xfrm rot="10800000">
                <a:off x="2423203" y="1294774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882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3" name="Google Shape;503;p55"/>
              <p:cNvSpPr/>
              <p:nvPr/>
            </p:nvSpPr>
            <p:spPr>
              <a:xfrm rot="10800000">
                <a:off x="2013374" y="152450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03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4" name="Google Shape;504;p55"/>
              <p:cNvSpPr/>
              <p:nvPr/>
            </p:nvSpPr>
            <p:spPr>
              <a:xfrm rot="10800000">
                <a:off x="1601864" y="1754411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5" name="Google Shape;505;p55"/>
              <p:cNvSpPr/>
              <p:nvPr/>
            </p:nvSpPr>
            <p:spPr>
              <a:xfrm rot="10800000">
                <a:off x="2008925" y="2444203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03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6" name="Google Shape;506;p55"/>
              <p:cNvSpPr/>
              <p:nvPr/>
            </p:nvSpPr>
            <p:spPr>
              <a:xfrm rot="10800000">
                <a:off x="1599288" y="2669819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7" name="Google Shape;507;p55"/>
              <p:cNvSpPr/>
              <p:nvPr/>
            </p:nvSpPr>
            <p:spPr>
              <a:xfrm rot="10800000">
                <a:off x="1599288" y="221185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882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8" name="Google Shape;508;p55"/>
              <p:cNvSpPr/>
              <p:nvPr/>
            </p:nvSpPr>
            <p:spPr>
              <a:xfrm rot="10800000">
                <a:off x="1190767" y="2441586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03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9" name="Google Shape;509;p55"/>
              <p:cNvSpPr/>
              <p:nvPr/>
            </p:nvSpPr>
            <p:spPr>
              <a:xfrm rot="10800000">
                <a:off x="781874" y="2670184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882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10" name="Google Shape;510;p55"/>
            <p:cNvGrpSpPr/>
            <p:nvPr/>
          </p:nvGrpSpPr>
          <p:grpSpPr>
            <a:xfrm>
              <a:off x="7394764" y="4054530"/>
              <a:ext cx="936510" cy="688006"/>
              <a:chOff x="3235964" y="2587955"/>
              <a:chExt cx="936510" cy="688006"/>
            </a:xfrm>
          </p:grpSpPr>
          <p:sp>
            <p:nvSpPr>
              <p:cNvPr id="511" name="Google Shape;511;p55"/>
              <p:cNvSpPr/>
              <p:nvPr/>
            </p:nvSpPr>
            <p:spPr>
              <a:xfrm rot="10800000">
                <a:off x="3647474" y="258795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03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2" name="Google Shape;512;p55"/>
              <p:cNvSpPr/>
              <p:nvPr/>
            </p:nvSpPr>
            <p:spPr>
              <a:xfrm rot="10800000">
                <a:off x="3235964" y="2817861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13" name="Google Shape;513;p55"/>
            <p:cNvGrpSpPr/>
            <p:nvPr/>
          </p:nvGrpSpPr>
          <p:grpSpPr>
            <a:xfrm>
              <a:off x="8540928" y="1603297"/>
              <a:ext cx="935946" cy="1829159"/>
              <a:chOff x="4738303" y="2514672"/>
              <a:chExt cx="935946" cy="1829159"/>
            </a:xfrm>
          </p:grpSpPr>
          <p:sp>
            <p:nvSpPr>
              <p:cNvPr id="514" name="Google Shape;514;p55"/>
              <p:cNvSpPr/>
              <p:nvPr/>
            </p:nvSpPr>
            <p:spPr>
              <a:xfrm rot="10800000">
                <a:off x="5149249" y="2740361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5" name="Google Shape;515;p55"/>
              <p:cNvSpPr/>
              <p:nvPr/>
            </p:nvSpPr>
            <p:spPr>
              <a:xfrm rot="10800000">
                <a:off x="4739611" y="2971327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6" name="Google Shape;516;p55"/>
              <p:cNvSpPr/>
              <p:nvPr/>
            </p:nvSpPr>
            <p:spPr>
              <a:xfrm rot="10800000">
                <a:off x="4738303" y="2514672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882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7" name="Google Shape;517;p55"/>
              <p:cNvSpPr/>
              <p:nvPr/>
            </p:nvSpPr>
            <p:spPr>
              <a:xfrm rot="10800000">
                <a:off x="5149225" y="3660116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03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8" name="Google Shape;518;p55"/>
              <p:cNvSpPr/>
              <p:nvPr/>
            </p:nvSpPr>
            <p:spPr>
              <a:xfrm rot="10800000">
                <a:off x="4739588" y="3885731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9" name="Google Shape;519;p55"/>
              <p:cNvSpPr/>
              <p:nvPr/>
            </p:nvSpPr>
            <p:spPr>
              <a:xfrm rot="10800000">
                <a:off x="4739588" y="3427767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882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20" name="Google Shape;520;p55"/>
            <p:cNvGrpSpPr/>
            <p:nvPr/>
          </p:nvGrpSpPr>
          <p:grpSpPr>
            <a:xfrm>
              <a:off x="4915099" y="4146624"/>
              <a:ext cx="1345775" cy="914755"/>
              <a:chOff x="2264799" y="3654374"/>
              <a:chExt cx="1345775" cy="914755"/>
            </a:xfrm>
          </p:grpSpPr>
          <p:sp>
            <p:nvSpPr>
              <p:cNvPr id="521" name="Google Shape;521;p55"/>
              <p:cNvSpPr/>
              <p:nvPr/>
            </p:nvSpPr>
            <p:spPr>
              <a:xfrm rot="10800000">
                <a:off x="3085574" y="3880062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2" name="Google Shape;522;p55"/>
              <p:cNvSpPr/>
              <p:nvPr/>
            </p:nvSpPr>
            <p:spPr>
              <a:xfrm rot="10800000">
                <a:off x="2675936" y="4111029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3" name="Google Shape;523;p55"/>
              <p:cNvSpPr/>
              <p:nvPr/>
            </p:nvSpPr>
            <p:spPr>
              <a:xfrm rot="10800000">
                <a:off x="2674628" y="3654374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882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4" name="Google Shape;524;p55"/>
              <p:cNvSpPr/>
              <p:nvPr/>
            </p:nvSpPr>
            <p:spPr>
              <a:xfrm rot="10800000">
                <a:off x="2264799" y="388410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03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56"/>
          <p:cNvSpPr txBox="1">
            <a:spLocks noGrp="1"/>
          </p:cNvSpPr>
          <p:nvPr>
            <p:ph type="subTitle" idx="1"/>
          </p:nvPr>
        </p:nvSpPr>
        <p:spPr>
          <a:xfrm>
            <a:off x="2319753" y="1942803"/>
            <a:ext cx="2114100" cy="6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7" name="Google Shape;527;p56"/>
          <p:cNvSpPr txBox="1">
            <a:spLocks noGrp="1"/>
          </p:cNvSpPr>
          <p:nvPr>
            <p:ph type="subTitle" idx="2"/>
          </p:nvPr>
        </p:nvSpPr>
        <p:spPr>
          <a:xfrm>
            <a:off x="5467047" y="1942803"/>
            <a:ext cx="2114100" cy="6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8" name="Google Shape;528;p56"/>
          <p:cNvSpPr txBox="1">
            <a:spLocks noGrp="1"/>
          </p:cNvSpPr>
          <p:nvPr>
            <p:ph type="subTitle" idx="3"/>
          </p:nvPr>
        </p:nvSpPr>
        <p:spPr>
          <a:xfrm>
            <a:off x="2319753" y="3357078"/>
            <a:ext cx="2114100" cy="6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9" name="Google Shape;529;p56"/>
          <p:cNvSpPr txBox="1">
            <a:spLocks noGrp="1"/>
          </p:cNvSpPr>
          <p:nvPr>
            <p:ph type="subTitle" idx="4"/>
          </p:nvPr>
        </p:nvSpPr>
        <p:spPr>
          <a:xfrm>
            <a:off x="5467047" y="3357078"/>
            <a:ext cx="2114100" cy="66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0" name="Google Shape;530;p56"/>
          <p:cNvSpPr txBox="1">
            <a:spLocks noGrp="1"/>
          </p:cNvSpPr>
          <p:nvPr>
            <p:ph type="subTitle" idx="5"/>
          </p:nvPr>
        </p:nvSpPr>
        <p:spPr>
          <a:xfrm>
            <a:off x="2319753" y="1537106"/>
            <a:ext cx="2114100" cy="50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531" name="Google Shape;531;p56"/>
          <p:cNvSpPr txBox="1">
            <a:spLocks noGrp="1"/>
          </p:cNvSpPr>
          <p:nvPr>
            <p:ph type="subTitle" idx="6"/>
          </p:nvPr>
        </p:nvSpPr>
        <p:spPr>
          <a:xfrm>
            <a:off x="2319753" y="2951481"/>
            <a:ext cx="2114100" cy="50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532" name="Google Shape;532;p56"/>
          <p:cNvSpPr txBox="1">
            <a:spLocks noGrp="1"/>
          </p:cNvSpPr>
          <p:nvPr>
            <p:ph type="subTitle" idx="7"/>
          </p:nvPr>
        </p:nvSpPr>
        <p:spPr>
          <a:xfrm>
            <a:off x="5467043" y="1537106"/>
            <a:ext cx="2114100" cy="50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533" name="Google Shape;533;p56"/>
          <p:cNvSpPr txBox="1">
            <a:spLocks noGrp="1"/>
          </p:cNvSpPr>
          <p:nvPr>
            <p:ph type="subTitle" idx="8"/>
          </p:nvPr>
        </p:nvSpPr>
        <p:spPr>
          <a:xfrm>
            <a:off x="5467043" y="2951481"/>
            <a:ext cx="2114100" cy="50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534" name="Google Shape;534;p5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535" name="Google Shape;535;p56"/>
          <p:cNvGrpSpPr/>
          <p:nvPr/>
        </p:nvGrpSpPr>
        <p:grpSpPr>
          <a:xfrm>
            <a:off x="171639" y="3687249"/>
            <a:ext cx="9207610" cy="1833510"/>
            <a:chOff x="171639" y="3687249"/>
            <a:chExt cx="9207610" cy="1833510"/>
          </a:xfrm>
        </p:grpSpPr>
        <p:grpSp>
          <p:nvGrpSpPr>
            <p:cNvPr id="536" name="Google Shape;536;p56"/>
            <p:cNvGrpSpPr/>
            <p:nvPr/>
          </p:nvGrpSpPr>
          <p:grpSpPr>
            <a:xfrm>
              <a:off x="6801974" y="3687249"/>
              <a:ext cx="2577275" cy="1833510"/>
              <a:chOff x="781874" y="1294774"/>
              <a:chExt cx="2577275" cy="1833510"/>
            </a:xfrm>
          </p:grpSpPr>
          <p:sp>
            <p:nvSpPr>
              <p:cNvPr id="537" name="Google Shape;537;p56"/>
              <p:cNvSpPr/>
              <p:nvPr/>
            </p:nvSpPr>
            <p:spPr>
              <a:xfrm rot="10800000">
                <a:off x="2834149" y="1520462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8" name="Google Shape;538;p56"/>
              <p:cNvSpPr/>
              <p:nvPr/>
            </p:nvSpPr>
            <p:spPr>
              <a:xfrm rot="10800000">
                <a:off x="2424511" y="1751429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9" name="Google Shape;539;p56"/>
              <p:cNvSpPr/>
              <p:nvPr/>
            </p:nvSpPr>
            <p:spPr>
              <a:xfrm rot="10800000">
                <a:off x="2423203" y="1294774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882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0" name="Google Shape;540;p56"/>
              <p:cNvSpPr/>
              <p:nvPr/>
            </p:nvSpPr>
            <p:spPr>
              <a:xfrm rot="10800000">
                <a:off x="2013374" y="152450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03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1" name="Google Shape;541;p56"/>
              <p:cNvSpPr/>
              <p:nvPr/>
            </p:nvSpPr>
            <p:spPr>
              <a:xfrm rot="10800000">
                <a:off x="1601864" y="1754411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2" name="Google Shape;542;p56"/>
              <p:cNvSpPr/>
              <p:nvPr/>
            </p:nvSpPr>
            <p:spPr>
              <a:xfrm rot="10800000">
                <a:off x="2008925" y="2444203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03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3" name="Google Shape;543;p56"/>
              <p:cNvSpPr/>
              <p:nvPr/>
            </p:nvSpPr>
            <p:spPr>
              <a:xfrm rot="10800000">
                <a:off x="1599288" y="2669819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4" name="Google Shape;544;p56"/>
              <p:cNvSpPr/>
              <p:nvPr/>
            </p:nvSpPr>
            <p:spPr>
              <a:xfrm rot="10800000">
                <a:off x="1599288" y="221185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882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5" name="Google Shape;545;p56"/>
              <p:cNvSpPr/>
              <p:nvPr/>
            </p:nvSpPr>
            <p:spPr>
              <a:xfrm rot="10800000">
                <a:off x="1190767" y="2441586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03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6" name="Google Shape;546;p56"/>
              <p:cNvSpPr/>
              <p:nvPr/>
            </p:nvSpPr>
            <p:spPr>
              <a:xfrm rot="10800000">
                <a:off x="781874" y="2670184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882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47" name="Google Shape;547;p56"/>
            <p:cNvGrpSpPr/>
            <p:nvPr/>
          </p:nvGrpSpPr>
          <p:grpSpPr>
            <a:xfrm>
              <a:off x="171639" y="3767755"/>
              <a:ext cx="936510" cy="688006"/>
              <a:chOff x="3235964" y="2587955"/>
              <a:chExt cx="936510" cy="688006"/>
            </a:xfrm>
          </p:grpSpPr>
          <p:sp>
            <p:nvSpPr>
              <p:cNvPr id="548" name="Google Shape;548;p56"/>
              <p:cNvSpPr/>
              <p:nvPr/>
            </p:nvSpPr>
            <p:spPr>
              <a:xfrm rot="10800000">
                <a:off x="3647474" y="258795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03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9" name="Google Shape;549;p56"/>
              <p:cNvSpPr/>
              <p:nvPr/>
            </p:nvSpPr>
            <p:spPr>
              <a:xfrm rot="10800000">
                <a:off x="3235964" y="2817861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50" name="Google Shape;550;p56"/>
            <p:cNvGrpSpPr/>
            <p:nvPr/>
          </p:nvGrpSpPr>
          <p:grpSpPr>
            <a:xfrm>
              <a:off x="1108149" y="4146624"/>
              <a:ext cx="1345775" cy="914755"/>
              <a:chOff x="2264799" y="3654374"/>
              <a:chExt cx="1345775" cy="914755"/>
            </a:xfrm>
          </p:grpSpPr>
          <p:sp>
            <p:nvSpPr>
              <p:cNvPr id="551" name="Google Shape;551;p56"/>
              <p:cNvSpPr/>
              <p:nvPr/>
            </p:nvSpPr>
            <p:spPr>
              <a:xfrm rot="10800000">
                <a:off x="3085574" y="3880062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2" name="Google Shape;552;p56"/>
              <p:cNvSpPr/>
              <p:nvPr/>
            </p:nvSpPr>
            <p:spPr>
              <a:xfrm rot="10800000">
                <a:off x="2675936" y="4111029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3" name="Google Shape;553;p56"/>
              <p:cNvSpPr/>
              <p:nvPr/>
            </p:nvSpPr>
            <p:spPr>
              <a:xfrm rot="10800000">
                <a:off x="2674628" y="3654374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882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4" name="Google Shape;554;p56"/>
              <p:cNvSpPr/>
              <p:nvPr/>
            </p:nvSpPr>
            <p:spPr>
              <a:xfrm rot="10800000">
                <a:off x="2264799" y="388410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03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57"/>
          <p:cNvSpPr txBox="1">
            <a:spLocks noGrp="1"/>
          </p:cNvSpPr>
          <p:nvPr>
            <p:ph type="subTitle" idx="1"/>
          </p:nvPr>
        </p:nvSpPr>
        <p:spPr>
          <a:xfrm>
            <a:off x="726651" y="2073001"/>
            <a:ext cx="2209200" cy="6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7" name="Google Shape;557;p57"/>
          <p:cNvSpPr txBox="1">
            <a:spLocks noGrp="1"/>
          </p:cNvSpPr>
          <p:nvPr>
            <p:ph type="subTitle" idx="2"/>
          </p:nvPr>
        </p:nvSpPr>
        <p:spPr>
          <a:xfrm>
            <a:off x="3474109" y="2073001"/>
            <a:ext cx="2209200" cy="6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8" name="Google Shape;558;p57"/>
          <p:cNvSpPr txBox="1">
            <a:spLocks noGrp="1"/>
          </p:cNvSpPr>
          <p:nvPr>
            <p:ph type="subTitle" idx="3"/>
          </p:nvPr>
        </p:nvSpPr>
        <p:spPr>
          <a:xfrm>
            <a:off x="726651" y="3503225"/>
            <a:ext cx="2209200" cy="6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9" name="Google Shape;559;p57"/>
          <p:cNvSpPr txBox="1">
            <a:spLocks noGrp="1"/>
          </p:cNvSpPr>
          <p:nvPr>
            <p:ph type="subTitle" idx="4"/>
          </p:nvPr>
        </p:nvSpPr>
        <p:spPr>
          <a:xfrm>
            <a:off x="3474109" y="3503225"/>
            <a:ext cx="2209200" cy="6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0" name="Google Shape;560;p57"/>
          <p:cNvSpPr txBox="1">
            <a:spLocks noGrp="1"/>
          </p:cNvSpPr>
          <p:nvPr>
            <p:ph type="subTitle" idx="5"/>
          </p:nvPr>
        </p:nvSpPr>
        <p:spPr>
          <a:xfrm>
            <a:off x="6221568" y="2073001"/>
            <a:ext cx="2209200" cy="6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1" name="Google Shape;561;p57"/>
          <p:cNvSpPr txBox="1">
            <a:spLocks noGrp="1"/>
          </p:cNvSpPr>
          <p:nvPr>
            <p:ph type="subTitle" idx="6"/>
          </p:nvPr>
        </p:nvSpPr>
        <p:spPr>
          <a:xfrm>
            <a:off x="6221568" y="3503225"/>
            <a:ext cx="2209200" cy="6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2" name="Google Shape;562;p57"/>
          <p:cNvSpPr txBox="1">
            <a:spLocks noGrp="1"/>
          </p:cNvSpPr>
          <p:nvPr>
            <p:ph type="subTitle" idx="7"/>
          </p:nvPr>
        </p:nvSpPr>
        <p:spPr>
          <a:xfrm>
            <a:off x="730989" y="1656600"/>
            <a:ext cx="22005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563" name="Google Shape;563;p57"/>
          <p:cNvSpPr txBox="1">
            <a:spLocks noGrp="1"/>
          </p:cNvSpPr>
          <p:nvPr>
            <p:ph type="subTitle" idx="8"/>
          </p:nvPr>
        </p:nvSpPr>
        <p:spPr>
          <a:xfrm>
            <a:off x="3478447" y="1656600"/>
            <a:ext cx="22005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564" name="Google Shape;564;p57"/>
          <p:cNvSpPr txBox="1">
            <a:spLocks noGrp="1"/>
          </p:cNvSpPr>
          <p:nvPr>
            <p:ph type="subTitle" idx="9"/>
          </p:nvPr>
        </p:nvSpPr>
        <p:spPr>
          <a:xfrm>
            <a:off x="6225906" y="1656600"/>
            <a:ext cx="22005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565" name="Google Shape;565;p57"/>
          <p:cNvSpPr txBox="1">
            <a:spLocks noGrp="1"/>
          </p:cNvSpPr>
          <p:nvPr>
            <p:ph type="subTitle" idx="13"/>
          </p:nvPr>
        </p:nvSpPr>
        <p:spPr>
          <a:xfrm>
            <a:off x="730989" y="3086800"/>
            <a:ext cx="22005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566" name="Google Shape;566;p57"/>
          <p:cNvSpPr txBox="1">
            <a:spLocks noGrp="1"/>
          </p:cNvSpPr>
          <p:nvPr>
            <p:ph type="subTitle" idx="14"/>
          </p:nvPr>
        </p:nvSpPr>
        <p:spPr>
          <a:xfrm>
            <a:off x="3478447" y="3086800"/>
            <a:ext cx="22005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567" name="Google Shape;567;p57"/>
          <p:cNvSpPr txBox="1">
            <a:spLocks noGrp="1"/>
          </p:cNvSpPr>
          <p:nvPr>
            <p:ph type="subTitle" idx="15"/>
          </p:nvPr>
        </p:nvSpPr>
        <p:spPr>
          <a:xfrm>
            <a:off x="6225906" y="3086800"/>
            <a:ext cx="22005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 b="1"/>
            </a:lvl9pPr>
          </a:lstStyle>
          <a:p>
            <a:endParaRPr/>
          </a:p>
        </p:txBody>
      </p:sp>
      <p:sp>
        <p:nvSpPr>
          <p:cNvPr id="568" name="Google Shape;568;p5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569" name="Google Shape;569;p57"/>
          <p:cNvGrpSpPr/>
          <p:nvPr/>
        </p:nvGrpSpPr>
        <p:grpSpPr>
          <a:xfrm>
            <a:off x="324089" y="4387674"/>
            <a:ext cx="8509210" cy="926987"/>
            <a:chOff x="313264" y="4021024"/>
            <a:chExt cx="8509210" cy="926987"/>
          </a:xfrm>
        </p:grpSpPr>
        <p:grpSp>
          <p:nvGrpSpPr>
            <p:cNvPr id="570" name="Google Shape;570;p57"/>
            <p:cNvGrpSpPr/>
            <p:nvPr/>
          </p:nvGrpSpPr>
          <p:grpSpPr>
            <a:xfrm>
              <a:off x="313264" y="4260005"/>
              <a:ext cx="936510" cy="688006"/>
              <a:chOff x="3235964" y="2587955"/>
              <a:chExt cx="936510" cy="688006"/>
            </a:xfrm>
          </p:grpSpPr>
          <p:sp>
            <p:nvSpPr>
              <p:cNvPr id="571" name="Google Shape;571;p57"/>
              <p:cNvSpPr/>
              <p:nvPr/>
            </p:nvSpPr>
            <p:spPr>
              <a:xfrm rot="10800000">
                <a:off x="3647474" y="258795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03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2" name="Google Shape;572;p57"/>
              <p:cNvSpPr/>
              <p:nvPr/>
            </p:nvSpPr>
            <p:spPr>
              <a:xfrm rot="10800000">
                <a:off x="3235964" y="2817861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73" name="Google Shape;573;p57"/>
            <p:cNvGrpSpPr/>
            <p:nvPr/>
          </p:nvGrpSpPr>
          <p:grpSpPr>
            <a:xfrm>
              <a:off x="7476699" y="4021024"/>
              <a:ext cx="1345775" cy="914755"/>
              <a:chOff x="2264799" y="3654374"/>
              <a:chExt cx="1345775" cy="914755"/>
            </a:xfrm>
          </p:grpSpPr>
          <p:sp>
            <p:nvSpPr>
              <p:cNvPr id="574" name="Google Shape;574;p57"/>
              <p:cNvSpPr/>
              <p:nvPr/>
            </p:nvSpPr>
            <p:spPr>
              <a:xfrm rot="10800000">
                <a:off x="3085574" y="3880062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5" name="Google Shape;575;p57"/>
              <p:cNvSpPr/>
              <p:nvPr/>
            </p:nvSpPr>
            <p:spPr>
              <a:xfrm rot="10800000">
                <a:off x="2675936" y="4111029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6" name="Google Shape;576;p57"/>
              <p:cNvSpPr/>
              <p:nvPr/>
            </p:nvSpPr>
            <p:spPr>
              <a:xfrm rot="10800000">
                <a:off x="2674628" y="3654374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882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7" name="Google Shape;577;p57"/>
              <p:cNvSpPr/>
              <p:nvPr/>
            </p:nvSpPr>
            <p:spPr>
              <a:xfrm rot="10800000">
                <a:off x="2264799" y="388410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03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8">
    <p:spTree>
      <p:nvGrpSpPr>
        <p:cNvPr id="1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9" name="Google Shape;579;p5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80" name="Google Shape;580;p58"/>
          <p:cNvSpPr txBox="1">
            <a:spLocks noGrp="1"/>
          </p:cNvSpPr>
          <p:nvPr>
            <p:ph type="title"/>
          </p:nvPr>
        </p:nvSpPr>
        <p:spPr>
          <a:xfrm>
            <a:off x="2223600" y="638357"/>
            <a:ext cx="4696800" cy="76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l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81" name="Google Shape;581;p58"/>
          <p:cNvSpPr txBox="1">
            <a:spLocks noGrp="1"/>
          </p:cNvSpPr>
          <p:nvPr>
            <p:ph type="subTitle" idx="1"/>
          </p:nvPr>
        </p:nvSpPr>
        <p:spPr>
          <a:xfrm>
            <a:off x="2223600" y="1327275"/>
            <a:ext cx="4696800" cy="40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82" name="Google Shape;582;p58"/>
          <p:cNvSpPr txBox="1">
            <a:spLocks noGrp="1"/>
          </p:cNvSpPr>
          <p:nvPr>
            <p:ph type="title" idx="2"/>
          </p:nvPr>
        </p:nvSpPr>
        <p:spPr>
          <a:xfrm>
            <a:off x="2223600" y="1990612"/>
            <a:ext cx="4696800" cy="76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l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83" name="Google Shape;583;p58"/>
          <p:cNvSpPr txBox="1">
            <a:spLocks noGrp="1"/>
          </p:cNvSpPr>
          <p:nvPr>
            <p:ph type="subTitle" idx="3"/>
          </p:nvPr>
        </p:nvSpPr>
        <p:spPr>
          <a:xfrm>
            <a:off x="2223600" y="2679527"/>
            <a:ext cx="4696800" cy="40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84" name="Google Shape;584;p58"/>
          <p:cNvSpPr txBox="1">
            <a:spLocks noGrp="1"/>
          </p:cNvSpPr>
          <p:nvPr>
            <p:ph type="title" idx="4"/>
          </p:nvPr>
        </p:nvSpPr>
        <p:spPr>
          <a:xfrm>
            <a:off x="2223600" y="3342868"/>
            <a:ext cx="4696800" cy="76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>
                <a:solidFill>
                  <a:schemeClr val="l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85" name="Google Shape;585;p58"/>
          <p:cNvSpPr txBox="1">
            <a:spLocks noGrp="1"/>
          </p:cNvSpPr>
          <p:nvPr>
            <p:ph type="subTitle" idx="5"/>
          </p:nvPr>
        </p:nvSpPr>
        <p:spPr>
          <a:xfrm>
            <a:off x="2223600" y="4031797"/>
            <a:ext cx="4696800" cy="40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grpSp>
        <p:nvGrpSpPr>
          <p:cNvPr id="586" name="Google Shape;586;p58"/>
          <p:cNvGrpSpPr/>
          <p:nvPr/>
        </p:nvGrpSpPr>
        <p:grpSpPr>
          <a:xfrm>
            <a:off x="202374" y="239324"/>
            <a:ext cx="9683050" cy="4722185"/>
            <a:chOff x="202374" y="239324"/>
            <a:chExt cx="9683050" cy="4722185"/>
          </a:xfrm>
        </p:grpSpPr>
        <p:grpSp>
          <p:nvGrpSpPr>
            <p:cNvPr id="587" name="Google Shape;587;p58"/>
            <p:cNvGrpSpPr/>
            <p:nvPr/>
          </p:nvGrpSpPr>
          <p:grpSpPr>
            <a:xfrm>
              <a:off x="7308149" y="3127999"/>
              <a:ext cx="2577275" cy="1833510"/>
              <a:chOff x="781874" y="1294774"/>
              <a:chExt cx="2577275" cy="1833510"/>
            </a:xfrm>
          </p:grpSpPr>
          <p:sp>
            <p:nvSpPr>
              <p:cNvPr id="588" name="Google Shape;588;p58"/>
              <p:cNvSpPr/>
              <p:nvPr/>
            </p:nvSpPr>
            <p:spPr>
              <a:xfrm rot="10800000">
                <a:off x="2834149" y="1520462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9" name="Google Shape;589;p58"/>
              <p:cNvSpPr/>
              <p:nvPr/>
            </p:nvSpPr>
            <p:spPr>
              <a:xfrm rot="10800000">
                <a:off x="2424511" y="1751429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0" name="Google Shape;590;p58"/>
              <p:cNvSpPr/>
              <p:nvPr/>
            </p:nvSpPr>
            <p:spPr>
              <a:xfrm rot="10800000">
                <a:off x="2423203" y="1294774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882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1" name="Google Shape;591;p58"/>
              <p:cNvSpPr/>
              <p:nvPr/>
            </p:nvSpPr>
            <p:spPr>
              <a:xfrm rot="10800000">
                <a:off x="2013374" y="152450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03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2" name="Google Shape;592;p58"/>
              <p:cNvSpPr/>
              <p:nvPr/>
            </p:nvSpPr>
            <p:spPr>
              <a:xfrm rot="10800000">
                <a:off x="1601864" y="1754411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3" name="Google Shape;593;p58"/>
              <p:cNvSpPr/>
              <p:nvPr/>
            </p:nvSpPr>
            <p:spPr>
              <a:xfrm rot="10800000">
                <a:off x="2008925" y="2444203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03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4" name="Google Shape;594;p58"/>
              <p:cNvSpPr/>
              <p:nvPr/>
            </p:nvSpPr>
            <p:spPr>
              <a:xfrm rot="10800000">
                <a:off x="1599288" y="2669819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5" name="Google Shape;595;p58"/>
              <p:cNvSpPr/>
              <p:nvPr/>
            </p:nvSpPr>
            <p:spPr>
              <a:xfrm rot="10800000">
                <a:off x="1599288" y="221185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882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6" name="Google Shape;596;p58"/>
              <p:cNvSpPr/>
              <p:nvPr/>
            </p:nvSpPr>
            <p:spPr>
              <a:xfrm rot="10800000">
                <a:off x="1190767" y="2441586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03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7" name="Google Shape;597;p58"/>
              <p:cNvSpPr/>
              <p:nvPr/>
            </p:nvSpPr>
            <p:spPr>
              <a:xfrm rot="10800000">
                <a:off x="781874" y="2670184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882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98" name="Google Shape;598;p58"/>
            <p:cNvGrpSpPr/>
            <p:nvPr/>
          </p:nvGrpSpPr>
          <p:grpSpPr>
            <a:xfrm>
              <a:off x="7918539" y="1927980"/>
              <a:ext cx="936510" cy="688006"/>
              <a:chOff x="3235964" y="2587955"/>
              <a:chExt cx="936510" cy="688006"/>
            </a:xfrm>
          </p:grpSpPr>
          <p:sp>
            <p:nvSpPr>
              <p:cNvPr id="599" name="Google Shape;599;p58"/>
              <p:cNvSpPr/>
              <p:nvPr/>
            </p:nvSpPr>
            <p:spPr>
              <a:xfrm rot="10800000">
                <a:off x="3647474" y="258795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03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0" name="Google Shape;600;p58"/>
              <p:cNvSpPr/>
              <p:nvPr/>
            </p:nvSpPr>
            <p:spPr>
              <a:xfrm rot="10800000">
                <a:off x="3235964" y="2817861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01" name="Google Shape;601;p58"/>
            <p:cNvGrpSpPr/>
            <p:nvPr/>
          </p:nvGrpSpPr>
          <p:grpSpPr>
            <a:xfrm>
              <a:off x="202378" y="3017522"/>
              <a:ext cx="935946" cy="1829159"/>
              <a:chOff x="4738303" y="2514672"/>
              <a:chExt cx="935946" cy="1829159"/>
            </a:xfrm>
          </p:grpSpPr>
          <p:sp>
            <p:nvSpPr>
              <p:cNvPr id="602" name="Google Shape;602;p58"/>
              <p:cNvSpPr/>
              <p:nvPr/>
            </p:nvSpPr>
            <p:spPr>
              <a:xfrm rot="10800000">
                <a:off x="5149249" y="2740361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3" name="Google Shape;603;p58"/>
              <p:cNvSpPr/>
              <p:nvPr/>
            </p:nvSpPr>
            <p:spPr>
              <a:xfrm rot="10800000">
                <a:off x="4739611" y="2971327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4" name="Google Shape;604;p58"/>
              <p:cNvSpPr/>
              <p:nvPr/>
            </p:nvSpPr>
            <p:spPr>
              <a:xfrm rot="10800000">
                <a:off x="4738303" y="2514672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882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5" name="Google Shape;605;p58"/>
              <p:cNvSpPr/>
              <p:nvPr/>
            </p:nvSpPr>
            <p:spPr>
              <a:xfrm rot="10800000">
                <a:off x="5149225" y="3660116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03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6" name="Google Shape;606;p58"/>
              <p:cNvSpPr/>
              <p:nvPr/>
            </p:nvSpPr>
            <p:spPr>
              <a:xfrm rot="10800000">
                <a:off x="4739588" y="3885731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7" name="Google Shape;607;p58"/>
              <p:cNvSpPr/>
              <p:nvPr/>
            </p:nvSpPr>
            <p:spPr>
              <a:xfrm rot="10800000">
                <a:off x="4739588" y="3427767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882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08" name="Google Shape;608;p58"/>
            <p:cNvGrpSpPr/>
            <p:nvPr/>
          </p:nvGrpSpPr>
          <p:grpSpPr>
            <a:xfrm>
              <a:off x="202374" y="239324"/>
              <a:ext cx="1345775" cy="914755"/>
              <a:chOff x="2264799" y="3654374"/>
              <a:chExt cx="1345775" cy="914755"/>
            </a:xfrm>
          </p:grpSpPr>
          <p:sp>
            <p:nvSpPr>
              <p:cNvPr id="609" name="Google Shape;609;p58"/>
              <p:cNvSpPr/>
              <p:nvPr/>
            </p:nvSpPr>
            <p:spPr>
              <a:xfrm rot="10800000">
                <a:off x="3085574" y="3880062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0" name="Google Shape;610;p58"/>
              <p:cNvSpPr/>
              <p:nvPr/>
            </p:nvSpPr>
            <p:spPr>
              <a:xfrm rot="10800000">
                <a:off x="2675936" y="4111029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1" name="Google Shape;611;p58"/>
              <p:cNvSpPr/>
              <p:nvPr/>
            </p:nvSpPr>
            <p:spPr>
              <a:xfrm rot="10800000">
                <a:off x="2674628" y="3654374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882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2" name="Google Shape;612;p58"/>
              <p:cNvSpPr/>
              <p:nvPr/>
            </p:nvSpPr>
            <p:spPr>
              <a:xfrm rot="10800000">
                <a:off x="2264799" y="388410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03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CUSTOM_8_1">
    <p:spTree>
      <p:nvGrpSpPr>
        <p:cNvPr id="1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59"/>
          <p:cNvSpPr txBox="1">
            <a:spLocks noGrp="1"/>
          </p:cNvSpPr>
          <p:nvPr>
            <p:ph type="title"/>
          </p:nvPr>
        </p:nvSpPr>
        <p:spPr>
          <a:xfrm>
            <a:off x="1147374" y="1581150"/>
            <a:ext cx="1544100" cy="4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2400">
                <a:solidFill>
                  <a:schemeClr val="l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15" name="Google Shape;615;p59"/>
          <p:cNvSpPr txBox="1">
            <a:spLocks noGrp="1"/>
          </p:cNvSpPr>
          <p:nvPr>
            <p:ph type="subTitle" idx="1"/>
          </p:nvPr>
        </p:nvSpPr>
        <p:spPr>
          <a:xfrm>
            <a:off x="720043" y="3248175"/>
            <a:ext cx="2398800" cy="88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616" name="Google Shape;616;p59"/>
          <p:cNvSpPr txBox="1">
            <a:spLocks noGrp="1"/>
          </p:cNvSpPr>
          <p:nvPr>
            <p:ph type="subTitle" idx="2"/>
          </p:nvPr>
        </p:nvSpPr>
        <p:spPr>
          <a:xfrm>
            <a:off x="720043" y="2751150"/>
            <a:ext cx="2398800" cy="50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617" name="Google Shape;617;p59"/>
          <p:cNvSpPr txBox="1">
            <a:spLocks noGrp="1"/>
          </p:cNvSpPr>
          <p:nvPr>
            <p:ph type="title" idx="3"/>
          </p:nvPr>
        </p:nvSpPr>
        <p:spPr>
          <a:xfrm>
            <a:off x="3800538" y="1581150"/>
            <a:ext cx="1542600" cy="4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2400">
                <a:solidFill>
                  <a:schemeClr val="l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18" name="Google Shape;618;p59"/>
          <p:cNvSpPr txBox="1">
            <a:spLocks noGrp="1"/>
          </p:cNvSpPr>
          <p:nvPr>
            <p:ph type="subTitle" idx="4"/>
          </p:nvPr>
        </p:nvSpPr>
        <p:spPr>
          <a:xfrm>
            <a:off x="3372600" y="3248175"/>
            <a:ext cx="2398800" cy="88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619" name="Google Shape;619;p59"/>
          <p:cNvSpPr txBox="1">
            <a:spLocks noGrp="1"/>
          </p:cNvSpPr>
          <p:nvPr>
            <p:ph type="subTitle" idx="5"/>
          </p:nvPr>
        </p:nvSpPr>
        <p:spPr>
          <a:xfrm>
            <a:off x="3372600" y="2751150"/>
            <a:ext cx="2398800" cy="50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620" name="Google Shape;620;p59"/>
          <p:cNvSpPr txBox="1">
            <a:spLocks noGrp="1"/>
          </p:cNvSpPr>
          <p:nvPr>
            <p:ph type="title" idx="6"/>
          </p:nvPr>
        </p:nvSpPr>
        <p:spPr>
          <a:xfrm>
            <a:off x="6450528" y="1581150"/>
            <a:ext cx="1542600" cy="4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2400">
                <a:solidFill>
                  <a:schemeClr val="l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21" name="Google Shape;621;p59"/>
          <p:cNvSpPr txBox="1">
            <a:spLocks noGrp="1"/>
          </p:cNvSpPr>
          <p:nvPr>
            <p:ph type="subTitle" idx="7"/>
          </p:nvPr>
        </p:nvSpPr>
        <p:spPr>
          <a:xfrm>
            <a:off x="6025157" y="3248175"/>
            <a:ext cx="2398800" cy="88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622" name="Google Shape;622;p59"/>
          <p:cNvSpPr txBox="1">
            <a:spLocks noGrp="1"/>
          </p:cNvSpPr>
          <p:nvPr>
            <p:ph type="subTitle" idx="8"/>
          </p:nvPr>
        </p:nvSpPr>
        <p:spPr>
          <a:xfrm>
            <a:off x="6025157" y="2751150"/>
            <a:ext cx="2398800" cy="50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623" name="Google Shape;623;p59"/>
          <p:cNvSpPr txBox="1">
            <a:spLocks noGrp="1"/>
          </p:cNvSpPr>
          <p:nvPr>
            <p:ph type="title" idx="9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624" name="Google Shape;624;p59"/>
          <p:cNvGrpSpPr/>
          <p:nvPr/>
        </p:nvGrpSpPr>
        <p:grpSpPr>
          <a:xfrm>
            <a:off x="-184236" y="1886080"/>
            <a:ext cx="9122035" cy="4187626"/>
            <a:chOff x="-223286" y="1666105"/>
            <a:chExt cx="9122035" cy="4187626"/>
          </a:xfrm>
        </p:grpSpPr>
        <p:grpSp>
          <p:nvGrpSpPr>
            <p:cNvPr id="625" name="Google Shape;625;p59"/>
            <p:cNvGrpSpPr/>
            <p:nvPr/>
          </p:nvGrpSpPr>
          <p:grpSpPr>
            <a:xfrm>
              <a:off x="-223286" y="1666105"/>
              <a:ext cx="936510" cy="688006"/>
              <a:chOff x="3235964" y="2587955"/>
              <a:chExt cx="936510" cy="688006"/>
            </a:xfrm>
          </p:grpSpPr>
          <p:sp>
            <p:nvSpPr>
              <p:cNvPr id="626" name="Google Shape;626;p59"/>
              <p:cNvSpPr/>
              <p:nvPr/>
            </p:nvSpPr>
            <p:spPr>
              <a:xfrm rot="10800000">
                <a:off x="3647474" y="258795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03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7" name="Google Shape;627;p59"/>
              <p:cNvSpPr/>
              <p:nvPr/>
            </p:nvSpPr>
            <p:spPr>
              <a:xfrm rot="10800000">
                <a:off x="3235964" y="2817861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28" name="Google Shape;628;p59"/>
            <p:cNvGrpSpPr/>
            <p:nvPr/>
          </p:nvGrpSpPr>
          <p:grpSpPr>
            <a:xfrm>
              <a:off x="7962803" y="4019849"/>
              <a:ext cx="935946" cy="1833882"/>
              <a:chOff x="4738303" y="2509949"/>
              <a:chExt cx="935946" cy="1833882"/>
            </a:xfrm>
          </p:grpSpPr>
          <p:sp>
            <p:nvSpPr>
              <p:cNvPr id="629" name="Google Shape;629;p59"/>
              <p:cNvSpPr/>
              <p:nvPr/>
            </p:nvSpPr>
            <p:spPr>
              <a:xfrm rot="10800000">
                <a:off x="5149249" y="2735637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0" name="Google Shape;630;p59"/>
              <p:cNvSpPr/>
              <p:nvPr/>
            </p:nvSpPr>
            <p:spPr>
              <a:xfrm rot="10800000">
                <a:off x="4739611" y="2966604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1" name="Google Shape;631;p59"/>
              <p:cNvSpPr/>
              <p:nvPr/>
            </p:nvSpPr>
            <p:spPr>
              <a:xfrm rot="10800000">
                <a:off x="4738303" y="2509949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882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2" name="Google Shape;632;p59"/>
              <p:cNvSpPr/>
              <p:nvPr/>
            </p:nvSpPr>
            <p:spPr>
              <a:xfrm rot="10800000">
                <a:off x="5149225" y="3660116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03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3" name="Google Shape;633;p59"/>
              <p:cNvSpPr/>
              <p:nvPr/>
            </p:nvSpPr>
            <p:spPr>
              <a:xfrm rot="10800000">
                <a:off x="4739588" y="3885731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4" name="Google Shape;634;p59"/>
              <p:cNvSpPr/>
              <p:nvPr/>
            </p:nvSpPr>
            <p:spPr>
              <a:xfrm rot="10800000">
                <a:off x="4739588" y="3427767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882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spTree>
      <p:nvGrpSpPr>
        <p:cNvPr id="1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6" name="Google Shape;636;p6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37" name="Google Shape;637;p60"/>
          <p:cNvSpPr txBox="1">
            <a:spLocks noGrp="1"/>
          </p:cNvSpPr>
          <p:nvPr>
            <p:ph type="title"/>
          </p:nvPr>
        </p:nvSpPr>
        <p:spPr>
          <a:xfrm>
            <a:off x="2347938" y="538472"/>
            <a:ext cx="4448100" cy="10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638" name="Google Shape;638;p60"/>
          <p:cNvSpPr txBox="1">
            <a:spLocks noGrp="1"/>
          </p:cNvSpPr>
          <p:nvPr>
            <p:ph type="subTitle" idx="1"/>
          </p:nvPr>
        </p:nvSpPr>
        <p:spPr>
          <a:xfrm>
            <a:off x="2347900" y="1841450"/>
            <a:ext cx="4448100" cy="10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9" name="Google Shape;639;p60"/>
          <p:cNvSpPr txBox="1"/>
          <p:nvPr/>
        </p:nvSpPr>
        <p:spPr>
          <a:xfrm>
            <a:off x="1897650" y="3611950"/>
            <a:ext cx="5348700" cy="5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CREDITS:</a:t>
            </a:r>
            <a:r>
              <a:rPr lang="en" sz="12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This presentation template was created by </a:t>
            </a:r>
            <a:r>
              <a:rPr lang="en" sz="1200" b="1" i="0" u="sng" strike="noStrike" cap="none">
                <a:solidFill>
                  <a:schemeClr val="hlink"/>
                </a:solidFill>
                <a:latin typeface="Poppins"/>
                <a:ea typeface="Poppins"/>
                <a:cs typeface="Poppins"/>
                <a:sym typeface="Poppins"/>
                <a:hlinkClick r:id="rId3"/>
              </a:rPr>
              <a:t>Slidesgo</a:t>
            </a:r>
            <a:r>
              <a:rPr lang="en" sz="12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and includes icons by </a:t>
            </a:r>
            <a:r>
              <a:rPr lang="en" sz="1200" b="1" i="0" u="sng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and infographics &amp; images by </a:t>
            </a:r>
            <a:r>
              <a:rPr lang="en" sz="1200" b="1" i="0" u="sng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200" b="0" i="0" u="sng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200" b="1" i="0" u="sng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640" name="Google Shape;640;p60"/>
          <p:cNvGrpSpPr/>
          <p:nvPr/>
        </p:nvGrpSpPr>
        <p:grpSpPr>
          <a:xfrm>
            <a:off x="202378" y="1912824"/>
            <a:ext cx="9621246" cy="3038210"/>
            <a:chOff x="202378" y="1912824"/>
            <a:chExt cx="9621246" cy="3038210"/>
          </a:xfrm>
        </p:grpSpPr>
        <p:grpSp>
          <p:nvGrpSpPr>
            <p:cNvPr id="641" name="Google Shape;641;p60"/>
            <p:cNvGrpSpPr/>
            <p:nvPr/>
          </p:nvGrpSpPr>
          <p:grpSpPr>
            <a:xfrm>
              <a:off x="7246349" y="3117524"/>
              <a:ext cx="2577275" cy="1833510"/>
              <a:chOff x="781874" y="1294774"/>
              <a:chExt cx="2577275" cy="1833510"/>
            </a:xfrm>
          </p:grpSpPr>
          <p:sp>
            <p:nvSpPr>
              <p:cNvPr id="642" name="Google Shape;642;p60"/>
              <p:cNvSpPr/>
              <p:nvPr/>
            </p:nvSpPr>
            <p:spPr>
              <a:xfrm rot="10800000">
                <a:off x="2834149" y="1520462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3" name="Google Shape;643;p60"/>
              <p:cNvSpPr/>
              <p:nvPr/>
            </p:nvSpPr>
            <p:spPr>
              <a:xfrm rot="10800000">
                <a:off x="2424511" y="1751429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4" name="Google Shape;644;p60"/>
              <p:cNvSpPr/>
              <p:nvPr/>
            </p:nvSpPr>
            <p:spPr>
              <a:xfrm rot="10800000">
                <a:off x="2423203" y="1294774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882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5" name="Google Shape;645;p60"/>
              <p:cNvSpPr/>
              <p:nvPr/>
            </p:nvSpPr>
            <p:spPr>
              <a:xfrm rot="10800000">
                <a:off x="2013374" y="152450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03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6" name="Google Shape;646;p60"/>
              <p:cNvSpPr/>
              <p:nvPr/>
            </p:nvSpPr>
            <p:spPr>
              <a:xfrm rot="10800000">
                <a:off x="1601864" y="1754411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7" name="Google Shape;647;p60"/>
              <p:cNvSpPr/>
              <p:nvPr/>
            </p:nvSpPr>
            <p:spPr>
              <a:xfrm rot="10800000">
                <a:off x="2008925" y="2444203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03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8" name="Google Shape;648;p60"/>
              <p:cNvSpPr/>
              <p:nvPr/>
            </p:nvSpPr>
            <p:spPr>
              <a:xfrm rot="10800000">
                <a:off x="1599288" y="2669819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9" name="Google Shape;649;p60"/>
              <p:cNvSpPr/>
              <p:nvPr/>
            </p:nvSpPr>
            <p:spPr>
              <a:xfrm rot="10800000">
                <a:off x="1599288" y="221185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882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0" name="Google Shape;650;p60"/>
              <p:cNvSpPr/>
              <p:nvPr/>
            </p:nvSpPr>
            <p:spPr>
              <a:xfrm rot="10800000">
                <a:off x="1190767" y="2441586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03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1" name="Google Shape;651;p60"/>
              <p:cNvSpPr/>
              <p:nvPr/>
            </p:nvSpPr>
            <p:spPr>
              <a:xfrm rot="10800000">
                <a:off x="781874" y="2670184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882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52" name="Google Shape;652;p60"/>
            <p:cNvGrpSpPr/>
            <p:nvPr/>
          </p:nvGrpSpPr>
          <p:grpSpPr>
            <a:xfrm>
              <a:off x="202378" y="1912824"/>
              <a:ext cx="935946" cy="1833882"/>
              <a:chOff x="4738303" y="2509949"/>
              <a:chExt cx="935946" cy="1833882"/>
            </a:xfrm>
          </p:grpSpPr>
          <p:sp>
            <p:nvSpPr>
              <p:cNvPr id="653" name="Google Shape;653;p60"/>
              <p:cNvSpPr/>
              <p:nvPr/>
            </p:nvSpPr>
            <p:spPr>
              <a:xfrm rot="10800000">
                <a:off x="5149249" y="2735637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4" name="Google Shape;654;p60"/>
              <p:cNvSpPr/>
              <p:nvPr/>
            </p:nvSpPr>
            <p:spPr>
              <a:xfrm rot="10800000">
                <a:off x="4739611" y="2966604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5" name="Google Shape;655;p60"/>
              <p:cNvSpPr/>
              <p:nvPr/>
            </p:nvSpPr>
            <p:spPr>
              <a:xfrm rot="10800000">
                <a:off x="4738303" y="2509949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882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6" name="Google Shape;656;p60"/>
              <p:cNvSpPr/>
              <p:nvPr/>
            </p:nvSpPr>
            <p:spPr>
              <a:xfrm rot="10800000">
                <a:off x="5149225" y="3660116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03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7" name="Google Shape;657;p60"/>
              <p:cNvSpPr/>
              <p:nvPr/>
            </p:nvSpPr>
            <p:spPr>
              <a:xfrm rot="10800000">
                <a:off x="4739588" y="3885731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8" name="Google Shape;658;p60"/>
              <p:cNvSpPr/>
              <p:nvPr/>
            </p:nvSpPr>
            <p:spPr>
              <a:xfrm rot="10800000">
                <a:off x="4739588" y="3427767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882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0" name="Google Shape;660;p6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61" name="Google Shape;661;p61"/>
          <p:cNvGrpSpPr/>
          <p:nvPr/>
        </p:nvGrpSpPr>
        <p:grpSpPr>
          <a:xfrm>
            <a:off x="-234251" y="-297501"/>
            <a:ext cx="9082600" cy="5165107"/>
            <a:chOff x="-234251" y="-297501"/>
            <a:chExt cx="9082600" cy="5165107"/>
          </a:xfrm>
        </p:grpSpPr>
        <p:grpSp>
          <p:nvGrpSpPr>
            <p:cNvPr id="662" name="Google Shape;662;p61"/>
            <p:cNvGrpSpPr/>
            <p:nvPr/>
          </p:nvGrpSpPr>
          <p:grpSpPr>
            <a:xfrm>
              <a:off x="-234251" y="-297501"/>
              <a:ext cx="2577275" cy="1833510"/>
              <a:chOff x="781874" y="1294774"/>
              <a:chExt cx="2577275" cy="1833510"/>
            </a:xfrm>
          </p:grpSpPr>
          <p:sp>
            <p:nvSpPr>
              <p:cNvPr id="663" name="Google Shape;663;p61"/>
              <p:cNvSpPr/>
              <p:nvPr/>
            </p:nvSpPr>
            <p:spPr>
              <a:xfrm rot="10800000">
                <a:off x="2834149" y="1520462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4" name="Google Shape;664;p61"/>
              <p:cNvSpPr/>
              <p:nvPr/>
            </p:nvSpPr>
            <p:spPr>
              <a:xfrm rot="10800000">
                <a:off x="2424511" y="1751429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5" name="Google Shape;665;p61"/>
              <p:cNvSpPr/>
              <p:nvPr/>
            </p:nvSpPr>
            <p:spPr>
              <a:xfrm rot="10800000">
                <a:off x="2423203" y="1294774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882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6" name="Google Shape;666;p61"/>
              <p:cNvSpPr/>
              <p:nvPr/>
            </p:nvSpPr>
            <p:spPr>
              <a:xfrm rot="10800000">
                <a:off x="2013374" y="152450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03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7" name="Google Shape;667;p61"/>
              <p:cNvSpPr/>
              <p:nvPr/>
            </p:nvSpPr>
            <p:spPr>
              <a:xfrm rot="10800000">
                <a:off x="1601864" y="1754411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8" name="Google Shape;668;p61"/>
              <p:cNvSpPr/>
              <p:nvPr/>
            </p:nvSpPr>
            <p:spPr>
              <a:xfrm rot="10800000">
                <a:off x="2008925" y="2444203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03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9" name="Google Shape;669;p61"/>
              <p:cNvSpPr/>
              <p:nvPr/>
            </p:nvSpPr>
            <p:spPr>
              <a:xfrm rot="10800000">
                <a:off x="1599288" y="2669819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0" name="Google Shape;670;p61"/>
              <p:cNvSpPr/>
              <p:nvPr/>
            </p:nvSpPr>
            <p:spPr>
              <a:xfrm rot="10800000">
                <a:off x="1599288" y="221185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882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1" name="Google Shape;671;p61"/>
              <p:cNvSpPr/>
              <p:nvPr/>
            </p:nvSpPr>
            <p:spPr>
              <a:xfrm rot="10800000">
                <a:off x="1190767" y="2441586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03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2" name="Google Shape;672;p61"/>
              <p:cNvSpPr/>
              <p:nvPr/>
            </p:nvSpPr>
            <p:spPr>
              <a:xfrm rot="10800000">
                <a:off x="781874" y="2670184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882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73" name="Google Shape;673;p61"/>
            <p:cNvGrpSpPr/>
            <p:nvPr/>
          </p:nvGrpSpPr>
          <p:grpSpPr>
            <a:xfrm>
              <a:off x="7866164" y="275255"/>
              <a:ext cx="936510" cy="688006"/>
              <a:chOff x="3235964" y="2587955"/>
              <a:chExt cx="936510" cy="688006"/>
            </a:xfrm>
          </p:grpSpPr>
          <p:sp>
            <p:nvSpPr>
              <p:cNvPr id="674" name="Google Shape;674;p61"/>
              <p:cNvSpPr/>
              <p:nvPr/>
            </p:nvSpPr>
            <p:spPr>
              <a:xfrm rot="10800000">
                <a:off x="3647474" y="258795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03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5" name="Google Shape;675;p61"/>
              <p:cNvSpPr/>
              <p:nvPr/>
            </p:nvSpPr>
            <p:spPr>
              <a:xfrm rot="10800000">
                <a:off x="3235964" y="2817861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76" name="Google Shape;676;p61"/>
            <p:cNvGrpSpPr/>
            <p:nvPr/>
          </p:nvGrpSpPr>
          <p:grpSpPr>
            <a:xfrm>
              <a:off x="7912403" y="3038447"/>
              <a:ext cx="935946" cy="1829159"/>
              <a:chOff x="4738303" y="2514672"/>
              <a:chExt cx="935946" cy="1829159"/>
            </a:xfrm>
          </p:grpSpPr>
          <p:sp>
            <p:nvSpPr>
              <p:cNvPr id="677" name="Google Shape;677;p61"/>
              <p:cNvSpPr/>
              <p:nvPr/>
            </p:nvSpPr>
            <p:spPr>
              <a:xfrm rot="10800000">
                <a:off x="5149249" y="2740361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8" name="Google Shape;678;p61"/>
              <p:cNvSpPr/>
              <p:nvPr/>
            </p:nvSpPr>
            <p:spPr>
              <a:xfrm rot="10800000">
                <a:off x="4739611" y="2971327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9" name="Google Shape;679;p61"/>
              <p:cNvSpPr/>
              <p:nvPr/>
            </p:nvSpPr>
            <p:spPr>
              <a:xfrm rot="10800000">
                <a:off x="4738303" y="2514672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882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0" name="Google Shape;680;p61"/>
              <p:cNvSpPr/>
              <p:nvPr/>
            </p:nvSpPr>
            <p:spPr>
              <a:xfrm rot="10800000">
                <a:off x="5149225" y="3660116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03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1" name="Google Shape;681;p61"/>
              <p:cNvSpPr/>
              <p:nvPr/>
            </p:nvSpPr>
            <p:spPr>
              <a:xfrm rot="10800000">
                <a:off x="4739588" y="3885731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2" name="Google Shape;682;p61"/>
              <p:cNvSpPr/>
              <p:nvPr/>
            </p:nvSpPr>
            <p:spPr>
              <a:xfrm rot="10800000">
                <a:off x="4739588" y="3427767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882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83" name="Google Shape;683;p61"/>
            <p:cNvGrpSpPr/>
            <p:nvPr/>
          </p:nvGrpSpPr>
          <p:grpSpPr>
            <a:xfrm>
              <a:off x="381499" y="3884824"/>
              <a:ext cx="1345775" cy="914755"/>
              <a:chOff x="2264799" y="3654374"/>
              <a:chExt cx="1345775" cy="914755"/>
            </a:xfrm>
          </p:grpSpPr>
          <p:sp>
            <p:nvSpPr>
              <p:cNvPr id="684" name="Google Shape;684;p61"/>
              <p:cNvSpPr/>
              <p:nvPr/>
            </p:nvSpPr>
            <p:spPr>
              <a:xfrm rot="10800000">
                <a:off x="3085574" y="3880062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5" name="Google Shape;685;p61"/>
              <p:cNvSpPr/>
              <p:nvPr/>
            </p:nvSpPr>
            <p:spPr>
              <a:xfrm rot="10800000">
                <a:off x="2675936" y="4111029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6" name="Google Shape;686;p61"/>
              <p:cNvSpPr/>
              <p:nvPr/>
            </p:nvSpPr>
            <p:spPr>
              <a:xfrm rot="10800000">
                <a:off x="2674628" y="3654374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882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7" name="Google Shape;687;p61"/>
              <p:cNvSpPr/>
              <p:nvPr/>
            </p:nvSpPr>
            <p:spPr>
              <a:xfrm rot="10800000">
                <a:off x="2264799" y="388410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03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9" name="Google Shape;689;p62"/>
          <p:cNvGrpSpPr/>
          <p:nvPr/>
        </p:nvGrpSpPr>
        <p:grpSpPr>
          <a:xfrm>
            <a:off x="159224" y="251905"/>
            <a:ext cx="8751975" cy="4709604"/>
            <a:chOff x="159224" y="251905"/>
            <a:chExt cx="8751975" cy="4709604"/>
          </a:xfrm>
        </p:grpSpPr>
        <p:grpSp>
          <p:nvGrpSpPr>
            <p:cNvPr id="690" name="Google Shape;690;p62"/>
            <p:cNvGrpSpPr/>
            <p:nvPr/>
          </p:nvGrpSpPr>
          <p:grpSpPr>
            <a:xfrm>
              <a:off x="6333924" y="3127999"/>
              <a:ext cx="2577275" cy="1833510"/>
              <a:chOff x="781874" y="1294774"/>
              <a:chExt cx="2577275" cy="1833510"/>
            </a:xfrm>
          </p:grpSpPr>
          <p:sp>
            <p:nvSpPr>
              <p:cNvPr id="691" name="Google Shape;691;p62"/>
              <p:cNvSpPr/>
              <p:nvPr/>
            </p:nvSpPr>
            <p:spPr>
              <a:xfrm rot="10800000">
                <a:off x="2834149" y="1520462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2" name="Google Shape;692;p62"/>
              <p:cNvSpPr/>
              <p:nvPr/>
            </p:nvSpPr>
            <p:spPr>
              <a:xfrm rot="10800000">
                <a:off x="2424511" y="1751429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3" name="Google Shape;693;p62"/>
              <p:cNvSpPr/>
              <p:nvPr/>
            </p:nvSpPr>
            <p:spPr>
              <a:xfrm rot="10800000">
                <a:off x="2423203" y="1294774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882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4" name="Google Shape;694;p62"/>
              <p:cNvSpPr/>
              <p:nvPr/>
            </p:nvSpPr>
            <p:spPr>
              <a:xfrm rot="10800000">
                <a:off x="2013374" y="152450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03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5" name="Google Shape;695;p62"/>
              <p:cNvSpPr/>
              <p:nvPr/>
            </p:nvSpPr>
            <p:spPr>
              <a:xfrm rot="10800000">
                <a:off x="1601864" y="1754411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6" name="Google Shape;696;p62"/>
              <p:cNvSpPr/>
              <p:nvPr/>
            </p:nvSpPr>
            <p:spPr>
              <a:xfrm rot="10800000">
                <a:off x="2008925" y="2444203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03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7" name="Google Shape;697;p62"/>
              <p:cNvSpPr/>
              <p:nvPr/>
            </p:nvSpPr>
            <p:spPr>
              <a:xfrm rot="10800000">
                <a:off x="1599288" y="2669819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8" name="Google Shape;698;p62"/>
              <p:cNvSpPr/>
              <p:nvPr/>
            </p:nvSpPr>
            <p:spPr>
              <a:xfrm rot="10800000">
                <a:off x="1599288" y="221185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882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9" name="Google Shape;699;p62"/>
              <p:cNvSpPr/>
              <p:nvPr/>
            </p:nvSpPr>
            <p:spPr>
              <a:xfrm rot="10800000">
                <a:off x="1190767" y="2441586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03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0" name="Google Shape;700;p62"/>
              <p:cNvSpPr/>
              <p:nvPr/>
            </p:nvSpPr>
            <p:spPr>
              <a:xfrm rot="10800000">
                <a:off x="781874" y="2670184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882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01" name="Google Shape;701;p62"/>
            <p:cNvGrpSpPr/>
            <p:nvPr/>
          </p:nvGrpSpPr>
          <p:grpSpPr>
            <a:xfrm>
              <a:off x="1580814" y="251905"/>
              <a:ext cx="936510" cy="688006"/>
              <a:chOff x="3235964" y="2587955"/>
              <a:chExt cx="936510" cy="688006"/>
            </a:xfrm>
          </p:grpSpPr>
          <p:sp>
            <p:nvSpPr>
              <p:cNvPr id="702" name="Google Shape;702;p62"/>
              <p:cNvSpPr/>
              <p:nvPr/>
            </p:nvSpPr>
            <p:spPr>
              <a:xfrm rot="10800000">
                <a:off x="3647474" y="258795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03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3" name="Google Shape;703;p62"/>
              <p:cNvSpPr/>
              <p:nvPr/>
            </p:nvSpPr>
            <p:spPr>
              <a:xfrm rot="10800000">
                <a:off x="3235964" y="2817861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04" name="Google Shape;704;p62"/>
            <p:cNvGrpSpPr/>
            <p:nvPr/>
          </p:nvGrpSpPr>
          <p:grpSpPr>
            <a:xfrm>
              <a:off x="307128" y="346247"/>
              <a:ext cx="935946" cy="1829159"/>
              <a:chOff x="4738303" y="2514672"/>
              <a:chExt cx="935946" cy="1829159"/>
            </a:xfrm>
          </p:grpSpPr>
          <p:sp>
            <p:nvSpPr>
              <p:cNvPr id="705" name="Google Shape;705;p62"/>
              <p:cNvSpPr/>
              <p:nvPr/>
            </p:nvSpPr>
            <p:spPr>
              <a:xfrm rot="10800000">
                <a:off x="5149249" y="2740361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6" name="Google Shape;706;p62"/>
              <p:cNvSpPr/>
              <p:nvPr/>
            </p:nvSpPr>
            <p:spPr>
              <a:xfrm rot="10800000">
                <a:off x="4739611" y="2971327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7" name="Google Shape;707;p62"/>
              <p:cNvSpPr/>
              <p:nvPr/>
            </p:nvSpPr>
            <p:spPr>
              <a:xfrm rot="10800000">
                <a:off x="4738303" y="2514672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882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8" name="Google Shape;708;p62"/>
              <p:cNvSpPr/>
              <p:nvPr/>
            </p:nvSpPr>
            <p:spPr>
              <a:xfrm rot="10800000">
                <a:off x="5149225" y="3660116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03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9" name="Google Shape;709;p62"/>
              <p:cNvSpPr/>
              <p:nvPr/>
            </p:nvSpPr>
            <p:spPr>
              <a:xfrm rot="10800000">
                <a:off x="4739588" y="3885731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0" name="Google Shape;710;p62"/>
              <p:cNvSpPr/>
              <p:nvPr/>
            </p:nvSpPr>
            <p:spPr>
              <a:xfrm rot="10800000">
                <a:off x="4739588" y="3427767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882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11" name="Google Shape;711;p62"/>
            <p:cNvGrpSpPr/>
            <p:nvPr/>
          </p:nvGrpSpPr>
          <p:grpSpPr>
            <a:xfrm>
              <a:off x="159224" y="2418249"/>
              <a:ext cx="1345775" cy="914755"/>
              <a:chOff x="2264799" y="3654374"/>
              <a:chExt cx="1345775" cy="914755"/>
            </a:xfrm>
          </p:grpSpPr>
          <p:sp>
            <p:nvSpPr>
              <p:cNvPr id="712" name="Google Shape;712;p62"/>
              <p:cNvSpPr/>
              <p:nvPr/>
            </p:nvSpPr>
            <p:spPr>
              <a:xfrm rot="10800000">
                <a:off x="3085574" y="3880062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3" name="Google Shape;713;p62"/>
              <p:cNvSpPr/>
              <p:nvPr/>
            </p:nvSpPr>
            <p:spPr>
              <a:xfrm rot="10800000">
                <a:off x="2675936" y="4111029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14901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4" name="Google Shape;714;p62"/>
              <p:cNvSpPr/>
              <p:nvPr/>
            </p:nvSpPr>
            <p:spPr>
              <a:xfrm rot="10800000">
                <a:off x="2674628" y="3654374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25882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5" name="Google Shape;715;p62"/>
              <p:cNvSpPr/>
              <p:nvPr/>
            </p:nvSpPr>
            <p:spPr>
              <a:xfrm rot="10800000">
                <a:off x="2264799" y="3884105"/>
                <a:ext cx="525000" cy="45810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FFFF">
                  <a:alpha val="5803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0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Poppins"/>
              <a:buNone/>
              <a:defRPr sz="35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7" name="Google Shape;7;p30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9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1"/>
          <p:cNvSpPr txBox="1"/>
          <p:nvPr/>
        </p:nvSpPr>
        <p:spPr>
          <a:xfrm>
            <a:off x="846900" y="1098283"/>
            <a:ext cx="7584000" cy="22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</a:pPr>
            <a:r>
              <a:rPr lang="en" sz="57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Introduction to Data Science </a:t>
            </a:r>
            <a:endParaRPr sz="5700" b="1" i="0" u="none" strike="noStrike" cap="non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 b="0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Lesson 5</a:t>
            </a:r>
            <a:endParaRPr sz="2000" b="0" i="0" u="none" strike="noStrike" cap="non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21" name="Google Shape;721;p1"/>
          <p:cNvSpPr txBox="1"/>
          <p:nvPr/>
        </p:nvSpPr>
        <p:spPr>
          <a:xfrm>
            <a:off x="846900" y="3880738"/>
            <a:ext cx="4528800" cy="4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Prof. Hugo Hernandez</a:t>
            </a:r>
            <a:endParaRPr sz="1300" b="0" i="0" u="none" strike="noStrike" cap="non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" sz="1300" b="0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Prof. </a:t>
            </a:r>
            <a:r>
              <a:rPr lang="en" sz="13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Giorgio Cunto</a:t>
            </a:r>
            <a:endParaRPr sz="1300" b="0" i="0" u="none" strike="noStrike" cap="non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722" name="Google Shape;722;p1"/>
          <p:cNvCxnSpPr/>
          <p:nvPr/>
        </p:nvCxnSpPr>
        <p:spPr>
          <a:xfrm>
            <a:off x="953922" y="3527687"/>
            <a:ext cx="931200" cy="0"/>
          </a:xfrm>
          <a:prstGeom prst="straightConnector1">
            <a:avLst/>
          </a:prstGeom>
          <a:noFill/>
          <a:ln w="76200" cap="flat" cmpd="sng">
            <a:solidFill>
              <a:srgbClr val="00DFD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23" name="Google Shape;723;p1"/>
          <p:cNvSpPr/>
          <p:nvPr/>
        </p:nvSpPr>
        <p:spPr>
          <a:xfrm>
            <a:off x="5684700" y="159575"/>
            <a:ext cx="3307200" cy="648300"/>
          </a:xfrm>
          <a:prstGeom prst="rect">
            <a:avLst/>
          </a:prstGeom>
          <a:solidFill>
            <a:srgbClr val="F8FAFB"/>
          </a:solidFill>
          <a:ln w="9525" cap="flat" cmpd="sng">
            <a:solidFill>
              <a:srgbClr val="0A24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24" name="Google Shape;724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664000" y="127545"/>
            <a:ext cx="3318349" cy="680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2"/>
          <p:cNvSpPr txBox="1">
            <a:spLocks noGrp="1"/>
          </p:cNvSpPr>
          <p:nvPr>
            <p:ph type="title"/>
          </p:nvPr>
        </p:nvSpPr>
        <p:spPr>
          <a:xfrm>
            <a:off x="444450" y="924225"/>
            <a:ext cx="7885500" cy="9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/>
              <a:t>Data handling in R</a:t>
            </a:r>
            <a:endParaRPr/>
          </a:p>
        </p:txBody>
      </p:sp>
      <p:cxnSp>
        <p:nvCxnSpPr>
          <p:cNvPr id="730" name="Google Shape;730;p2"/>
          <p:cNvCxnSpPr/>
          <p:nvPr/>
        </p:nvCxnSpPr>
        <p:spPr>
          <a:xfrm>
            <a:off x="568129" y="1844327"/>
            <a:ext cx="931200" cy="0"/>
          </a:xfrm>
          <a:prstGeom prst="straightConnector1">
            <a:avLst/>
          </a:prstGeom>
          <a:noFill/>
          <a:ln w="762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31" name="Google Shape;731;p2"/>
          <p:cNvSpPr txBox="1">
            <a:spLocks noGrp="1"/>
          </p:cNvSpPr>
          <p:nvPr>
            <p:ph type="title"/>
          </p:nvPr>
        </p:nvSpPr>
        <p:spPr>
          <a:xfrm>
            <a:off x="444450" y="437925"/>
            <a:ext cx="8255100" cy="7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3000" b="0"/>
              <a:t>Module III</a:t>
            </a:r>
            <a:endParaRPr sz="3000" b="0"/>
          </a:p>
        </p:txBody>
      </p:sp>
      <p:sp>
        <p:nvSpPr>
          <p:cNvPr id="732" name="Google Shape;732;p2"/>
          <p:cNvSpPr txBox="1">
            <a:spLocks noGrp="1"/>
          </p:cNvSpPr>
          <p:nvPr>
            <p:ph type="title"/>
          </p:nvPr>
        </p:nvSpPr>
        <p:spPr>
          <a:xfrm>
            <a:off x="494250" y="1799900"/>
            <a:ext cx="8255100" cy="211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endParaRPr sz="1800" b="0"/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★"/>
            </a:pPr>
            <a:r>
              <a:rPr lang="en" sz="1800" b="0"/>
              <a:t>Introduction to the tidyverse</a:t>
            </a:r>
            <a:endParaRPr sz="1800" b="0"/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★"/>
            </a:pPr>
            <a:r>
              <a:rPr lang="en" sz="1800" b="0"/>
              <a:t>Tidy vs. not tidy data</a:t>
            </a:r>
            <a:endParaRPr sz="1800" b="0"/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★"/>
            </a:pPr>
            <a:r>
              <a:rPr lang="en" sz="1800" b="0"/>
              <a:t>Basic functions of the </a:t>
            </a:r>
            <a:r>
              <a:rPr lang="en" sz="1800" b="0" i="1"/>
              <a:t>dplyr </a:t>
            </a:r>
            <a:r>
              <a:rPr lang="en" sz="1800" b="0"/>
              <a:t>package</a:t>
            </a:r>
            <a:endParaRPr sz="1800" b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3"/>
          <p:cNvSpPr txBox="1">
            <a:spLocks noGrp="1"/>
          </p:cNvSpPr>
          <p:nvPr>
            <p:ph type="title"/>
          </p:nvPr>
        </p:nvSpPr>
        <p:spPr>
          <a:xfrm>
            <a:off x="158150" y="129450"/>
            <a:ext cx="8255100" cy="7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3000"/>
              <a:t>Introduction to the tidyverse</a:t>
            </a:r>
            <a:endParaRPr sz="3000"/>
          </a:p>
        </p:txBody>
      </p:sp>
      <p:sp>
        <p:nvSpPr>
          <p:cNvPr id="738" name="Google Shape;738;p3"/>
          <p:cNvSpPr txBox="1">
            <a:spLocks noGrp="1"/>
          </p:cNvSpPr>
          <p:nvPr>
            <p:ph type="title"/>
          </p:nvPr>
        </p:nvSpPr>
        <p:spPr>
          <a:xfrm>
            <a:off x="444450" y="1066525"/>
            <a:ext cx="8255100" cy="3288600"/>
          </a:xfrm>
          <a:prstGeom prst="rect">
            <a:avLst/>
          </a:prstGeom>
          <a:solidFill>
            <a:srgbClr val="00255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2100">
                <a:solidFill>
                  <a:schemeClr val="lt2"/>
                </a:solidFill>
              </a:rPr>
              <a:t>(Tidy ~ Ordered) + (verse ~ universe)</a:t>
            </a:r>
            <a:endParaRPr sz="2100">
              <a:solidFill>
                <a:schemeClr val="lt2"/>
              </a:solidFill>
            </a:endParaRPr>
          </a:p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★"/>
            </a:pPr>
            <a:r>
              <a:rPr lang="en" sz="1600" b="0"/>
              <a:t>The tidyverse is a collection of libraries in R based on the same philosophy.</a:t>
            </a:r>
            <a:endParaRPr sz="1600" b="0"/>
          </a:p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★"/>
            </a:pPr>
            <a:r>
              <a:rPr lang="en" sz="1600" b="0"/>
              <a:t>It has its own syntax and was designed to be more intuitive than the "base" R functions.</a:t>
            </a:r>
            <a:endParaRPr sz="1600" b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endParaRPr sz="16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2100">
                <a:solidFill>
                  <a:schemeClr val="lt2"/>
                </a:solidFill>
              </a:rPr>
              <a:t>It promotes using data in Tidy format:</a:t>
            </a:r>
            <a:endParaRPr sz="16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endParaRPr sz="1600"/>
          </a:p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 b="0"/>
              <a:t>Each variable has its own column.</a:t>
            </a:r>
            <a:endParaRPr sz="1600" b="0"/>
          </a:p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 b="0"/>
              <a:t>Each observation has its own row.</a:t>
            </a:r>
            <a:endParaRPr sz="1600" b="0"/>
          </a:p>
          <a:p>
            <a:pPr marL="45720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 b="0"/>
              <a:t>Each value has its own cell.</a:t>
            </a:r>
            <a:endParaRPr sz="1600" b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endParaRPr sz="1600"/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endParaRPr sz="1600"/>
          </a:p>
        </p:txBody>
      </p:sp>
      <p:pic>
        <p:nvPicPr>
          <p:cNvPr id="739" name="Google Shape;739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99725" y="3680125"/>
            <a:ext cx="4332225" cy="1175250"/>
          </a:xfrm>
          <a:prstGeom prst="rect">
            <a:avLst/>
          </a:prstGeom>
          <a:noFill/>
          <a:ln>
            <a:noFill/>
          </a:ln>
        </p:spPr>
      </p:pic>
      <p:sp>
        <p:nvSpPr>
          <p:cNvPr id="740" name="Google Shape;740;p3"/>
          <p:cNvSpPr txBox="1"/>
          <p:nvPr/>
        </p:nvSpPr>
        <p:spPr>
          <a:xfrm>
            <a:off x="444450" y="3979950"/>
            <a:ext cx="3956700" cy="1046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What is gained from this?</a:t>
            </a:r>
            <a:endParaRPr sz="1400" b="1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Order. There are a thousand ways to have messy data, but only one way to have tidy data.</a:t>
            </a:r>
            <a:endParaRPr sz="14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41" name="Google Shape;741;p3"/>
          <p:cNvSpPr txBox="1">
            <a:spLocks noGrp="1"/>
          </p:cNvSpPr>
          <p:nvPr>
            <p:ph type="subTitle" idx="4294967295"/>
          </p:nvPr>
        </p:nvSpPr>
        <p:spPr>
          <a:xfrm>
            <a:off x="7504500" y="4855363"/>
            <a:ext cx="4528800" cy="4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</a:pPr>
            <a:r>
              <a:rPr lang="en" sz="10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Fuente: Carlos Daboín</a:t>
            </a:r>
            <a:endParaRPr sz="10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p4"/>
          <p:cNvSpPr txBox="1">
            <a:spLocks noGrp="1"/>
          </p:cNvSpPr>
          <p:nvPr>
            <p:ph type="title"/>
          </p:nvPr>
        </p:nvSpPr>
        <p:spPr>
          <a:xfrm>
            <a:off x="444450" y="1066525"/>
            <a:ext cx="8255100" cy="3288600"/>
          </a:xfrm>
          <a:prstGeom prst="rect">
            <a:avLst/>
          </a:prstGeom>
          <a:solidFill>
            <a:srgbClr val="00255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2100">
                <a:solidFill>
                  <a:schemeClr val="lt2"/>
                </a:solidFill>
              </a:rPr>
              <a:t>Provides solutions for each stage of data analysis</a:t>
            </a:r>
            <a:endParaRPr sz="2100">
              <a:solidFill>
                <a:schemeClr val="lt2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endParaRPr sz="2100">
              <a:solidFill>
                <a:schemeClr val="lt2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1600" b="0"/>
              <a:t>It has at least 8 libraries that we will use throughout the course. In this session, we will be exploring the </a:t>
            </a:r>
            <a:r>
              <a:rPr lang="en" sz="1600" i="1">
                <a:solidFill>
                  <a:schemeClr val="lt2"/>
                </a:solidFill>
              </a:rPr>
              <a:t>dplyr()</a:t>
            </a:r>
            <a:r>
              <a:rPr lang="en" sz="1600" b="0"/>
              <a:t> library.</a:t>
            </a:r>
            <a:endParaRPr sz="1600" i="1">
              <a:solidFill>
                <a:schemeClr val="lt2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endParaRPr sz="16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endParaRPr sz="16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endParaRPr sz="16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endParaRPr sz="16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endParaRPr sz="16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endParaRPr sz="16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endParaRPr sz="1600" b="0"/>
          </a:p>
        </p:txBody>
      </p:sp>
      <p:pic>
        <p:nvPicPr>
          <p:cNvPr id="747" name="Google Shape;747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34687" y="2743400"/>
            <a:ext cx="5274625" cy="2019125"/>
          </a:xfrm>
          <a:prstGeom prst="rect">
            <a:avLst/>
          </a:prstGeom>
          <a:noFill/>
          <a:ln>
            <a:noFill/>
          </a:ln>
        </p:spPr>
      </p:pic>
      <p:sp>
        <p:nvSpPr>
          <p:cNvPr id="748" name="Google Shape;748;p4"/>
          <p:cNvSpPr txBox="1">
            <a:spLocks noGrp="1"/>
          </p:cNvSpPr>
          <p:nvPr>
            <p:ph type="subTitle" idx="4294967295"/>
          </p:nvPr>
        </p:nvSpPr>
        <p:spPr>
          <a:xfrm>
            <a:off x="7504500" y="4855363"/>
            <a:ext cx="4528800" cy="4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</a:pPr>
            <a:r>
              <a:rPr lang="en" sz="10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Fuente: Carlos Daboín</a:t>
            </a:r>
            <a:endParaRPr sz="10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49" name="Google Shape;749;p4"/>
          <p:cNvSpPr txBox="1">
            <a:spLocks noGrp="1"/>
          </p:cNvSpPr>
          <p:nvPr>
            <p:ph type="title"/>
          </p:nvPr>
        </p:nvSpPr>
        <p:spPr>
          <a:xfrm>
            <a:off x="158150" y="129450"/>
            <a:ext cx="8255100" cy="7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3000"/>
              <a:t>Introduction to the tidyverse</a:t>
            </a:r>
            <a:endParaRPr sz="3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4" name="Google Shape;754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8925" y="1462088"/>
            <a:ext cx="7934325" cy="2219325"/>
          </a:xfrm>
          <a:prstGeom prst="rect">
            <a:avLst/>
          </a:prstGeom>
          <a:noFill/>
          <a:ln>
            <a:noFill/>
          </a:ln>
        </p:spPr>
      </p:pic>
      <p:sp>
        <p:nvSpPr>
          <p:cNvPr id="755" name="Google Shape;755;p5"/>
          <p:cNvSpPr txBox="1">
            <a:spLocks noGrp="1"/>
          </p:cNvSpPr>
          <p:nvPr>
            <p:ph type="title"/>
          </p:nvPr>
        </p:nvSpPr>
        <p:spPr>
          <a:xfrm>
            <a:off x="158150" y="129450"/>
            <a:ext cx="8255100" cy="7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3000"/>
              <a:t>Tidy or not?</a:t>
            </a:r>
            <a:endParaRPr sz="3000"/>
          </a:p>
        </p:txBody>
      </p:sp>
      <p:sp>
        <p:nvSpPr>
          <p:cNvPr id="756" name="Google Shape;756;p5"/>
          <p:cNvSpPr txBox="1"/>
          <p:nvPr/>
        </p:nvSpPr>
        <p:spPr>
          <a:xfrm>
            <a:off x="891650" y="1037175"/>
            <a:ext cx="7521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World development indicators (World Bank database)</a:t>
            </a:r>
            <a:endParaRPr sz="14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57" name="Google Shape;757;p5"/>
          <p:cNvSpPr txBox="1"/>
          <p:nvPr/>
        </p:nvSpPr>
        <p:spPr>
          <a:xfrm>
            <a:off x="2633825" y="3826425"/>
            <a:ext cx="48912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1" i="0" u="none" strike="noStrike" cap="none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rPr>
              <a:t>Opinions: Is it tidy? Why?</a:t>
            </a:r>
            <a:endParaRPr sz="1600" b="1" i="0" u="none" strike="noStrike" cap="none">
              <a:solidFill>
                <a:schemeClr val="lt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58" name="Google Shape;758;p5"/>
          <p:cNvSpPr txBox="1">
            <a:spLocks noGrp="1"/>
          </p:cNvSpPr>
          <p:nvPr>
            <p:ph type="subTitle" idx="4294967295"/>
          </p:nvPr>
        </p:nvSpPr>
        <p:spPr>
          <a:xfrm>
            <a:off x="7504500" y="4855363"/>
            <a:ext cx="4528800" cy="4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</a:pPr>
            <a:r>
              <a:rPr lang="en" sz="10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Source: Carlos Daboín</a:t>
            </a:r>
            <a:endParaRPr sz="10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p6"/>
          <p:cNvSpPr txBox="1">
            <a:spLocks noGrp="1"/>
          </p:cNvSpPr>
          <p:nvPr>
            <p:ph type="title"/>
          </p:nvPr>
        </p:nvSpPr>
        <p:spPr>
          <a:xfrm>
            <a:off x="158150" y="129450"/>
            <a:ext cx="8255100" cy="7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3000"/>
              <a:t>Tidy or not?</a:t>
            </a:r>
            <a:endParaRPr sz="3000"/>
          </a:p>
        </p:txBody>
      </p:sp>
      <p:sp>
        <p:nvSpPr>
          <p:cNvPr id="764" name="Google Shape;764;p6"/>
          <p:cNvSpPr txBox="1"/>
          <p:nvPr/>
        </p:nvSpPr>
        <p:spPr>
          <a:xfrm>
            <a:off x="891650" y="1037175"/>
            <a:ext cx="7521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World development indicators (World Bank database), </a:t>
            </a:r>
            <a:r>
              <a:rPr lang="en" sz="1400" b="0" i="1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tidy </a:t>
            </a:r>
            <a:r>
              <a:rPr lang="en"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version</a:t>
            </a:r>
            <a:endParaRPr sz="14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765" name="Google Shape;765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76525" y="1614000"/>
            <a:ext cx="5084150" cy="2606550"/>
          </a:xfrm>
          <a:prstGeom prst="rect">
            <a:avLst/>
          </a:prstGeom>
          <a:noFill/>
          <a:ln>
            <a:noFill/>
          </a:ln>
        </p:spPr>
      </p:pic>
      <p:sp>
        <p:nvSpPr>
          <p:cNvPr id="766" name="Google Shape;766;p6"/>
          <p:cNvSpPr txBox="1">
            <a:spLocks noGrp="1"/>
          </p:cNvSpPr>
          <p:nvPr>
            <p:ph type="subTitle" idx="4294967295"/>
          </p:nvPr>
        </p:nvSpPr>
        <p:spPr>
          <a:xfrm>
            <a:off x="7504500" y="4855363"/>
            <a:ext cx="4528800" cy="4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</a:pPr>
            <a:r>
              <a:rPr lang="en" sz="10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Source: Carlos Daboín</a:t>
            </a:r>
            <a:endParaRPr sz="10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p7"/>
          <p:cNvSpPr txBox="1">
            <a:spLocks noGrp="1"/>
          </p:cNvSpPr>
          <p:nvPr>
            <p:ph type="title"/>
          </p:nvPr>
        </p:nvSpPr>
        <p:spPr>
          <a:xfrm>
            <a:off x="158150" y="129450"/>
            <a:ext cx="8255100" cy="7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3000"/>
              <a:t>Package </a:t>
            </a:r>
            <a:r>
              <a:rPr lang="en" sz="3000">
                <a:solidFill>
                  <a:schemeClr val="lt2"/>
                </a:solidFill>
              </a:rPr>
              <a:t>dplyr</a:t>
            </a:r>
            <a:endParaRPr sz="3000">
              <a:solidFill>
                <a:schemeClr val="lt2"/>
              </a:solidFill>
            </a:endParaRPr>
          </a:p>
        </p:txBody>
      </p:sp>
      <p:pic>
        <p:nvPicPr>
          <p:cNvPr id="772" name="Google Shape;772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8638" y="1062200"/>
            <a:ext cx="8086725" cy="3486150"/>
          </a:xfrm>
          <a:prstGeom prst="rect">
            <a:avLst/>
          </a:prstGeom>
          <a:noFill/>
          <a:ln>
            <a:noFill/>
          </a:ln>
        </p:spPr>
      </p:pic>
      <p:sp>
        <p:nvSpPr>
          <p:cNvPr id="773" name="Google Shape;773;p7"/>
          <p:cNvSpPr txBox="1">
            <a:spLocks noGrp="1"/>
          </p:cNvSpPr>
          <p:nvPr>
            <p:ph type="subTitle" idx="4294967295"/>
          </p:nvPr>
        </p:nvSpPr>
        <p:spPr>
          <a:xfrm>
            <a:off x="7504500" y="4855363"/>
            <a:ext cx="4528800" cy="4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</a:pPr>
            <a:r>
              <a:rPr lang="en" sz="10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Fuente: Carlos Daboín</a:t>
            </a:r>
            <a:endParaRPr sz="10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p8"/>
          <p:cNvSpPr txBox="1">
            <a:spLocks noGrp="1"/>
          </p:cNvSpPr>
          <p:nvPr>
            <p:ph type="title"/>
          </p:nvPr>
        </p:nvSpPr>
        <p:spPr>
          <a:xfrm>
            <a:off x="158150" y="129450"/>
            <a:ext cx="8255100" cy="7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3000"/>
              <a:t>Pipe operator </a:t>
            </a:r>
            <a:r>
              <a:rPr lang="en" sz="3000">
                <a:solidFill>
                  <a:schemeClr val="lt2"/>
                </a:solidFill>
              </a:rPr>
              <a:t>%&gt;%</a:t>
            </a:r>
            <a:endParaRPr sz="3000">
              <a:solidFill>
                <a:schemeClr val="lt2"/>
              </a:solidFill>
            </a:endParaRPr>
          </a:p>
        </p:txBody>
      </p:sp>
      <p:pic>
        <p:nvPicPr>
          <p:cNvPr id="779" name="Google Shape;779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1913" y="980100"/>
            <a:ext cx="8162925" cy="3714750"/>
          </a:xfrm>
          <a:prstGeom prst="rect">
            <a:avLst/>
          </a:prstGeom>
          <a:noFill/>
          <a:ln>
            <a:noFill/>
          </a:ln>
        </p:spPr>
      </p:pic>
      <p:sp>
        <p:nvSpPr>
          <p:cNvPr id="780" name="Google Shape;780;p8"/>
          <p:cNvSpPr txBox="1">
            <a:spLocks noGrp="1"/>
          </p:cNvSpPr>
          <p:nvPr>
            <p:ph type="subTitle" idx="4294967295"/>
          </p:nvPr>
        </p:nvSpPr>
        <p:spPr>
          <a:xfrm>
            <a:off x="7504500" y="4855363"/>
            <a:ext cx="4528800" cy="4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</a:pPr>
            <a:r>
              <a:rPr lang="en" sz="10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Fuente: Carlos Daboín</a:t>
            </a:r>
            <a:endParaRPr sz="10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Google Shape;785;p9"/>
          <p:cNvSpPr txBox="1">
            <a:spLocks noGrp="1"/>
          </p:cNvSpPr>
          <p:nvPr>
            <p:ph type="title"/>
          </p:nvPr>
        </p:nvSpPr>
        <p:spPr>
          <a:xfrm>
            <a:off x="158150" y="129450"/>
            <a:ext cx="8255100" cy="7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3000"/>
              <a:t>Dplyr in action: </a:t>
            </a:r>
            <a:r>
              <a:rPr lang="en" sz="3000">
                <a:solidFill>
                  <a:schemeClr val="lt2"/>
                </a:solidFill>
              </a:rPr>
              <a:t>select()</a:t>
            </a:r>
            <a:endParaRPr sz="3000">
              <a:solidFill>
                <a:schemeClr val="lt2"/>
              </a:solidFill>
            </a:endParaRPr>
          </a:p>
        </p:txBody>
      </p:sp>
      <p:pic>
        <p:nvPicPr>
          <p:cNvPr id="786" name="Google Shape;786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4825" y="1052513"/>
            <a:ext cx="8134350" cy="3038475"/>
          </a:xfrm>
          <a:prstGeom prst="rect">
            <a:avLst/>
          </a:prstGeom>
          <a:noFill/>
          <a:ln>
            <a:noFill/>
          </a:ln>
        </p:spPr>
      </p:pic>
      <p:sp>
        <p:nvSpPr>
          <p:cNvPr id="787" name="Google Shape;787;p9"/>
          <p:cNvSpPr txBox="1">
            <a:spLocks noGrp="1"/>
          </p:cNvSpPr>
          <p:nvPr>
            <p:ph type="subTitle" idx="4294967295"/>
          </p:nvPr>
        </p:nvSpPr>
        <p:spPr>
          <a:xfrm>
            <a:off x="7504500" y="4855363"/>
            <a:ext cx="4528800" cy="4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</a:pPr>
            <a:r>
              <a:rPr lang="en" sz="10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Fuente: Carlos Daboín</a:t>
            </a:r>
            <a:endParaRPr sz="10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2" name="Google Shape;792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52450" y="1200150"/>
            <a:ext cx="8039100" cy="27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793" name="Google Shape;793;p10"/>
          <p:cNvSpPr txBox="1">
            <a:spLocks noGrp="1"/>
          </p:cNvSpPr>
          <p:nvPr>
            <p:ph type="subTitle" idx="4294967295"/>
          </p:nvPr>
        </p:nvSpPr>
        <p:spPr>
          <a:xfrm>
            <a:off x="7504500" y="4855363"/>
            <a:ext cx="4528800" cy="4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</a:pPr>
            <a:r>
              <a:rPr lang="en" sz="10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Fuente: Carlos Daboín</a:t>
            </a:r>
            <a:endParaRPr sz="10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94" name="Google Shape;794;p10"/>
          <p:cNvSpPr txBox="1">
            <a:spLocks noGrp="1"/>
          </p:cNvSpPr>
          <p:nvPr>
            <p:ph type="title"/>
          </p:nvPr>
        </p:nvSpPr>
        <p:spPr>
          <a:xfrm>
            <a:off x="158150" y="129450"/>
            <a:ext cx="8255100" cy="7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3000"/>
              <a:t>Dplyr in action: </a:t>
            </a:r>
            <a:r>
              <a:rPr lang="en" sz="3000">
                <a:solidFill>
                  <a:schemeClr val="lt2"/>
                </a:solidFill>
              </a:rPr>
              <a:t>select()</a:t>
            </a:r>
            <a:endParaRPr sz="300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9" name="Google Shape;799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52450" y="1204913"/>
            <a:ext cx="8039100" cy="2733675"/>
          </a:xfrm>
          <a:prstGeom prst="rect">
            <a:avLst/>
          </a:prstGeom>
          <a:noFill/>
          <a:ln>
            <a:noFill/>
          </a:ln>
        </p:spPr>
      </p:pic>
      <p:sp>
        <p:nvSpPr>
          <p:cNvPr id="800" name="Google Shape;800;p11"/>
          <p:cNvSpPr txBox="1">
            <a:spLocks noGrp="1"/>
          </p:cNvSpPr>
          <p:nvPr>
            <p:ph type="subTitle" idx="4294967295"/>
          </p:nvPr>
        </p:nvSpPr>
        <p:spPr>
          <a:xfrm>
            <a:off x="7504500" y="4855363"/>
            <a:ext cx="4528800" cy="4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</a:pPr>
            <a:r>
              <a:rPr lang="en" sz="10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Fuente: Carlos Daboín</a:t>
            </a:r>
            <a:endParaRPr sz="10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01" name="Google Shape;801;p11"/>
          <p:cNvSpPr txBox="1">
            <a:spLocks noGrp="1"/>
          </p:cNvSpPr>
          <p:nvPr>
            <p:ph type="title"/>
          </p:nvPr>
        </p:nvSpPr>
        <p:spPr>
          <a:xfrm>
            <a:off x="158150" y="129450"/>
            <a:ext cx="8255100" cy="7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3000"/>
              <a:t>Dplyr in action: </a:t>
            </a:r>
            <a:r>
              <a:rPr lang="en" sz="3000">
                <a:solidFill>
                  <a:schemeClr val="lt2"/>
                </a:solidFill>
              </a:rPr>
              <a:t>select()</a:t>
            </a:r>
            <a:endParaRPr sz="300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6" name="Google Shape;806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8163" y="1276350"/>
            <a:ext cx="8067675" cy="2590800"/>
          </a:xfrm>
          <a:prstGeom prst="rect">
            <a:avLst/>
          </a:prstGeom>
          <a:noFill/>
          <a:ln>
            <a:noFill/>
          </a:ln>
        </p:spPr>
      </p:pic>
      <p:sp>
        <p:nvSpPr>
          <p:cNvPr id="807" name="Google Shape;807;p12"/>
          <p:cNvSpPr txBox="1">
            <a:spLocks noGrp="1"/>
          </p:cNvSpPr>
          <p:nvPr>
            <p:ph type="subTitle" idx="4294967295"/>
          </p:nvPr>
        </p:nvSpPr>
        <p:spPr>
          <a:xfrm>
            <a:off x="7504500" y="4855363"/>
            <a:ext cx="4528800" cy="4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</a:pPr>
            <a:r>
              <a:rPr lang="en" sz="10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Fuente: Carlos Daboín</a:t>
            </a:r>
            <a:endParaRPr sz="10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08" name="Google Shape;808;p12"/>
          <p:cNvSpPr txBox="1">
            <a:spLocks noGrp="1"/>
          </p:cNvSpPr>
          <p:nvPr>
            <p:ph type="title"/>
          </p:nvPr>
        </p:nvSpPr>
        <p:spPr>
          <a:xfrm>
            <a:off x="158150" y="129450"/>
            <a:ext cx="8255100" cy="7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3000"/>
              <a:t>Dplyr in action: </a:t>
            </a:r>
            <a:r>
              <a:rPr lang="en" sz="3000">
                <a:solidFill>
                  <a:schemeClr val="lt2"/>
                </a:solidFill>
              </a:rPr>
              <a:t>select()</a:t>
            </a:r>
            <a:endParaRPr sz="300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p13"/>
          <p:cNvSpPr txBox="1">
            <a:spLocks noGrp="1"/>
          </p:cNvSpPr>
          <p:nvPr>
            <p:ph type="title"/>
          </p:nvPr>
        </p:nvSpPr>
        <p:spPr>
          <a:xfrm>
            <a:off x="158150" y="129450"/>
            <a:ext cx="8255100" cy="7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3000"/>
              <a:t>Dplyr in action: </a:t>
            </a:r>
            <a:r>
              <a:rPr lang="en" sz="3000">
                <a:solidFill>
                  <a:schemeClr val="lt2"/>
                </a:solidFill>
              </a:rPr>
              <a:t>filter()</a:t>
            </a:r>
            <a:endParaRPr sz="3000">
              <a:solidFill>
                <a:schemeClr val="lt2"/>
              </a:solidFill>
            </a:endParaRPr>
          </a:p>
        </p:txBody>
      </p:sp>
      <p:pic>
        <p:nvPicPr>
          <p:cNvPr id="814" name="Google Shape;814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2138" y="1062225"/>
            <a:ext cx="7439725" cy="3488975"/>
          </a:xfrm>
          <a:prstGeom prst="rect">
            <a:avLst/>
          </a:prstGeom>
          <a:noFill/>
          <a:ln>
            <a:noFill/>
          </a:ln>
        </p:spPr>
      </p:pic>
      <p:sp>
        <p:nvSpPr>
          <p:cNvPr id="815" name="Google Shape;815;p13"/>
          <p:cNvSpPr txBox="1">
            <a:spLocks noGrp="1"/>
          </p:cNvSpPr>
          <p:nvPr>
            <p:ph type="subTitle" idx="4294967295"/>
          </p:nvPr>
        </p:nvSpPr>
        <p:spPr>
          <a:xfrm>
            <a:off x="7504500" y="4855363"/>
            <a:ext cx="4528800" cy="4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</a:pPr>
            <a:r>
              <a:rPr lang="en" sz="10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Fuente: Carlos Daboín</a:t>
            </a:r>
            <a:endParaRPr sz="10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Google Shape;820;p14"/>
          <p:cNvSpPr txBox="1">
            <a:spLocks noGrp="1"/>
          </p:cNvSpPr>
          <p:nvPr>
            <p:ph type="title"/>
          </p:nvPr>
        </p:nvSpPr>
        <p:spPr>
          <a:xfrm>
            <a:off x="158150" y="129450"/>
            <a:ext cx="8255100" cy="7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3000"/>
              <a:t>Dplyr in action: </a:t>
            </a:r>
            <a:r>
              <a:rPr lang="en" sz="3000">
                <a:solidFill>
                  <a:schemeClr val="lt2"/>
                </a:solidFill>
              </a:rPr>
              <a:t>mutate()</a:t>
            </a:r>
            <a:endParaRPr sz="3000">
              <a:solidFill>
                <a:schemeClr val="lt2"/>
              </a:solidFill>
            </a:endParaRPr>
          </a:p>
        </p:txBody>
      </p:sp>
      <p:pic>
        <p:nvPicPr>
          <p:cNvPr id="821" name="Google Shape;821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4338" y="1295400"/>
            <a:ext cx="8315325" cy="2552700"/>
          </a:xfrm>
          <a:prstGeom prst="rect">
            <a:avLst/>
          </a:prstGeom>
          <a:noFill/>
          <a:ln>
            <a:noFill/>
          </a:ln>
        </p:spPr>
      </p:pic>
      <p:sp>
        <p:nvSpPr>
          <p:cNvPr id="822" name="Google Shape;822;p14"/>
          <p:cNvSpPr txBox="1">
            <a:spLocks noGrp="1"/>
          </p:cNvSpPr>
          <p:nvPr>
            <p:ph type="subTitle" idx="4294967295"/>
          </p:nvPr>
        </p:nvSpPr>
        <p:spPr>
          <a:xfrm>
            <a:off x="7504500" y="4855363"/>
            <a:ext cx="4528800" cy="4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</a:pPr>
            <a:r>
              <a:rPr lang="en" sz="10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Fuente: Carlos Daboín</a:t>
            </a:r>
            <a:endParaRPr sz="10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p15"/>
          <p:cNvSpPr txBox="1">
            <a:spLocks noGrp="1"/>
          </p:cNvSpPr>
          <p:nvPr>
            <p:ph type="title"/>
          </p:nvPr>
        </p:nvSpPr>
        <p:spPr>
          <a:xfrm>
            <a:off x="158150" y="129450"/>
            <a:ext cx="8595000" cy="7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3000"/>
              <a:t>Dplyr in action: </a:t>
            </a:r>
            <a:r>
              <a:rPr lang="en" sz="3000">
                <a:solidFill>
                  <a:schemeClr val="lt2"/>
                </a:solidFill>
              </a:rPr>
              <a:t>summarise() </a:t>
            </a:r>
            <a:r>
              <a:rPr lang="en" sz="3000"/>
              <a:t>or</a:t>
            </a:r>
            <a:r>
              <a:rPr lang="en" sz="3000">
                <a:solidFill>
                  <a:schemeClr val="lt2"/>
                </a:solidFill>
              </a:rPr>
              <a:t> reframe()</a:t>
            </a:r>
            <a:endParaRPr sz="3000">
              <a:solidFill>
                <a:schemeClr val="lt2"/>
              </a:solidFill>
            </a:endParaRPr>
          </a:p>
        </p:txBody>
      </p:sp>
      <p:pic>
        <p:nvPicPr>
          <p:cNvPr id="828" name="Google Shape;828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74375" y="1226425"/>
            <a:ext cx="6858000" cy="2828925"/>
          </a:xfrm>
          <a:prstGeom prst="rect">
            <a:avLst/>
          </a:prstGeom>
          <a:noFill/>
          <a:ln>
            <a:noFill/>
          </a:ln>
        </p:spPr>
      </p:pic>
      <p:sp>
        <p:nvSpPr>
          <p:cNvPr id="829" name="Google Shape;829;p15"/>
          <p:cNvSpPr txBox="1">
            <a:spLocks noGrp="1"/>
          </p:cNvSpPr>
          <p:nvPr>
            <p:ph type="subTitle" idx="4294967295"/>
          </p:nvPr>
        </p:nvSpPr>
        <p:spPr>
          <a:xfrm>
            <a:off x="7504500" y="4855363"/>
            <a:ext cx="4528800" cy="4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</a:pPr>
            <a:r>
              <a:rPr lang="en" sz="10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Fuente: Carlos Daboín</a:t>
            </a:r>
            <a:endParaRPr sz="10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p16"/>
          <p:cNvSpPr txBox="1">
            <a:spLocks noGrp="1"/>
          </p:cNvSpPr>
          <p:nvPr>
            <p:ph type="title"/>
          </p:nvPr>
        </p:nvSpPr>
        <p:spPr>
          <a:xfrm>
            <a:off x="158150" y="129450"/>
            <a:ext cx="8595000" cy="7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3000"/>
              <a:t>Dplyr in action: </a:t>
            </a:r>
            <a:r>
              <a:rPr lang="en" sz="3000">
                <a:solidFill>
                  <a:schemeClr val="lt2"/>
                </a:solidFill>
              </a:rPr>
              <a:t>group_by()</a:t>
            </a:r>
            <a:endParaRPr sz="3000">
              <a:solidFill>
                <a:schemeClr val="lt2"/>
              </a:solidFill>
            </a:endParaRPr>
          </a:p>
        </p:txBody>
      </p:sp>
      <p:pic>
        <p:nvPicPr>
          <p:cNvPr id="835" name="Google Shape;835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76238" y="1341400"/>
            <a:ext cx="8391525" cy="2295525"/>
          </a:xfrm>
          <a:prstGeom prst="rect">
            <a:avLst/>
          </a:prstGeom>
          <a:noFill/>
          <a:ln>
            <a:noFill/>
          </a:ln>
        </p:spPr>
      </p:pic>
      <p:sp>
        <p:nvSpPr>
          <p:cNvPr id="836" name="Google Shape;836;p16"/>
          <p:cNvSpPr txBox="1">
            <a:spLocks noGrp="1"/>
          </p:cNvSpPr>
          <p:nvPr>
            <p:ph type="subTitle" idx="4294967295"/>
          </p:nvPr>
        </p:nvSpPr>
        <p:spPr>
          <a:xfrm>
            <a:off x="7504500" y="4855363"/>
            <a:ext cx="4528800" cy="4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</a:pPr>
            <a:r>
              <a:rPr lang="en" sz="10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Fuente: Carlos Daboín</a:t>
            </a:r>
            <a:endParaRPr sz="10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p17"/>
          <p:cNvSpPr txBox="1">
            <a:spLocks noGrp="1"/>
          </p:cNvSpPr>
          <p:nvPr>
            <p:ph type="title"/>
          </p:nvPr>
        </p:nvSpPr>
        <p:spPr>
          <a:xfrm>
            <a:off x="365175" y="383100"/>
            <a:ext cx="8886600" cy="7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endParaRPr sz="30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3000"/>
              <a:t>Dplyr in action: </a:t>
            </a:r>
            <a:r>
              <a:rPr lang="en" sz="3000" i="1">
                <a:solidFill>
                  <a:schemeClr val="lt2"/>
                </a:solidFill>
              </a:rPr>
              <a:t>rename()</a:t>
            </a:r>
            <a:endParaRPr sz="3000" i="1">
              <a:solidFill>
                <a:schemeClr val="lt2"/>
              </a:solidFill>
            </a:endParaRPr>
          </a:p>
        </p:txBody>
      </p:sp>
      <p:sp>
        <p:nvSpPr>
          <p:cNvPr id="842" name="Google Shape;842;p17"/>
          <p:cNvSpPr txBox="1">
            <a:spLocks noGrp="1"/>
          </p:cNvSpPr>
          <p:nvPr>
            <p:ph type="title"/>
          </p:nvPr>
        </p:nvSpPr>
        <p:spPr>
          <a:xfrm>
            <a:off x="444450" y="1300750"/>
            <a:ext cx="8255100" cy="3628200"/>
          </a:xfrm>
          <a:prstGeom prst="rect">
            <a:avLst/>
          </a:prstGeom>
          <a:solidFill>
            <a:srgbClr val="00255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1700" b="0"/>
              <a:t>Allows us to change the name of one or more variables within a dataframe using the syntax </a:t>
            </a:r>
            <a:r>
              <a:rPr lang="en" sz="1700">
                <a:solidFill>
                  <a:schemeClr val="lt2"/>
                </a:solidFill>
              </a:rPr>
              <a:t>"new_name" = old_name </a:t>
            </a:r>
            <a:r>
              <a:rPr lang="en" sz="1700" b="0"/>
              <a:t>so that:</a:t>
            </a:r>
            <a:endParaRPr sz="1700" b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endParaRPr sz="1700" b="0"/>
          </a:p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1700" b="0"/>
              <a:t>We have an object called df</a:t>
            </a:r>
            <a:endParaRPr sz="17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endParaRPr sz="1700" b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1700" b="0"/>
              <a:t>To rename columns 1 and 3:</a:t>
            </a:r>
            <a:endParaRPr sz="1700" b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endParaRPr sz="17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endParaRPr sz="17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1700" b="0">
                <a:solidFill>
                  <a:schemeClr val="lt2"/>
                </a:solidFill>
              </a:rPr>
              <a:t>df %&gt;% </a:t>
            </a:r>
            <a:endParaRPr sz="1700" b="0">
              <a:solidFill>
                <a:schemeClr val="lt2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1700" b="0">
                <a:solidFill>
                  <a:schemeClr val="lt2"/>
                </a:solidFill>
              </a:rPr>
              <a:t>   </a:t>
            </a:r>
            <a:r>
              <a:rPr lang="en" sz="1700">
                <a:solidFill>
                  <a:schemeClr val="lt2"/>
                </a:solidFill>
              </a:rPr>
              <a:t>rename</a:t>
            </a:r>
            <a:r>
              <a:rPr lang="en" sz="1700" b="0">
                <a:solidFill>
                  <a:schemeClr val="lt2"/>
                </a:solidFill>
              </a:rPr>
              <a:t>(“categoria” = nombre_terrible.1 ,</a:t>
            </a:r>
            <a:endParaRPr sz="1700" b="0">
              <a:solidFill>
                <a:schemeClr val="lt2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1700" b="0">
                <a:solidFill>
                  <a:schemeClr val="lt2"/>
                </a:solidFill>
              </a:rPr>
              <a:t>                        “nivel” = nombre.peor.2)</a:t>
            </a:r>
            <a:endParaRPr sz="1700" b="0">
              <a:solidFill>
                <a:schemeClr val="lt2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endParaRPr sz="17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endParaRPr sz="17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endParaRPr sz="1700"/>
          </a:p>
        </p:txBody>
      </p:sp>
      <p:pic>
        <p:nvPicPr>
          <p:cNvPr id="843" name="Google Shape;843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559949" y="2424399"/>
            <a:ext cx="3061125" cy="161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p18"/>
          <p:cNvSpPr txBox="1">
            <a:spLocks noGrp="1"/>
          </p:cNvSpPr>
          <p:nvPr>
            <p:ph type="title"/>
          </p:nvPr>
        </p:nvSpPr>
        <p:spPr>
          <a:xfrm>
            <a:off x="444450" y="1821875"/>
            <a:ext cx="8255100" cy="7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4600"/>
              <a:t>Let’s practice</a:t>
            </a:r>
            <a:endParaRPr sz="4600"/>
          </a:p>
        </p:txBody>
      </p:sp>
      <p:sp>
        <p:nvSpPr>
          <p:cNvPr id="849" name="Google Shape;849;p18"/>
          <p:cNvSpPr txBox="1">
            <a:spLocks noGrp="1"/>
          </p:cNvSpPr>
          <p:nvPr>
            <p:ph type="title"/>
          </p:nvPr>
        </p:nvSpPr>
        <p:spPr>
          <a:xfrm>
            <a:off x="1412850" y="2514300"/>
            <a:ext cx="6318300" cy="4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endParaRPr sz="1500" b="0"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1500" b="0"/>
              <a:t>Script 07_basic-functions-dplyr</a:t>
            </a:r>
            <a:r>
              <a:rPr lang="en" sz="1500" b="0" i="1"/>
              <a:t>.R </a:t>
            </a:r>
            <a:endParaRPr sz="1500" b="0" i="1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p19"/>
          <p:cNvSpPr txBox="1">
            <a:spLocks noGrp="1"/>
          </p:cNvSpPr>
          <p:nvPr>
            <p:ph type="title"/>
          </p:nvPr>
        </p:nvSpPr>
        <p:spPr>
          <a:xfrm>
            <a:off x="158150" y="129450"/>
            <a:ext cx="8255100" cy="7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3000"/>
              <a:t>Brief review of script 07</a:t>
            </a:r>
            <a:endParaRPr sz="3000"/>
          </a:p>
        </p:txBody>
      </p:sp>
      <p:sp>
        <p:nvSpPr>
          <p:cNvPr id="855" name="Google Shape;855;p19"/>
          <p:cNvSpPr txBox="1"/>
          <p:nvPr/>
        </p:nvSpPr>
        <p:spPr>
          <a:xfrm>
            <a:off x="352950" y="1024450"/>
            <a:ext cx="8295300" cy="3628200"/>
          </a:xfrm>
          <a:prstGeom prst="rect">
            <a:avLst/>
          </a:prstGeom>
          <a:solidFill>
            <a:srgbClr val="002553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★"/>
            </a:pPr>
            <a:r>
              <a:rPr lang="en" sz="12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We know how to identify the concepts of tidy databases and use functions from the dplyr package.</a:t>
            </a:r>
            <a:endParaRPr sz="12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○"/>
            </a:pPr>
            <a:r>
              <a:rPr lang="en" sz="1200" b="1" i="0" u="none" strike="noStrike" cap="none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rPr>
              <a:t>filter() </a:t>
            </a:r>
            <a:r>
              <a:rPr lang="en" sz="12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Allows us to subset a dataframe or table at the observation level (rows). We filter the base based on certain conditions.</a:t>
            </a:r>
            <a:endParaRPr sz="12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○"/>
            </a:pPr>
            <a:r>
              <a:rPr lang="en" sz="1200" b="1" i="0" u="none" strike="noStrike" cap="none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rPr>
              <a:t>select()</a:t>
            </a:r>
            <a:r>
              <a:rPr lang="en" sz="12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Allows us to subset a dataframe at the variable level (columns). It also allows us to reorder the columns of a dataframe and rename them.</a:t>
            </a:r>
            <a:endParaRPr sz="12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○"/>
            </a:pPr>
            <a:r>
              <a:rPr lang="en" sz="1200" b="1" i="0" u="none" strike="noStrike" cap="none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rPr>
              <a:t>mutate()</a:t>
            </a:r>
            <a:r>
              <a:rPr lang="en" sz="12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Allows us to create new columns in a dataframe based on other columns or alphanumeric values that are assigned.</a:t>
            </a:r>
            <a:endParaRPr sz="12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○"/>
            </a:pPr>
            <a:r>
              <a:rPr lang="en" sz="1200" b="1" i="0" u="none" strike="noStrike" cap="none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rPr>
              <a:t>group_by()</a:t>
            </a:r>
            <a:r>
              <a:rPr lang="en" sz="12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Allows us to group the data of a dataframe based on one or more columns that will be considered as factors or categorical. Remember that group_by() must always be closed with the ungroup() function.</a:t>
            </a:r>
            <a:endParaRPr sz="12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○"/>
            </a:pPr>
            <a:r>
              <a:rPr lang="en" sz="1200" b="1" i="0" u="none" strike="noStrike" cap="none">
                <a:solidFill>
                  <a:schemeClr val="lt2"/>
                </a:solidFill>
                <a:latin typeface="Poppins"/>
                <a:ea typeface="Poppins"/>
                <a:cs typeface="Poppins"/>
                <a:sym typeface="Poppins"/>
              </a:rPr>
              <a:t>summarise()</a:t>
            </a:r>
            <a:r>
              <a:rPr lang="en" sz="12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Allows us to generate measures of an entire dataset. It is usually used with the group_by() function to generate calculations or measures at the subgroup level within the dataset.</a:t>
            </a:r>
            <a:endParaRPr sz="12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56" name="Google Shape;856;p19"/>
          <p:cNvSpPr/>
          <p:nvPr/>
        </p:nvSpPr>
        <p:spPr>
          <a:xfrm>
            <a:off x="7082675" y="4537175"/>
            <a:ext cx="837600" cy="328500"/>
          </a:xfrm>
          <a:prstGeom prst="ellipse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p20"/>
          <p:cNvSpPr txBox="1">
            <a:spLocks noGrp="1"/>
          </p:cNvSpPr>
          <p:nvPr>
            <p:ph type="title"/>
          </p:nvPr>
        </p:nvSpPr>
        <p:spPr>
          <a:xfrm>
            <a:off x="444450" y="1821875"/>
            <a:ext cx="8255100" cy="7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4600"/>
              <a:t>BREAK TIME</a:t>
            </a:r>
            <a:endParaRPr sz="4600"/>
          </a:p>
        </p:txBody>
      </p:sp>
      <p:sp>
        <p:nvSpPr>
          <p:cNvPr id="862" name="Google Shape;862;p20"/>
          <p:cNvSpPr txBox="1">
            <a:spLocks noGrp="1"/>
          </p:cNvSpPr>
          <p:nvPr>
            <p:ph type="title"/>
          </p:nvPr>
        </p:nvSpPr>
        <p:spPr>
          <a:xfrm>
            <a:off x="1728825" y="2552975"/>
            <a:ext cx="5832600" cy="4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endParaRPr sz="1500" b="0"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1500" b="0"/>
              <a:t>See you in 15 minutes</a:t>
            </a:r>
            <a:endParaRPr sz="1500" b="0" i="1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7" name="Google Shape;867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8925" y="1462088"/>
            <a:ext cx="7934325" cy="2219325"/>
          </a:xfrm>
          <a:prstGeom prst="rect">
            <a:avLst/>
          </a:prstGeom>
          <a:noFill/>
          <a:ln>
            <a:noFill/>
          </a:ln>
        </p:spPr>
      </p:pic>
      <p:sp>
        <p:nvSpPr>
          <p:cNvPr id="868" name="Google Shape;868;p21"/>
          <p:cNvSpPr txBox="1">
            <a:spLocks noGrp="1"/>
          </p:cNvSpPr>
          <p:nvPr>
            <p:ph type="title"/>
          </p:nvPr>
        </p:nvSpPr>
        <p:spPr>
          <a:xfrm>
            <a:off x="158150" y="129450"/>
            <a:ext cx="8255100" cy="7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3000"/>
              <a:t>A not tidy dataset</a:t>
            </a:r>
            <a:endParaRPr sz="3000"/>
          </a:p>
        </p:txBody>
      </p:sp>
      <p:sp>
        <p:nvSpPr>
          <p:cNvPr id="869" name="Google Shape;869;p21"/>
          <p:cNvSpPr txBox="1"/>
          <p:nvPr/>
        </p:nvSpPr>
        <p:spPr>
          <a:xfrm>
            <a:off x="891650" y="1037175"/>
            <a:ext cx="7521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World development indicators (World Bank database)</a:t>
            </a:r>
            <a:endParaRPr sz="14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70" name="Google Shape;870;p21"/>
          <p:cNvSpPr txBox="1">
            <a:spLocks noGrp="1"/>
          </p:cNvSpPr>
          <p:nvPr>
            <p:ph type="subTitle" idx="4294967295"/>
          </p:nvPr>
        </p:nvSpPr>
        <p:spPr>
          <a:xfrm>
            <a:off x="7504500" y="4855363"/>
            <a:ext cx="4528800" cy="4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</a:pPr>
            <a:r>
              <a:rPr lang="en" sz="10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Fuente: Carlos Daboín</a:t>
            </a:r>
            <a:endParaRPr sz="10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p22"/>
          <p:cNvSpPr txBox="1">
            <a:spLocks noGrp="1"/>
          </p:cNvSpPr>
          <p:nvPr>
            <p:ph type="title"/>
          </p:nvPr>
        </p:nvSpPr>
        <p:spPr>
          <a:xfrm>
            <a:off x="158150" y="129450"/>
            <a:ext cx="8255100" cy="7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3000"/>
              <a:t>A tidy dataset</a:t>
            </a:r>
            <a:endParaRPr sz="3000"/>
          </a:p>
        </p:txBody>
      </p:sp>
      <p:sp>
        <p:nvSpPr>
          <p:cNvPr id="876" name="Google Shape;876;p22"/>
          <p:cNvSpPr txBox="1"/>
          <p:nvPr/>
        </p:nvSpPr>
        <p:spPr>
          <a:xfrm>
            <a:off x="891650" y="1037175"/>
            <a:ext cx="7521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World development indicators (World Bank database), versión </a:t>
            </a:r>
            <a:r>
              <a:rPr lang="en" sz="1400" b="0" i="1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tidy</a:t>
            </a:r>
            <a:endParaRPr sz="1400" b="0" i="1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77" name="Google Shape;877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76525" y="1614000"/>
            <a:ext cx="5084150" cy="2606550"/>
          </a:xfrm>
          <a:prstGeom prst="rect">
            <a:avLst/>
          </a:prstGeom>
          <a:noFill/>
          <a:ln>
            <a:noFill/>
          </a:ln>
        </p:spPr>
      </p:pic>
      <p:sp>
        <p:nvSpPr>
          <p:cNvPr id="878" name="Google Shape;878;p22"/>
          <p:cNvSpPr txBox="1">
            <a:spLocks noGrp="1"/>
          </p:cNvSpPr>
          <p:nvPr>
            <p:ph type="subTitle" idx="4294967295"/>
          </p:nvPr>
        </p:nvSpPr>
        <p:spPr>
          <a:xfrm>
            <a:off x="7504500" y="4855363"/>
            <a:ext cx="4528800" cy="4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</a:pPr>
            <a:r>
              <a:rPr lang="en" sz="10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Fuente: Carlos Daboín</a:t>
            </a:r>
            <a:endParaRPr sz="10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Google Shape;883;p23"/>
          <p:cNvSpPr txBox="1">
            <a:spLocks noGrp="1"/>
          </p:cNvSpPr>
          <p:nvPr>
            <p:ph type="title"/>
          </p:nvPr>
        </p:nvSpPr>
        <p:spPr>
          <a:xfrm>
            <a:off x="158150" y="129450"/>
            <a:ext cx="8886600" cy="7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3000"/>
              <a:t>Long vs wide data</a:t>
            </a:r>
            <a:endParaRPr sz="3000">
              <a:solidFill>
                <a:schemeClr val="lt2"/>
              </a:solidFill>
            </a:endParaRPr>
          </a:p>
        </p:txBody>
      </p:sp>
      <p:sp>
        <p:nvSpPr>
          <p:cNvPr id="884" name="Google Shape;884;p23"/>
          <p:cNvSpPr txBox="1">
            <a:spLocks noGrp="1"/>
          </p:cNvSpPr>
          <p:nvPr>
            <p:ph type="title"/>
          </p:nvPr>
        </p:nvSpPr>
        <p:spPr>
          <a:xfrm>
            <a:off x="444450" y="1066525"/>
            <a:ext cx="8255100" cy="3480300"/>
          </a:xfrm>
          <a:prstGeom prst="rect">
            <a:avLst/>
          </a:prstGeom>
          <a:solidFill>
            <a:srgbClr val="00255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1700" b="0"/>
              <a:t>A dataset can be written in two formats:</a:t>
            </a:r>
            <a:endParaRPr sz="1700" b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endParaRPr sz="1700" b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1700">
                <a:solidFill>
                  <a:schemeClr val="lt2"/>
                </a:solidFill>
              </a:rPr>
              <a:t>Wide </a:t>
            </a:r>
            <a:r>
              <a:rPr lang="en" sz="1700" b="0"/>
              <a:t>→ Format in which one or more columns are the levels of a factor (correspond to different categories of the same variable).</a:t>
            </a:r>
            <a:endParaRPr sz="1700" b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endParaRPr sz="1700" b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1700">
                <a:solidFill>
                  <a:schemeClr val="lt2"/>
                </a:solidFill>
              </a:rPr>
              <a:t>Long </a:t>
            </a:r>
            <a:r>
              <a:rPr lang="en" sz="1700" b="0"/>
              <a:t>→ Format in which each column corresponds to a variable and the observations in the column are the different values (can be factors). Tidy format.</a:t>
            </a:r>
            <a:endParaRPr sz="1700" b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endParaRPr sz="1700" b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1700" b="0"/>
              <a:t>Although the </a:t>
            </a:r>
            <a:r>
              <a:rPr lang="en" sz="1700"/>
              <a:t>long </a:t>
            </a:r>
            <a:r>
              <a:rPr lang="en" sz="1700" b="0"/>
              <a:t>format is considered the most efficient for data analysis, the wide format can be used to present tables for easier reading by people reviewing the data.</a:t>
            </a:r>
            <a:endParaRPr sz="1700" b="0"/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endParaRPr sz="16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9" name="Google Shape;889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88400" y="1135075"/>
            <a:ext cx="5967200" cy="1518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0" name="Google Shape;890;p2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016750" y="2928250"/>
            <a:ext cx="5110502" cy="1939800"/>
          </a:xfrm>
          <a:prstGeom prst="rect">
            <a:avLst/>
          </a:prstGeom>
          <a:noFill/>
          <a:ln>
            <a:noFill/>
          </a:ln>
        </p:spPr>
      </p:pic>
      <p:sp>
        <p:nvSpPr>
          <p:cNvPr id="891" name="Google Shape;891;p24"/>
          <p:cNvSpPr txBox="1">
            <a:spLocks noGrp="1"/>
          </p:cNvSpPr>
          <p:nvPr>
            <p:ph type="title"/>
          </p:nvPr>
        </p:nvSpPr>
        <p:spPr>
          <a:xfrm>
            <a:off x="0" y="1116450"/>
            <a:ext cx="1596300" cy="14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2100"/>
              <a:t>Wide</a:t>
            </a:r>
            <a:endParaRPr sz="2100"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2100"/>
              <a:t>(not tidy)</a:t>
            </a:r>
            <a:endParaRPr sz="2100"/>
          </a:p>
        </p:txBody>
      </p:sp>
      <p:sp>
        <p:nvSpPr>
          <p:cNvPr id="892" name="Google Shape;892;p24"/>
          <p:cNvSpPr txBox="1">
            <a:spLocks noGrp="1"/>
          </p:cNvSpPr>
          <p:nvPr>
            <p:ph type="title"/>
          </p:nvPr>
        </p:nvSpPr>
        <p:spPr>
          <a:xfrm>
            <a:off x="7376250" y="3194200"/>
            <a:ext cx="1596300" cy="14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2100"/>
              <a:t>Long</a:t>
            </a:r>
            <a:endParaRPr sz="2100"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2100"/>
              <a:t>(tidy)</a:t>
            </a:r>
            <a:endParaRPr sz="2100"/>
          </a:p>
        </p:txBody>
      </p:sp>
      <p:sp>
        <p:nvSpPr>
          <p:cNvPr id="893" name="Google Shape;893;p24"/>
          <p:cNvSpPr txBox="1">
            <a:spLocks noGrp="1"/>
          </p:cNvSpPr>
          <p:nvPr>
            <p:ph type="title"/>
          </p:nvPr>
        </p:nvSpPr>
        <p:spPr>
          <a:xfrm>
            <a:off x="158150" y="129450"/>
            <a:ext cx="8886600" cy="7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3000"/>
              <a:t>Long vs wide data</a:t>
            </a:r>
            <a:endParaRPr sz="300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p25"/>
          <p:cNvSpPr txBox="1">
            <a:spLocks noGrp="1"/>
          </p:cNvSpPr>
          <p:nvPr>
            <p:ph type="title"/>
          </p:nvPr>
        </p:nvSpPr>
        <p:spPr>
          <a:xfrm>
            <a:off x="128700" y="335425"/>
            <a:ext cx="8886600" cy="7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3000"/>
              <a:t>What to do if we want to transform the format from wide to long or vice versa?</a:t>
            </a:r>
            <a:endParaRPr sz="3000"/>
          </a:p>
        </p:txBody>
      </p:sp>
      <p:sp>
        <p:nvSpPr>
          <p:cNvPr id="899" name="Google Shape;899;p25"/>
          <p:cNvSpPr txBox="1">
            <a:spLocks noGrp="1"/>
          </p:cNvSpPr>
          <p:nvPr>
            <p:ph type="title"/>
          </p:nvPr>
        </p:nvSpPr>
        <p:spPr>
          <a:xfrm>
            <a:off x="444450" y="1066525"/>
            <a:ext cx="8255100" cy="3862500"/>
          </a:xfrm>
          <a:prstGeom prst="rect">
            <a:avLst/>
          </a:prstGeom>
          <a:solidFill>
            <a:srgbClr val="00255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3000"/>
              <a:buNone/>
            </a:pPr>
            <a:r>
              <a:rPr lang="en" sz="1900">
                <a:solidFill>
                  <a:schemeClr val="lt2"/>
                </a:solidFill>
              </a:rPr>
              <a:t>R has the answer!</a:t>
            </a:r>
            <a:endParaRPr sz="1900">
              <a:solidFill>
                <a:schemeClr val="lt2"/>
              </a:solidFill>
            </a:endParaRPr>
          </a:p>
          <a:p>
            <a:pPr marL="0" lvl="0" indent="0" algn="ctr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3000"/>
              <a:buNone/>
            </a:pPr>
            <a:endParaRPr sz="1900">
              <a:solidFill>
                <a:schemeClr val="lt2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1500" b="0"/>
              <a:t>If we want to change a dataset from wide to long (columns → rows)</a:t>
            </a:r>
            <a:endParaRPr sz="1500" b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1500" b="0"/>
              <a:t>we use the function</a:t>
            </a:r>
            <a:endParaRPr sz="1500" b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endParaRPr sz="1500" b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1500">
                <a:solidFill>
                  <a:schemeClr val="lt2"/>
                </a:solidFill>
              </a:rPr>
              <a:t>pivot_longer</a:t>
            </a:r>
            <a:r>
              <a:rPr lang="en" sz="1500" b="0"/>
              <a:t>(c(columns_we_want_to_transform),</a:t>
            </a:r>
            <a:endParaRPr sz="1500" b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1500" b="0"/>
              <a:t>                        </a:t>
            </a:r>
            <a:r>
              <a:rPr lang="en" sz="1500" b="0">
                <a:solidFill>
                  <a:schemeClr val="lt2"/>
                </a:solidFill>
              </a:rPr>
              <a:t> names_to</a:t>
            </a:r>
            <a:r>
              <a:rPr lang="en" sz="1500" b="0"/>
              <a:t> = new_column_name_for_names, </a:t>
            </a:r>
            <a:endParaRPr sz="1500" b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1500" b="0"/>
              <a:t>                        </a:t>
            </a:r>
            <a:r>
              <a:rPr lang="en" sz="1500" b="0">
                <a:solidFill>
                  <a:schemeClr val="lt2"/>
                </a:solidFill>
              </a:rPr>
              <a:t> values_to</a:t>
            </a:r>
            <a:r>
              <a:rPr lang="en" sz="1500" b="0"/>
              <a:t> = new_column_name_for_values)</a:t>
            </a:r>
            <a:endParaRPr sz="1500" b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endParaRPr sz="1500" b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1500" b="0"/>
              <a:t>If we want to change a dataset from long to wide (rows → columns) we use the function</a:t>
            </a:r>
            <a:endParaRPr sz="1500" b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endParaRPr sz="1500" b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1500">
                <a:solidFill>
                  <a:schemeClr val="lt2"/>
                </a:solidFill>
              </a:rPr>
              <a:t>pivot_wider</a:t>
            </a:r>
            <a:r>
              <a:rPr lang="en" sz="1500" b="0"/>
              <a:t>(c(columns_we_want_to_transform),</a:t>
            </a:r>
            <a:endParaRPr sz="1500" b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1500" b="0"/>
              <a:t>                         </a:t>
            </a:r>
            <a:r>
              <a:rPr lang="en" sz="1500" b="0">
                <a:solidFill>
                  <a:schemeClr val="lt2"/>
                </a:solidFill>
              </a:rPr>
              <a:t>values_from </a:t>
            </a:r>
            <a:r>
              <a:rPr lang="en" sz="1500" b="0"/>
              <a:t>= column_with_values,</a:t>
            </a:r>
            <a:endParaRPr sz="1500" b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1500" b="0"/>
              <a:t>                          </a:t>
            </a:r>
            <a:r>
              <a:rPr lang="en" sz="1500" b="0">
                <a:solidFill>
                  <a:schemeClr val="lt2"/>
                </a:solidFill>
              </a:rPr>
              <a:t>names_from </a:t>
            </a:r>
            <a:r>
              <a:rPr lang="en" sz="1500" b="0"/>
              <a:t>= column_with_names)</a:t>
            </a:r>
            <a:endParaRPr sz="1500" b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1700" b="0"/>
              <a:t>                          </a:t>
            </a:r>
            <a:endParaRPr sz="1700" b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p26"/>
          <p:cNvSpPr txBox="1">
            <a:spLocks noGrp="1"/>
          </p:cNvSpPr>
          <p:nvPr>
            <p:ph type="title"/>
          </p:nvPr>
        </p:nvSpPr>
        <p:spPr>
          <a:xfrm>
            <a:off x="128700" y="569650"/>
            <a:ext cx="8886600" cy="7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endParaRPr sz="30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3000"/>
              <a:t>Manipulate columns: separate() and unite() functions</a:t>
            </a:r>
            <a:endParaRPr sz="3000"/>
          </a:p>
        </p:txBody>
      </p:sp>
      <p:sp>
        <p:nvSpPr>
          <p:cNvPr id="905" name="Google Shape;905;p26"/>
          <p:cNvSpPr txBox="1">
            <a:spLocks noGrp="1"/>
          </p:cNvSpPr>
          <p:nvPr>
            <p:ph type="title"/>
          </p:nvPr>
        </p:nvSpPr>
        <p:spPr>
          <a:xfrm>
            <a:off x="444450" y="1300750"/>
            <a:ext cx="8255100" cy="3628200"/>
          </a:xfrm>
          <a:prstGeom prst="rect">
            <a:avLst/>
          </a:prstGeom>
          <a:solidFill>
            <a:srgbClr val="00255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3000"/>
              <a:buNone/>
            </a:pPr>
            <a:r>
              <a:rPr lang="en" sz="1500" b="0"/>
              <a:t>Now, if we want to separate or unite column values, we can use the separate() and unite() functions.</a:t>
            </a:r>
            <a:endParaRPr sz="1500" b="0"/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3000"/>
              <a:buNone/>
            </a:pPr>
            <a:r>
              <a:rPr lang="en" sz="1500" b="0"/>
              <a:t>If we want to separate the sex and year</a:t>
            </a:r>
            <a:endParaRPr sz="1500" b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1500" b="0"/>
              <a:t> variables into two columns, </a:t>
            </a:r>
            <a:endParaRPr sz="1500" b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1500" b="0"/>
              <a:t>we use the </a:t>
            </a:r>
            <a:r>
              <a:rPr lang="en" sz="1500"/>
              <a:t>separate()</a:t>
            </a:r>
            <a:r>
              <a:rPr lang="en" sz="1500" b="0"/>
              <a:t> function.</a:t>
            </a:r>
            <a:endParaRPr sz="1500" b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endParaRPr sz="1500" b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endParaRPr sz="1700">
              <a:solidFill>
                <a:schemeClr val="lt2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1700">
                <a:solidFill>
                  <a:schemeClr val="lt2"/>
                </a:solidFill>
              </a:rPr>
              <a:t>separate(</a:t>
            </a:r>
            <a:r>
              <a:rPr lang="en" sz="1700" b="0">
                <a:solidFill>
                  <a:schemeClr val="lt2"/>
                </a:solidFill>
              </a:rPr>
              <a:t>variable_to_sep,</a:t>
            </a:r>
            <a:endParaRPr sz="1700" b="0">
              <a:solidFill>
                <a:schemeClr val="lt2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1700" b="0">
                <a:solidFill>
                  <a:schemeClr val="lt2"/>
                </a:solidFill>
              </a:rPr>
              <a:t>                   into = c(‘var_1’,</a:t>
            </a:r>
            <a:endParaRPr sz="1700" b="0">
              <a:solidFill>
                <a:schemeClr val="lt2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1700" b="0">
                <a:solidFill>
                  <a:schemeClr val="lt2"/>
                </a:solidFill>
              </a:rPr>
              <a:t>                                    ‘var_2’),</a:t>
            </a:r>
            <a:endParaRPr sz="1700" b="0">
              <a:solidFill>
                <a:schemeClr val="lt2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1700" b="0">
                <a:solidFill>
                  <a:schemeClr val="lt2"/>
                </a:solidFill>
              </a:rPr>
              <a:t>                   sep = ‘_’ o separator)</a:t>
            </a:r>
            <a:endParaRPr sz="1700" b="0">
              <a:solidFill>
                <a:schemeClr val="lt2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endParaRPr sz="1700">
              <a:solidFill>
                <a:schemeClr val="lt2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1700"/>
              <a:t>separate(sex_year, into = c(“sex”, “year”), sep = “_”)</a:t>
            </a:r>
            <a:endParaRPr sz="1100" b="0"/>
          </a:p>
        </p:txBody>
      </p:sp>
      <p:pic>
        <p:nvPicPr>
          <p:cNvPr id="906" name="Google Shape;906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36522" y="2102150"/>
            <a:ext cx="3885075" cy="1999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p27"/>
          <p:cNvSpPr txBox="1">
            <a:spLocks noGrp="1"/>
          </p:cNvSpPr>
          <p:nvPr>
            <p:ph type="title"/>
          </p:nvPr>
        </p:nvSpPr>
        <p:spPr>
          <a:xfrm>
            <a:off x="444450" y="1300750"/>
            <a:ext cx="8255100" cy="3628200"/>
          </a:xfrm>
          <a:prstGeom prst="rect">
            <a:avLst/>
          </a:prstGeom>
          <a:solidFill>
            <a:srgbClr val="00255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1700" b="0"/>
              <a:t>If we want to unite the sex and year </a:t>
            </a:r>
            <a:endParaRPr sz="1700" b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1700" b="0"/>
              <a:t>variables into two columns, </a:t>
            </a:r>
            <a:endParaRPr sz="1700" b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1700" b="0"/>
              <a:t>we use the unite() function.</a:t>
            </a:r>
            <a:endParaRPr sz="1700">
              <a:solidFill>
                <a:schemeClr val="lt2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endParaRPr sz="1700">
              <a:solidFill>
                <a:schemeClr val="lt2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endParaRPr sz="1700">
              <a:solidFill>
                <a:schemeClr val="lt2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1700">
                <a:solidFill>
                  <a:schemeClr val="lt2"/>
                </a:solidFill>
              </a:rPr>
              <a:t>unite(</a:t>
            </a:r>
            <a:r>
              <a:rPr lang="en" sz="1700" b="0">
                <a:solidFill>
                  <a:schemeClr val="lt2"/>
                </a:solidFill>
              </a:rPr>
              <a:t>var_1, var_2, var_n,</a:t>
            </a:r>
            <a:endParaRPr sz="1700" b="0">
              <a:solidFill>
                <a:schemeClr val="lt2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1700" b="0">
                <a:solidFill>
                  <a:schemeClr val="lt2"/>
                </a:solidFill>
              </a:rPr>
              <a:t>                  col = “name_new_var”,</a:t>
            </a:r>
            <a:endParaRPr sz="1700" b="0">
              <a:solidFill>
                <a:schemeClr val="lt2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1700" b="0">
                <a:solidFill>
                  <a:schemeClr val="lt2"/>
                </a:solidFill>
              </a:rPr>
              <a:t>                   sep = ‘_’ o separator)</a:t>
            </a:r>
            <a:endParaRPr sz="1700" b="0">
              <a:solidFill>
                <a:schemeClr val="lt2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endParaRPr sz="17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endParaRPr sz="17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endParaRPr sz="17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1700"/>
              <a:t>unite(sex, year,  col = “sex_year”, sep = “_”)</a:t>
            </a:r>
            <a:endParaRPr sz="17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endParaRPr sz="1700"/>
          </a:p>
        </p:txBody>
      </p:sp>
      <p:pic>
        <p:nvPicPr>
          <p:cNvPr id="912" name="Google Shape;912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19425" y="1078050"/>
            <a:ext cx="3566400" cy="3099925"/>
          </a:xfrm>
          <a:prstGeom prst="rect">
            <a:avLst/>
          </a:prstGeom>
          <a:noFill/>
          <a:ln>
            <a:noFill/>
          </a:ln>
        </p:spPr>
      </p:pic>
      <p:sp>
        <p:nvSpPr>
          <p:cNvPr id="913" name="Google Shape;913;p27"/>
          <p:cNvSpPr txBox="1">
            <a:spLocks noGrp="1"/>
          </p:cNvSpPr>
          <p:nvPr>
            <p:ph type="title"/>
          </p:nvPr>
        </p:nvSpPr>
        <p:spPr>
          <a:xfrm>
            <a:off x="128700" y="569650"/>
            <a:ext cx="8886600" cy="7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endParaRPr sz="30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3000"/>
              <a:t>Manipulate columns: separate() and unite() functions</a:t>
            </a:r>
            <a:endParaRPr sz="30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" name="Google Shape;918;p28"/>
          <p:cNvSpPr txBox="1">
            <a:spLocks noGrp="1"/>
          </p:cNvSpPr>
          <p:nvPr>
            <p:ph type="title"/>
          </p:nvPr>
        </p:nvSpPr>
        <p:spPr>
          <a:xfrm>
            <a:off x="444450" y="1821875"/>
            <a:ext cx="8255100" cy="7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4600"/>
              <a:t>Let's continue practicing</a:t>
            </a:r>
            <a:endParaRPr sz="4600"/>
          </a:p>
        </p:txBody>
      </p:sp>
      <p:sp>
        <p:nvSpPr>
          <p:cNvPr id="919" name="Google Shape;919;p28"/>
          <p:cNvSpPr txBox="1">
            <a:spLocks noGrp="1"/>
          </p:cNvSpPr>
          <p:nvPr>
            <p:ph type="title"/>
          </p:nvPr>
        </p:nvSpPr>
        <p:spPr>
          <a:xfrm>
            <a:off x="1728825" y="2552975"/>
            <a:ext cx="6318300" cy="4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endParaRPr sz="1500" b="0"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1500" b="0"/>
              <a:t>Script 0</a:t>
            </a:r>
            <a:r>
              <a:rPr lang="en" sz="1500" b="0" i="1"/>
              <a:t>8_reshape-data.R</a:t>
            </a:r>
            <a:endParaRPr sz="1500" b="0" i="1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4" name="Google Shape;924;p29"/>
          <p:cNvSpPr txBox="1">
            <a:spLocks noGrp="1"/>
          </p:cNvSpPr>
          <p:nvPr>
            <p:ph type="title"/>
          </p:nvPr>
        </p:nvSpPr>
        <p:spPr>
          <a:xfrm>
            <a:off x="537375" y="423825"/>
            <a:ext cx="8255100" cy="7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3000"/>
              <a:t>Task para la próxima semana: </a:t>
            </a:r>
            <a:endParaRPr sz="3000"/>
          </a:p>
        </p:txBody>
      </p:sp>
      <p:cxnSp>
        <p:nvCxnSpPr>
          <p:cNvPr id="925" name="Google Shape;925;p29"/>
          <p:cNvCxnSpPr/>
          <p:nvPr/>
        </p:nvCxnSpPr>
        <p:spPr>
          <a:xfrm>
            <a:off x="1807272" y="1309279"/>
            <a:ext cx="931200" cy="0"/>
          </a:xfrm>
          <a:prstGeom prst="straightConnector1">
            <a:avLst/>
          </a:prstGeom>
          <a:noFill/>
          <a:ln w="762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26" name="Google Shape;926;p29"/>
          <p:cNvSpPr txBox="1"/>
          <p:nvPr/>
        </p:nvSpPr>
        <p:spPr>
          <a:xfrm>
            <a:off x="262775" y="1660125"/>
            <a:ext cx="8255100" cy="251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" sz="2500" b="1" i="0" u="none" strike="noStrike" cap="none">
                <a:solidFill>
                  <a:srgbClr val="7FCEF2"/>
                </a:solidFill>
                <a:latin typeface="Poppins"/>
                <a:ea typeface="Poppins"/>
                <a:cs typeface="Poppins"/>
                <a:sym typeface="Poppins"/>
              </a:rPr>
              <a:t>Asignación 2 </a:t>
            </a:r>
            <a:r>
              <a:rPr lang="en" sz="2500" b="0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(Sección de tareas, M7)</a:t>
            </a:r>
            <a:endParaRPr sz="2500" b="0" i="0" u="none" strike="noStrike" cap="non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914400" marR="0" lvl="1" indent="-3238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Poppins"/>
              <a:buChar char="○"/>
            </a:pPr>
            <a:r>
              <a:rPr lang="en" sz="1500" b="0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Actividades sencillas para ser realizadas de forma grupal para comprobar los conocimientos que tenemos hasta el momento</a:t>
            </a:r>
            <a:endParaRPr sz="1500" b="0" i="0" u="none" strike="noStrike" cap="non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1371600" marR="0" lvl="2" indent="-3238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Poppins"/>
              <a:buChar char="■"/>
            </a:pPr>
            <a:r>
              <a:rPr lang="en" sz="1500" b="0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Habrá distintas secciones y actividades, suficientes para poder repartir el trabajo en el equipo </a:t>
            </a:r>
            <a:endParaRPr sz="1500" b="0" i="0" u="none" strike="noStrike" cap="non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914400" marR="0" lvl="1" indent="-3238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Poppins"/>
              <a:buChar char="○"/>
            </a:pPr>
            <a:r>
              <a:rPr lang="en" sz="1500" b="0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Pequeño apartado para adjuntar el dataset crudo  a emplear en el Proyecto, así como una descripción de las variables relevantes que piensan que pueden ser útiles en el desarrollo del mismo</a:t>
            </a:r>
            <a:endParaRPr sz="1500" b="0" i="0" u="none" strike="noStrike" cap="non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914400" marR="0" lvl="1" indent="-3238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Poppins"/>
              <a:buChar char="○"/>
            </a:pPr>
            <a:r>
              <a:rPr lang="en" sz="1500" b="0" i="0" u="sng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Ponderación</a:t>
            </a:r>
            <a:r>
              <a:rPr lang="en" sz="1500" b="0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: </a:t>
            </a:r>
            <a:r>
              <a:rPr lang="en" sz="15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6% de nota definitiva</a:t>
            </a:r>
            <a:endParaRPr sz="1500" b="1" i="0" u="none" strike="noStrike" cap="non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914400" marR="0" lvl="1" indent="-3238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Poppins"/>
              <a:buChar char="○"/>
            </a:pPr>
            <a:r>
              <a:rPr lang="en" sz="1500" b="0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Entrega:</a:t>
            </a:r>
            <a:r>
              <a:rPr lang="en" sz="15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Lunes 21 octubre</a:t>
            </a:r>
            <a:endParaRPr sz="1500" b="1" i="0" u="none" strike="noStrike" cap="non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atistical Methods in Public Health - Master of Science in Biostatistics by Slidesgo">
  <a:themeElements>
    <a:clrScheme name="Simple Light">
      <a:dk1>
        <a:srgbClr val="FFFFFF"/>
      </a:dk1>
      <a:lt1>
        <a:srgbClr val="295D82"/>
      </a:lt1>
      <a:dk2>
        <a:srgbClr val="0A244F"/>
      </a:dk2>
      <a:lt2>
        <a:srgbClr val="00DFD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1169</Words>
  <Application>Microsoft Office PowerPoint</Application>
  <PresentationFormat>Presentación en pantalla (16:9)</PresentationFormat>
  <Paragraphs>161</Paragraphs>
  <Slides>29</Slides>
  <Notes>29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29</vt:i4>
      </vt:variant>
    </vt:vector>
  </HeadingPairs>
  <TitlesOfParts>
    <vt:vector size="34" baseType="lpstr">
      <vt:lpstr>Poppins</vt:lpstr>
      <vt:lpstr>Poppins Light</vt:lpstr>
      <vt:lpstr>Arial</vt:lpstr>
      <vt:lpstr>Nunito Light</vt:lpstr>
      <vt:lpstr>Statistical Methods in Public Health - Master of Science in Biostatistics by Slidesgo</vt:lpstr>
      <vt:lpstr>Presentación de PowerPoint</vt:lpstr>
      <vt:lpstr>Data handling in R</vt:lpstr>
      <vt:lpstr>Introduction to the tidyverse</vt:lpstr>
      <vt:lpstr>Provides solutions for each stage of data analysis  It has at least 8 libraries that we will use throughout the course. In this session, we will be exploring the dplyr() library.       </vt:lpstr>
      <vt:lpstr>Tidy or not?</vt:lpstr>
      <vt:lpstr>Tidy or not?</vt:lpstr>
      <vt:lpstr>Package dplyr</vt:lpstr>
      <vt:lpstr>Pipe operator %&gt;%</vt:lpstr>
      <vt:lpstr>Dplyr in action: select()</vt:lpstr>
      <vt:lpstr>Dplyr in action: select()</vt:lpstr>
      <vt:lpstr>Dplyr in action: select()</vt:lpstr>
      <vt:lpstr>Dplyr in action: select()</vt:lpstr>
      <vt:lpstr>Dplyr in action: filter()</vt:lpstr>
      <vt:lpstr>Dplyr in action: mutate()</vt:lpstr>
      <vt:lpstr>Dplyr in action: summarise() or reframe()</vt:lpstr>
      <vt:lpstr>Dplyr in action: group_by()</vt:lpstr>
      <vt:lpstr> Dplyr in action: rename()</vt:lpstr>
      <vt:lpstr>Let’s practice</vt:lpstr>
      <vt:lpstr>Brief review of script 07</vt:lpstr>
      <vt:lpstr>BREAK TIME</vt:lpstr>
      <vt:lpstr>A not tidy dataset</vt:lpstr>
      <vt:lpstr>A tidy dataset</vt:lpstr>
      <vt:lpstr>Long vs wide data</vt:lpstr>
      <vt:lpstr>Wide (not tidy)</vt:lpstr>
      <vt:lpstr>What to do if we want to transform the format from wide to long or vice versa?</vt:lpstr>
      <vt:lpstr> Manipulate columns: separate() and unite() functions</vt:lpstr>
      <vt:lpstr>If we want to unite the sex and year  variables into two columns,  we use the unite() function.   unite(var_1, var_2, var_n,                   col = “name_new_var”,                    sep = ‘_’ o separator)    unite(sex, year,  col = “sex_year”, sep = “_”) </vt:lpstr>
      <vt:lpstr>Let's continue practicing</vt:lpstr>
      <vt:lpstr>Task para la próxima semana: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Giorgio Cunto Morales</cp:lastModifiedBy>
  <cp:revision>1</cp:revision>
  <dcterms:modified xsi:type="dcterms:W3CDTF">2025-10-27T11:00:13Z</dcterms:modified>
</cp:coreProperties>
</file>