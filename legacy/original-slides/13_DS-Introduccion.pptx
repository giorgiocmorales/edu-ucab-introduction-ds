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Nunito Light" pitchFamily="2" charset="0"/>
      <p:regular r:id="rId16"/>
      <p:italic r:id="rId17"/>
    </p:embeddedFont>
    <p:embeddedFont>
      <p:font typeface="Poppins" panose="00000500000000000000" pitchFamily="2" charset="0"/>
      <p:regular r:id="rId18"/>
      <p:bold r:id="rId19"/>
      <p:italic r:id="rId20"/>
      <p:boldItalic r:id="rId21"/>
    </p:embeddedFont>
    <p:embeddedFont>
      <p:font typeface="Poppins Light" panose="00000400000000000000" pitchFamily="2" charset="0"/>
      <p:regular r:id="rId22"/>
      <p: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5a9264b4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25a9264b4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85b85003be_0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285b85003be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1ec4343f68b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1ec4343f68b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1ec4343f68b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1ec4343f68b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1ec4343f68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1ec4343f68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1ec4343f68b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1ec4343f68b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1ec4343f68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1ec4343f68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1ec4343f68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1ec4343f68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1ec4343f68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1ec4343f68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1ec4343f68b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1ec4343f68b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d68fd992c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g2d68fd992c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1ec4343f68b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1ec4343f68b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d68fd992c9_0_6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2d68fd992c9_0_6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846900" y="1098283"/>
            <a:ext cx="7584000" cy="2247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846900" y="3728338"/>
            <a:ext cx="45288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747801" y="-707126"/>
            <a:ext cx="10297750" cy="6227885"/>
            <a:chOff x="-747801" y="-707126"/>
            <a:chExt cx="10297750" cy="6227885"/>
          </a:xfrm>
        </p:grpSpPr>
        <p:grpSp>
          <p:nvGrpSpPr>
            <p:cNvPr id="13" name="Google Shape;13;p2"/>
            <p:cNvGrpSpPr/>
            <p:nvPr/>
          </p:nvGrpSpPr>
          <p:grpSpPr>
            <a:xfrm>
              <a:off x="-747801" y="-707126"/>
              <a:ext cx="2577275" cy="1833510"/>
              <a:chOff x="781874" y="1294774"/>
              <a:chExt cx="2577275" cy="1833510"/>
            </a:xfrm>
          </p:grpSpPr>
          <p:sp>
            <p:nvSpPr>
              <p:cNvPr id="14" name="Google Shape;14;p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a:off x="6972674" y="3687249"/>
              <a:ext cx="2577275" cy="1833510"/>
              <a:chOff x="781874" y="1294774"/>
              <a:chExt cx="2577275" cy="1833510"/>
            </a:xfrm>
          </p:grpSpPr>
          <p:sp>
            <p:nvSpPr>
              <p:cNvPr id="25" name="Google Shape;25;p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pic>
        <p:nvPicPr>
          <p:cNvPr id="36" name="Google Shape;36;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 name="Google Shape;37;p3"/>
          <p:cNvSpPr txBox="1">
            <a:spLocks noGrp="1"/>
          </p:cNvSpPr>
          <p:nvPr>
            <p:ph type="title"/>
          </p:nvPr>
        </p:nvSpPr>
        <p:spPr>
          <a:xfrm>
            <a:off x="713225" y="2344050"/>
            <a:ext cx="5067600" cy="9201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8" name="Google Shape;38;p3"/>
          <p:cNvSpPr txBox="1">
            <a:spLocks noGrp="1"/>
          </p:cNvSpPr>
          <p:nvPr>
            <p:ph type="title" idx="2" hasCustomPrompt="1"/>
          </p:nvPr>
        </p:nvSpPr>
        <p:spPr>
          <a:xfrm>
            <a:off x="713225" y="1353475"/>
            <a:ext cx="1652100" cy="915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9" name="Google Shape;39;p3"/>
          <p:cNvSpPr txBox="1">
            <a:spLocks noGrp="1"/>
          </p:cNvSpPr>
          <p:nvPr>
            <p:ph type="subTitle" idx="1"/>
          </p:nvPr>
        </p:nvSpPr>
        <p:spPr>
          <a:xfrm>
            <a:off x="713225" y="3415025"/>
            <a:ext cx="50676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0" name="Google Shape;40;p3"/>
          <p:cNvGrpSpPr/>
          <p:nvPr/>
        </p:nvGrpSpPr>
        <p:grpSpPr>
          <a:xfrm>
            <a:off x="6172199" y="136174"/>
            <a:ext cx="2791650" cy="4892530"/>
            <a:chOff x="6172199" y="136174"/>
            <a:chExt cx="2791650" cy="4892530"/>
          </a:xfrm>
        </p:grpSpPr>
        <p:grpSp>
          <p:nvGrpSpPr>
            <p:cNvPr id="41" name="Google Shape;41;p3"/>
            <p:cNvGrpSpPr/>
            <p:nvPr/>
          </p:nvGrpSpPr>
          <p:grpSpPr>
            <a:xfrm>
              <a:off x="6292024" y="136174"/>
              <a:ext cx="2577275" cy="1833510"/>
              <a:chOff x="781874" y="1294774"/>
              <a:chExt cx="2577275" cy="1833510"/>
            </a:xfrm>
          </p:grpSpPr>
          <p:sp>
            <p:nvSpPr>
              <p:cNvPr id="42" name="Google Shape;42;p3"/>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52;p3"/>
            <p:cNvGrpSpPr/>
            <p:nvPr/>
          </p:nvGrpSpPr>
          <p:grpSpPr>
            <a:xfrm>
              <a:off x="8027339" y="2095605"/>
              <a:ext cx="936510" cy="688006"/>
              <a:chOff x="3235964" y="2587955"/>
              <a:chExt cx="936510" cy="688006"/>
            </a:xfrm>
          </p:grpSpPr>
          <p:sp>
            <p:nvSpPr>
              <p:cNvPr id="53" name="Google Shape;53;p3"/>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5;p3"/>
            <p:cNvGrpSpPr/>
            <p:nvPr/>
          </p:nvGrpSpPr>
          <p:grpSpPr>
            <a:xfrm>
              <a:off x="8027628" y="3199534"/>
              <a:ext cx="935946" cy="1829159"/>
              <a:chOff x="4738303" y="2514672"/>
              <a:chExt cx="935946" cy="1829159"/>
            </a:xfrm>
          </p:grpSpPr>
          <p:sp>
            <p:nvSpPr>
              <p:cNvPr id="56" name="Google Shape;56;p3"/>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3"/>
            <p:cNvGrpSpPr/>
            <p:nvPr/>
          </p:nvGrpSpPr>
          <p:grpSpPr>
            <a:xfrm>
              <a:off x="6172199" y="4113949"/>
              <a:ext cx="1345775" cy="914755"/>
              <a:chOff x="2264799" y="3654374"/>
              <a:chExt cx="1345775" cy="914755"/>
            </a:xfrm>
          </p:grpSpPr>
          <p:sp>
            <p:nvSpPr>
              <p:cNvPr id="63" name="Google Shape;63;p3"/>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2"/>
              </a:buClr>
              <a:buSzPts val="1400"/>
              <a:buFont typeface="Poppins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69" name="Google Shape;69;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70" name="Google Shape;70;p4"/>
          <p:cNvGrpSpPr/>
          <p:nvPr/>
        </p:nvGrpSpPr>
        <p:grpSpPr>
          <a:xfrm>
            <a:off x="6899599" y="2745080"/>
            <a:ext cx="2577275" cy="2677354"/>
            <a:chOff x="6899599" y="2745080"/>
            <a:chExt cx="2577275" cy="2677354"/>
          </a:xfrm>
        </p:grpSpPr>
        <p:grpSp>
          <p:nvGrpSpPr>
            <p:cNvPr id="71" name="Google Shape;71;p4"/>
            <p:cNvGrpSpPr/>
            <p:nvPr/>
          </p:nvGrpSpPr>
          <p:grpSpPr>
            <a:xfrm>
              <a:off x="6899599" y="3588924"/>
              <a:ext cx="2577275" cy="1833510"/>
              <a:chOff x="781874" y="1294774"/>
              <a:chExt cx="2577275" cy="1833510"/>
            </a:xfrm>
          </p:grpSpPr>
          <p:sp>
            <p:nvSpPr>
              <p:cNvPr id="72" name="Google Shape;72;p4"/>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4"/>
            <p:cNvGrpSpPr/>
            <p:nvPr/>
          </p:nvGrpSpPr>
          <p:grpSpPr>
            <a:xfrm>
              <a:off x="7887114" y="2745080"/>
              <a:ext cx="936510" cy="688006"/>
              <a:chOff x="3235964" y="2587955"/>
              <a:chExt cx="936510" cy="688006"/>
            </a:xfrm>
          </p:grpSpPr>
          <p:sp>
            <p:nvSpPr>
              <p:cNvPr id="83" name="Google Shape;83;p4"/>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extLst>
    <p:ext uri="{DCECCB84-F9BA-43D5-87BE-67443E8EF086}">
      <p15:sldGuideLst xmlns:p15="http://schemas.microsoft.com/office/powerpoint/2012/main">
        <p15:guide id="1" orient="horz" pos="11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5"/>
        <p:cNvGrpSpPr/>
        <p:nvPr/>
      </p:nvGrpSpPr>
      <p:grpSpPr>
        <a:xfrm>
          <a:off x="0" y="0"/>
          <a:ext cx="0" cy="0"/>
          <a:chOff x="0" y="0"/>
          <a:chExt cx="0" cy="0"/>
        </a:xfrm>
      </p:grpSpPr>
      <p:sp>
        <p:nvSpPr>
          <p:cNvPr id="86" name="Google Shape;86;p5"/>
          <p:cNvSpPr txBox="1">
            <a:spLocks noGrp="1"/>
          </p:cNvSpPr>
          <p:nvPr>
            <p:ph type="subTitle" idx="1"/>
          </p:nvPr>
        </p:nvSpPr>
        <p:spPr>
          <a:xfrm>
            <a:off x="5055284" y="36952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7" name="Google Shape;87;p5"/>
          <p:cNvSpPr txBox="1">
            <a:spLocks noGrp="1"/>
          </p:cNvSpPr>
          <p:nvPr>
            <p:ph type="subTitle" idx="2"/>
          </p:nvPr>
        </p:nvSpPr>
        <p:spPr>
          <a:xfrm>
            <a:off x="1583300" y="36952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8" name="Google Shape;88;p5"/>
          <p:cNvSpPr txBox="1">
            <a:spLocks noGrp="1"/>
          </p:cNvSpPr>
          <p:nvPr>
            <p:ph type="subTitle" idx="3"/>
          </p:nvPr>
        </p:nvSpPr>
        <p:spPr>
          <a:xfrm>
            <a:off x="50552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89" name="Google Shape;89;p5"/>
          <p:cNvSpPr txBox="1">
            <a:spLocks noGrp="1"/>
          </p:cNvSpPr>
          <p:nvPr>
            <p:ph type="subTitle" idx="4"/>
          </p:nvPr>
        </p:nvSpPr>
        <p:spPr>
          <a:xfrm>
            <a:off x="15830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90" name="Google Shape;9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91" name="Google Shape;91;p5"/>
          <p:cNvGrpSpPr/>
          <p:nvPr/>
        </p:nvGrpSpPr>
        <p:grpSpPr>
          <a:xfrm>
            <a:off x="117324" y="1944274"/>
            <a:ext cx="9242625" cy="3033405"/>
            <a:chOff x="117324" y="1944274"/>
            <a:chExt cx="9242625" cy="3033405"/>
          </a:xfrm>
        </p:grpSpPr>
        <p:grpSp>
          <p:nvGrpSpPr>
            <p:cNvPr id="92" name="Google Shape;92;p5"/>
            <p:cNvGrpSpPr/>
            <p:nvPr/>
          </p:nvGrpSpPr>
          <p:grpSpPr>
            <a:xfrm>
              <a:off x="8424003" y="1944274"/>
              <a:ext cx="935946" cy="1833882"/>
              <a:chOff x="4738303" y="2509949"/>
              <a:chExt cx="935946" cy="1833882"/>
            </a:xfrm>
          </p:grpSpPr>
          <p:sp>
            <p:nvSpPr>
              <p:cNvPr id="93" name="Google Shape;93;p5"/>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5"/>
            <p:cNvGrpSpPr/>
            <p:nvPr/>
          </p:nvGrpSpPr>
          <p:grpSpPr>
            <a:xfrm>
              <a:off x="117324" y="4062924"/>
              <a:ext cx="1345775" cy="914755"/>
              <a:chOff x="2264799" y="3654374"/>
              <a:chExt cx="1345775" cy="914755"/>
            </a:xfrm>
          </p:grpSpPr>
          <p:sp>
            <p:nvSpPr>
              <p:cNvPr id="100" name="Google Shape;100;p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06" name="Google Shape;106;p6"/>
          <p:cNvGrpSpPr/>
          <p:nvPr/>
        </p:nvGrpSpPr>
        <p:grpSpPr>
          <a:xfrm>
            <a:off x="7481624" y="4031499"/>
            <a:ext cx="1345775" cy="914755"/>
            <a:chOff x="2264799" y="3654374"/>
            <a:chExt cx="1345775" cy="914755"/>
          </a:xfrm>
        </p:grpSpPr>
        <p:sp>
          <p:nvSpPr>
            <p:cNvPr id="107" name="Google Shape;107;p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1"/>
        <p:cNvGrpSpPr/>
        <p:nvPr/>
      </p:nvGrpSpPr>
      <p:grpSpPr>
        <a:xfrm>
          <a:off x="0" y="0"/>
          <a:ext cx="0" cy="0"/>
          <a:chOff x="0" y="0"/>
          <a:chExt cx="0" cy="0"/>
        </a:xfrm>
      </p:grpSpPr>
      <p:sp>
        <p:nvSpPr>
          <p:cNvPr id="112" name="Google Shape;112;p7"/>
          <p:cNvSpPr txBox="1">
            <a:spLocks noGrp="1"/>
          </p:cNvSpPr>
          <p:nvPr>
            <p:ph type="title"/>
          </p:nvPr>
        </p:nvSpPr>
        <p:spPr>
          <a:xfrm>
            <a:off x="720000" y="445025"/>
            <a:ext cx="4294800" cy="15243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3" name="Google Shape;113;p7"/>
          <p:cNvSpPr txBox="1">
            <a:spLocks noGrp="1"/>
          </p:cNvSpPr>
          <p:nvPr>
            <p:ph type="subTitle" idx="1"/>
          </p:nvPr>
        </p:nvSpPr>
        <p:spPr>
          <a:xfrm>
            <a:off x="720000" y="2000900"/>
            <a:ext cx="4294800" cy="2298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4"/>
        <p:cNvGrpSpPr/>
        <p:nvPr/>
      </p:nvGrpSpPr>
      <p:grpSpPr>
        <a:xfrm>
          <a:off x="0" y="0"/>
          <a:ext cx="0" cy="0"/>
          <a:chOff x="0" y="0"/>
          <a:chExt cx="0" cy="0"/>
        </a:xfrm>
      </p:grpSpPr>
      <p:pic>
        <p:nvPicPr>
          <p:cNvPr id="115" name="Google Shape;115;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6" name="Google Shape;116;p8"/>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17" name="Google Shape;117;p8"/>
          <p:cNvGrpSpPr/>
          <p:nvPr/>
        </p:nvGrpSpPr>
        <p:grpSpPr>
          <a:xfrm>
            <a:off x="-684701" y="-255601"/>
            <a:ext cx="9583450" cy="5227957"/>
            <a:chOff x="-684701" y="-255601"/>
            <a:chExt cx="9583450" cy="5227957"/>
          </a:xfrm>
        </p:grpSpPr>
        <p:grpSp>
          <p:nvGrpSpPr>
            <p:cNvPr id="118" name="Google Shape;118;p8"/>
            <p:cNvGrpSpPr/>
            <p:nvPr/>
          </p:nvGrpSpPr>
          <p:grpSpPr>
            <a:xfrm>
              <a:off x="-684701" y="-255601"/>
              <a:ext cx="2577275" cy="1833510"/>
              <a:chOff x="781874" y="1294774"/>
              <a:chExt cx="2577275" cy="1833510"/>
            </a:xfrm>
          </p:grpSpPr>
          <p:sp>
            <p:nvSpPr>
              <p:cNvPr id="119" name="Google Shape;119;p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8"/>
            <p:cNvGrpSpPr/>
            <p:nvPr/>
          </p:nvGrpSpPr>
          <p:grpSpPr>
            <a:xfrm>
              <a:off x="7962803" y="3143197"/>
              <a:ext cx="935946" cy="1829159"/>
              <a:chOff x="4738303" y="2514672"/>
              <a:chExt cx="935946" cy="1829159"/>
            </a:xfrm>
          </p:grpSpPr>
          <p:sp>
            <p:nvSpPr>
              <p:cNvPr id="130" name="Google Shape;130;p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8"/>
            <p:cNvGrpSpPr/>
            <p:nvPr/>
          </p:nvGrpSpPr>
          <p:grpSpPr>
            <a:xfrm>
              <a:off x="6360749" y="4057599"/>
              <a:ext cx="1345775" cy="914755"/>
              <a:chOff x="2264799" y="3654374"/>
              <a:chExt cx="1345775" cy="914755"/>
            </a:xfrm>
          </p:grpSpPr>
          <p:sp>
            <p:nvSpPr>
              <p:cNvPr id="137" name="Google Shape;137;p8"/>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1"/>
        <p:cNvGrpSpPr/>
        <p:nvPr/>
      </p:nvGrpSpPr>
      <p:grpSpPr>
        <a:xfrm>
          <a:off x="0" y="0"/>
          <a:ext cx="0" cy="0"/>
          <a:chOff x="0" y="0"/>
          <a:chExt cx="0" cy="0"/>
        </a:xfrm>
      </p:grpSpPr>
      <p:pic>
        <p:nvPicPr>
          <p:cNvPr id="142" name="Google Shape;142;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3" name="Google Shape;143;p9"/>
          <p:cNvSpPr txBox="1">
            <a:spLocks noGrp="1"/>
          </p:cNvSpPr>
          <p:nvPr>
            <p:ph type="title"/>
          </p:nvPr>
        </p:nvSpPr>
        <p:spPr>
          <a:xfrm>
            <a:off x="2135550" y="1541188"/>
            <a:ext cx="4872900" cy="11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44" name="Google Shape;144;p9"/>
          <p:cNvSpPr txBox="1">
            <a:spLocks noGrp="1"/>
          </p:cNvSpPr>
          <p:nvPr>
            <p:ph type="subTitle" idx="1"/>
          </p:nvPr>
        </p:nvSpPr>
        <p:spPr>
          <a:xfrm>
            <a:off x="2135550" y="2931213"/>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45" name="Google Shape;145;p9"/>
          <p:cNvGrpSpPr/>
          <p:nvPr/>
        </p:nvGrpSpPr>
        <p:grpSpPr>
          <a:xfrm>
            <a:off x="-244726" y="136174"/>
            <a:ext cx="9143475" cy="4810080"/>
            <a:chOff x="-244726" y="136174"/>
            <a:chExt cx="9143475" cy="4810080"/>
          </a:xfrm>
        </p:grpSpPr>
        <p:grpSp>
          <p:nvGrpSpPr>
            <p:cNvPr id="146" name="Google Shape;146;p9"/>
            <p:cNvGrpSpPr/>
            <p:nvPr/>
          </p:nvGrpSpPr>
          <p:grpSpPr>
            <a:xfrm>
              <a:off x="7962803" y="2451822"/>
              <a:ext cx="935946" cy="1829159"/>
              <a:chOff x="4738303" y="2514672"/>
              <a:chExt cx="935946" cy="1829159"/>
            </a:xfrm>
          </p:grpSpPr>
          <p:sp>
            <p:nvSpPr>
              <p:cNvPr id="147" name="Google Shape;147;p9"/>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9"/>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9"/>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9"/>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9"/>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9"/>
            <p:cNvGrpSpPr/>
            <p:nvPr/>
          </p:nvGrpSpPr>
          <p:grpSpPr>
            <a:xfrm>
              <a:off x="2135549" y="4031499"/>
              <a:ext cx="1345775" cy="914755"/>
              <a:chOff x="2264799" y="3654374"/>
              <a:chExt cx="1345775" cy="914755"/>
            </a:xfrm>
          </p:grpSpPr>
          <p:sp>
            <p:nvSpPr>
              <p:cNvPr id="154" name="Google Shape;154;p9"/>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9"/>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9"/>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 name="Google Shape;158;p9"/>
            <p:cNvGrpSpPr/>
            <p:nvPr/>
          </p:nvGrpSpPr>
          <p:grpSpPr>
            <a:xfrm>
              <a:off x="-244726" y="136174"/>
              <a:ext cx="2577275" cy="1833510"/>
              <a:chOff x="781874" y="1294774"/>
              <a:chExt cx="2577275" cy="1833510"/>
            </a:xfrm>
          </p:grpSpPr>
          <p:sp>
            <p:nvSpPr>
              <p:cNvPr id="159" name="Google Shape;159;p9"/>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9"/>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9"/>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9"/>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9"/>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9"/>
        <p:cNvGrpSpPr/>
        <p:nvPr/>
      </p:nvGrpSpPr>
      <p:grpSpPr>
        <a:xfrm>
          <a:off x="0" y="0"/>
          <a:ext cx="0" cy="0"/>
          <a:chOff x="0" y="0"/>
          <a:chExt cx="0" cy="0"/>
        </a:xfrm>
      </p:grpSpPr>
      <p:sp>
        <p:nvSpPr>
          <p:cNvPr id="170" name="Google Shape;170;p10"/>
          <p:cNvSpPr>
            <a:spLocks noGrp="1"/>
          </p:cNvSpPr>
          <p:nvPr>
            <p:ph type="pic" idx="2"/>
          </p:nvPr>
        </p:nvSpPr>
        <p:spPr>
          <a:xfrm>
            <a:off x="-25" y="-13725"/>
            <a:ext cx="9144000" cy="5157300"/>
          </a:xfrm>
          <a:prstGeom prst="rect">
            <a:avLst/>
          </a:prstGeom>
          <a:noFill/>
          <a:ln>
            <a:noFill/>
          </a:ln>
        </p:spPr>
      </p:sp>
      <p:sp>
        <p:nvSpPr>
          <p:cNvPr id="171" name="Google Shape;171;p10"/>
          <p:cNvSpPr txBox="1">
            <a:spLocks noGrp="1"/>
          </p:cNvSpPr>
          <p:nvPr>
            <p:ph type="title"/>
          </p:nvPr>
        </p:nvSpPr>
        <p:spPr>
          <a:xfrm>
            <a:off x="720000" y="4014450"/>
            <a:ext cx="7704000" cy="5727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2"/>
        <p:cNvGrpSpPr/>
        <p:nvPr/>
      </p:nvGrpSpPr>
      <p:grpSpPr>
        <a:xfrm>
          <a:off x="0" y="0"/>
          <a:ext cx="0" cy="0"/>
          <a:chOff x="0" y="0"/>
          <a:chExt cx="0" cy="0"/>
        </a:xfrm>
      </p:grpSpPr>
      <p:pic>
        <p:nvPicPr>
          <p:cNvPr id="173" name="Google Shape;173;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4" name="Google Shape;174;p11"/>
          <p:cNvSpPr txBox="1">
            <a:spLocks noGrp="1"/>
          </p:cNvSpPr>
          <p:nvPr>
            <p:ph type="title" hasCustomPrompt="1"/>
          </p:nvPr>
        </p:nvSpPr>
        <p:spPr>
          <a:xfrm>
            <a:off x="1284000" y="1215175"/>
            <a:ext cx="6576000" cy="13347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l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75" name="Google Shape;175;p11"/>
          <p:cNvSpPr txBox="1">
            <a:spLocks noGrp="1"/>
          </p:cNvSpPr>
          <p:nvPr>
            <p:ph type="subTitle" idx="1"/>
          </p:nvPr>
        </p:nvSpPr>
        <p:spPr>
          <a:xfrm>
            <a:off x="1284000" y="2850299"/>
            <a:ext cx="6576000" cy="49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76" name="Google Shape;176;p11"/>
          <p:cNvGrpSpPr/>
          <p:nvPr/>
        </p:nvGrpSpPr>
        <p:grpSpPr>
          <a:xfrm>
            <a:off x="-575414" y="236724"/>
            <a:ext cx="9256137" cy="4578762"/>
            <a:chOff x="-575414" y="236724"/>
            <a:chExt cx="9256137" cy="4578762"/>
          </a:xfrm>
        </p:grpSpPr>
        <p:grpSp>
          <p:nvGrpSpPr>
            <p:cNvPr id="177" name="Google Shape;177;p11"/>
            <p:cNvGrpSpPr/>
            <p:nvPr/>
          </p:nvGrpSpPr>
          <p:grpSpPr>
            <a:xfrm>
              <a:off x="-575414" y="236724"/>
              <a:ext cx="2577275" cy="1833510"/>
              <a:chOff x="781874" y="1294774"/>
              <a:chExt cx="2577275" cy="1833510"/>
            </a:xfrm>
          </p:grpSpPr>
          <p:sp>
            <p:nvSpPr>
              <p:cNvPr id="178" name="Google Shape;178;p1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 name="Google Shape;188;p11"/>
            <p:cNvGrpSpPr/>
            <p:nvPr/>
          </p:nvGrpSpPr>
          <p:grpSpPr>
            <a:xfrm>
              <a:off x="952289" y="4127480"/>
              <a:ext cx="936510" cy="688006"/>
              <a:chOff x="3235964" y="2587955"/>
              <a:chExt cx="936510" cy="688006"/>
            </a:xfrm>
          </p:grpSpPr>
          <p:sp>
            <p:nvSpPr>
              <p:cNvPr id="189" name="Google Shape;189;p1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11"/>
            <p:cNvGrpSpPr/>
            <p:nvPr/>
          </p:nvGrpSpPr>
          <p:grpSpPr>
            <a:xfrm>
              <a:off x="7744778" y="2850299"/>
              <a:ext cx="935946" cy="1833882"/>
              <a:chOff x="4738303" y="2509949"/>
              <a:chExt cx="935946" cy="1833882"/>
            </a:xfrm>
          </p:grpSpPr>
          <p:sp>
            <p:nvSpPr>
              <p:cNvPr id="192" name="Google Shape;192;p11"/>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1"/>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6109324" y="236724"/>
              <a:ext cx="1345775" cy="914755"/>
              <a:chOff x="2264799" y="3654374"/>
              <a:chExt cx="1345775" cy="914755"/>
            </a:xfrm>
          </p:grpSpPr>
          <p:sp>
            <p:nvSpPr>
              <p:cNvPr id="199" name="Google Shape;199;p11"/>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0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04"/>
        <p:cNvGrpSpPr/>
        <p:nvPr/>
      </p:nvGrpSpPr>
      <p:grpSpPr>
        <a:xfrm>
          <a:off x="0" y="0"/>
          <a:ext cx="0" cy="0"/>
          <a:chOff x="0" y="0"/>
          <a:chExt cx="0" cy="0"/>
        </a:xfrm>
      </p:grpSpPr>
      <p:sp>
        <p:nvSpPr>
          <p:cNvPr id="205" name="Google Shape;205;p13"/>
          <p:cNvSpPr txBox="1">
            <a:spLocks noGrp="1"/>
          </p:cNvSpPr>
          <p:nvPr>
            <p:ph type="subTitle" idx="1"/>
          </p:nvPr>
        </p:nvSpPr>
        <p:spPr>
          <a:xfrm>
            <a:off x="720000"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 name="Google Shape;206;p13"/>
          <p:cNvSpPr txBox="1">
            <a:spLocks noGrp="1"/>
          </p:cNvSpPr>
          <p:nvPr>
            <p:ph type="subTitle" idx="2"/>
          </p:nvPr>
        </p:nvSpPr>
        <p:spPr>
          <a:xfrm>
            <a:off x="3346572"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7" name="Google Shape;207;p13"/>
          <p:cNvSpPr txBox="1">
            <a:spLocks noGrp="1"/>
          </p:cNvSpPr>
          <p:nvPr>
            <p:ph type="subTitle" idx="3"/>
          </p:nvPr>
        </p:nvSpPr>
        <p:spPr>
          <a:xfrm>
            <a:off x="720000"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subTitle" idx="4"/>
          </p:nvPr>
        </p:nvSpPr>
        <p:spPr>
          <a:xfrm>
            <a:off x="3346572"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 name="Google Shape;209;p13"/>
          <p:cNvSpPr txBox="1">
            <a:spLocks noGrp="1"/>
          </p:cNvSpPr>
          <p:nvPr>
            <p:ph type="subTitle" idx="5"/>
          </p:nvPr>
        </p:nvSpPr>
        <p:spPr>
          <a:xfrm>
            <a:off x="5973152"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0" name="Google Shape;210;p13"/>
          <p:cNvSpPr txBox="1">
            <a:spLocks noGrp="1"/>
          </p:cNvSpPr>
          <p:nvPr>
            <p:ph type="subTitle" idx="6"/>
          </p:nvPr>
        </p:nvSpPr>
        <p:spPr>
          <a:xfrm>
            <a:off x="5973152"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 name="Google Shape;211;p13"/>
          <p:cNvSpPr txBox="1">
            <a:spLocks noGrp="1"/>
          </p:cNvSpPr>
          <p:nvPr>
            <p:ph type="title" hasCustomPrompt="1"/>
          </p:nvPr>
        </p:nvSpPr>
        <p:spPr>
          <a:xfrm>
            <a:off x="720000"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2" name="Google Shape;212;p13"/>
          <p:cNvSpPr txBox="1">
            <a:spLocks noGrp="1"/>
          </p:cNvSpPr>
          <p:nvPr>
            <p:ph type="title" idx="7" hasCustomPrompt="1"/>
          </p:nvPr>
        </p:nvSpPr>
        <p:spPr>
          <a:xfrm>
            <a:off x="720000"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3" name="Google Shape;213;p13"/>
          <p:cNvSpPr txBox="1">
            <a:spLocks noGrp="1"/>
          </p:cNvSpPr>
          <p:nvPr>
            <p:ph type="title" idx="8" hasCustomPrompt="1"/>
          </p:nvPr>
        </p:nvSpPr>
        <p:spPr>
          <a:xfrm>
            <a:off x="3346572"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4" name="Google Shape;214;p13"/>
          <p:cNvSpPr txBox="1">
            <a:spLocks noGrp="1"/>
          </p:cNvSpPr>
          <p:nvPr>
            <p:ph type="title" idx="9" hasCustomPrompt="1"/>
          </p:nvPr>
        </p:nvSpPr>
        <p:spPr>
          <a:xfrm>
            <a:off x="3346572"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5" name="Google Shape;215;p13"/>
          <p:cNvSpPr txBox="1">
            <a:spLocks noGrp="1"/>
          </p:cNvSpPr>
          <p:nvPr>
            <p:ph type="title" idx="13" hasCustomPrompt="1"/>
          </p:nvPr>
        </p:nvSpPr>
        <p:spPr>
          <a:xfrm>
            <a:off x="5973152"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6" name="Google Shape;216;p13"/>
          <p:cNvSpPr txBox="1">
            <a:spLocks noGrp="1"/>
          </p:cNvSpPr>
          <p:nvPr>
            <p:ph type="title" idx="14" hasCustomPrompt="1"/>
          </p:nvPr>
        </p:nvSpPr>
        <p:spPr>
          <a:xfrm>
            <a:off x="5973152"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7" name="Google Shape;217;p13"/>
          <p:cNvSpPr txBox="1">
            <a:spLocks noGrp="1"/>
          </p:cNvSpPr>
          <p:nvPr>
            <p:ph type="subTitle" idx="15"/>
          </p:nvPr>
        </p:nvSpPr>
        <p:spPr>
          <a:xfrm>
            <a:off x="720000"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18" name="Google Shape;218;p13"/>
          <p:cNvSpPr txBox="1">
            <a:spLocks noGrp="1"/>
          </p:cNvSpPr>
          <p:nvPr>
            <p:ph type="subTitle" idx="16"/>
          </p:nvPr>
        </p:nvSpPr>
        <p:spPr>
          <a:xfrm>
            <a:off x="3346572"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19" name="Google Shape;219;p13"/>
          <p:cNvSpPr txBox="1">
            <a:spLocks noGrp="1"/>
          </p:cNvSpPr>
          <p:nvPr>
            <p:ph type="subTitle" idx="17"/>
          </p:nvPr>
        </p:nvSpPr>
        <p:spPr>
          <a:xfrm>
            <a:off x="5973152"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0" name="Google Shape;220;p13"/>
          <p:cNvSpPr txBox="1">
            <a:spLocks noGrp="1"/>
          </p:cNvSpPr>
          <p:nvPr>
            <p:ph type="subTitle" idx="18"/>
          </p:nvPr>
        </p:nvSpPr>
        <p:spPr>
          <a:xfrm>
            <a:off x="720000"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1" name="Google Shape;221;p13"/>
          <p:cNvSpPr txBox="1">
            <a:spLocks noGrp="1"/>
          </p:cNvSpPr>
          <p:nvPr>
            <p:ph type="subTitle" idx="19"/>
          </p:nvPr>
        </p:nvSpPr>
        <p:spPr>
          <a:xfrm>
            <a:off x="3346572"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2" name="Google Shape;222;p13"/>
          <p:cNvSpPr txBox="1">
            <a:spLocks noGrp="1"/>
          </p:cNvSpPr>
          <p:nvPr>
            <p:ph type="subTitle" idx="20"/>
          </p:nvPr>
        </p:nvSpPr>
        <p:spPr>
          <a:xfrm>
            <a:off x="5973152"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3" name="Google Shape;223;p13"/>
          <p:cNvSpPr txBox="1">
            <a:spLocks noGrp="1"/>
          </p:cNvSpPr>
          <p:nvPr>
            <p:ph type="title" idx="21"/>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24" name="Google Shape;224;p13"/>
          <p:cNvGrpSpPr/>
          <p:nvPr/>
        </p:nvGrpSpPr>
        <p:grpSpPr>
          <a:xfrm>
            <a:off x="-257850" y="1718480"/>
            <a:ext cx="9618198" cy="3180026"/>
            <a:chOff x="-257850" y="1718480"/>
            <a:chExt cx="9618198" cy="3180026"/>
          </a:xfrm>
        </p:grpSpPr>
        <p:grpSp>
          <p:nvGrpSpPr>
            <p:cNvPr id="225" name="Google Shape;225;p13"/>
            <p:cNvGrpSpPr/>
            <p:nvPr/>
          </p:nvGrpSpPr>
          <p:grpSpPr>
            <a:xfrm>
              <a:off x="8423839" y="1718480"/>
              <a:ext cx="936510" cy="688006"/>
              <a:chOff x="3235964" y="2587955"/>
              <a:chExt cx="936510" cy="688006"/>
            </a:xfrm>
          </p:grpSpPr>
          <p:sp>
            <p:nvSpPr>
              <p:cNvPr id="226" name="Google Shape;226;p13"/>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3"/>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3"/>
            <p:cNvGrpSpPr/>
            <p:nvPr/>
          </p:nvGrpSpPr>
          <p:grpSpPr>
            <a:xfrm>
              <a:off x="-257850" y="3064624"/>
              <a:ext cx="935946" cy="1833882"/>
              <a:chOff x="4738303" y="2509949"/>
              <a:chExt cx="935946" cy="1833882"/>
            </a:xfrm>
          </p:grpSpPr>
          <p:sp>
            <p:nvSpPr>
              <p:cNvPr id="229" name="Google Shape;229;p13"/>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3"/>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3"/>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35"/>
        <p:cNvGrpSpPr/>
        <p:nvPr/>
      </p:nvGrpSpPr>
      <p:grpSpPr>
        <a:xfrm>
          <a:off x="0" y="0"/>
          <a:ext cx="0" cy="0"/>
          <a:chOff x="0" y="0"/>
          <a:chExt cx="0" cy="0"/>
        </a:xfrm>
      </p:grpSpPr>
      <p:sp>
        <p:nvSpPr>
          <p:cNvPr id="236" name="Google Shape;236;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37" name="Google Shape;237;p14"/>
          <p:cNvGrpSpPr/>
          <p:nvPr/>
        </p:nvGrpSpPr>
        <p:grpSpPr>
          <a:xfrm>
            <a:off x="-289972" y="1493824"/>
            <a:ext cx="9188996" cy="3454187"/>
            <a:chOff x="-289972" y="1493824"/>
            <a:chExt cx="9188996" cy="3454187"/>
          </a:xfrm>
        </p:grpSpPr>
        <p:grpSp>
          <p:nvGrpSpPr>
            <p:cNvPr id="238" name="Google Shape;238;p14"/>
            <p:cNvGrpSpPr/>
            <p:nvPr/>
          </p:nvGrpSpPr>
          <p:grpSpPr>
            <a:xfrm>
              <a:off x="7962514" y="4260005"/>
              <a:ext cx="936510" cy="688006"/>
              <a:chOff x="3235964" y="2587955"/>
              <a:chExt cx="936510" cy="688006"/>
            </a:xfrm>
          </p:grpSpPr>
          <p:sp>
            <p:nvSpPr>
              <p:cNvPr id="239" name="Google Shape;239;p14"/>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4"/>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14"/>
            <p:cNvGrpSpPr/>
            <p:nvPr/>
          </p:nvGrpSpPr>
          <p:grpSpPr>
            <a:xfrm>
              <a:off x="-289972" y="1493824"/>
              <a:ext cx="935946" cy="1833882"/>
              <a:chOff x="4738303" y="2509949"/>
              <a:chExt cx="935946" cy="1833882"/>
            </a:xfrm>
          </p:grpSpPr>
          <p:sp>
            <p:nvSpPr>
              <p:cNvPr id="242" name="Google Shape;242;p14"/>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4"/>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4"/>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4"/>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4"/>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4"/>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248"/>
        <p:cNvGrpSpPr/>
        <p:nvPr/>
      </p:nvGrpSpPr>
      <p:grpSpPr>
        <a:xfrm>
          <a:off x="0" y="0"/>
          <a:ext cx="0" cy="0"/>
          <a:chOff x="0" y="0"/>
          <a:chExt cx="0" cy="0"/>
        </a:xfrm>
      </p:grpSpPr>
      <p:sp>
        <p:nvSpPr>
          <p:cNvPr id="249" name="Google Shape;249;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50" name="Google Shape;250;p15"/>
          <p:cNvGrpSpPr/>
          <p:nvPr/>
        </p:nvGrpSpPr>
        <p:grpSpPr>
          <a:xfrm>
            <a:off x="1081074" y="1933799"/>
            <a:ext cx="9631925" cy="3127580"/>
            <a:chOff x="1081074" y="1933799"/>
            <a:chExt cx="9631925" cy="3127580"/>
          </a:xfrm>
        </p:grpSpPr>
        <p:grpSp>
          <p:nvGrpSpPr>
            <p:cNvPr id="251" name="Google Shape;251;p15"/>
            <p:cNvGrpSpPr/>
            <p:nvPr/>
          </p:nvGrpSpPr>
          <p:grpSpPr>
            <a:xfrm>
              <a:off x="8135724" y="1933799"/>
              <a:ext cx="2577275" cy="1833510"/>
              <a:chOff x="781874" y="1294774"/>
              <a:chExt cx="2577275" cy="1833510"/>
            </a:xfrm>
          </p:grpSpPr>
          <p:sp>
            <p:nvSpPr>
              <p:cNvPr id="252" name="Google Shape;252;p15"/>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5"/>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5"/>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5"/>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5"/>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5"/>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5"/>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5"/>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5"/>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5"/>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 name="Google Shape;262;p15"/>
            <p:cNvGrpSpPr/>
            <p:nvPr/>
          </p:nvGrpSpPr>
          <p:grpSpPr>
            <a:xfrm>
              <a:off x="1081074" y="4146624"/>
              <a:ext cx="1345775" cy="914755"/>
              <a:chOff x="2264799" y="3654374"/>
              <a:chExt cx="1345775" cy="914755"/>
            </a:xfrm>
          </p:grpSpPr>
          <p:sp>
            <p:nvSpPr>
              <p:cNvPr id="263" name="Google Shape;263;p1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267"/>
        <p:cNvGrpSpPr/>
        <p:nvPr/>
      </p:nvGrpSpPr>
      <p:grpSpPr>
        <a:xfrm>
          <a:off x="0" y="0"/>
          <a:ext cx="0" cy="0"/>
          <a:chOff x="0" y="0"/>
          <a:chExt cx="0" cy="0"/>
        </a:xfrm>
      </p:grpSpPr>
      <p:sp>
        <p:nvSpPr>
          <p:cNvPr id="268" name="Google Shape;268;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69" name="Google Shape;269;p16"/>
          <p:cNvGrpSpPr/>
          <p:nvPr/>
        </p:nvGrpSpPr>
        <p:grpSpPr>
          <a:xfrm>
            <a:off x="6263389" y="-492526"/>
            <a:ext cx="2480210" cy="914755"/>
            <a:chOff x="6263389" y="-492526"/>
            <a:chExt cx="2480210" cy="914755"/>
          </a:xfrm>
        </p:grpSpPr>
        <p:grpSp>
          <p:nvGrpSpPr>
            <p:cNvPr id="270" name="Google Shape;270;p16"/>
            <p:cNvGrpSpPr/>
            <p:nvPr/>
          </p:nvGrpSpPr>
          <p:grpSpPr>
            <a:xfrm>
              <a:off x="6263389" y="-379145"/>
              <a:ext cx="936510" cy="688006"/>
              <a:chOff x="3235964" y="2587955"/>
              <a:chExt cx="936510" cy="688006"/>
            </a:xfrm>
          </p:grpSpPr>
          <p:sp>
            <p:nvSpPr>
              <p:cNvPr id="271" name="Google Shape;271;p16"/>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6"/>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273;p16"/>
            <p:cNvGrpSpPr/>
            <p:nvPr/>
          </p:nvGrpSpPr>
          <p:grpSpPr>
            <a:xfrm>
              <a:off x="7397824" y="-492526"/>
              <a:ext cx="1345775" cy="914755"/>
              <a:chOff x="2264799" y="3654374"/>
              <a:chExt cx="1345775" cy="914755"/>
            </a:xfrm>
          </p:grpSpPr>
          <p:sp>
            <p:nvSpPr>
              <p:cNvPr id="274" name="Google Shape;274;p1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78"/>
        <p:cNvGrpSpPr/>
        <p:nvPr/>
      </p:nvGrpSpPr>
      <p:grpSpPr>
        <a:xfrm>
          <a:off x="0" y="0"/>
          <a:ext cx="0" cy="0"/>
          <a:chOff x="0" y="0"/>
          <a:chExt cx="0" cy="0"/>
        </a:xfrm>
      </p:grpSpPr>
      <p:pic>
        <p:nvPicPr>
          <p:cNvPr id="279" name="Google Shape;279;p1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0" name="Google Shape;280;p17"/>
          <p:cNvSpPr txBox="1">
            <a:spLocks noGrp="1"/>
          </p:cNvSpPr>
          <p:nvPr>
            <p:ph type="title"/>
          </p:nvPr>
        </p:nvSpPr>
        <p:spPr>
          <a:xfrm>
            <a:off x="1226400" y="3128675"/>
            <a:ext cx="6691200" cy="66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81" name="Google Shape;281;p17"/>
          <p:cNvSpPr txBox="1">
            <a:spLocks noGrp="1"/>
          </p:cNvSpPr>
          <p:nvPr>
            <p:ph type="subTitle" idx="1"/>
          </p:nvPr>
        </p:nvSpPr>
        <p:spPr>
          <a:xfrm>
            <a:off x="1226400" y="1429225"/>
            <a:ext cx="6691200" cy="151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282" name="Google Shape;282;p17"/>
          <p:cNvGrpSpPr/>
          <p:nvPr/>
        </p:nvGrpSpPr>
        <p:grpSpPr>
          <a:xfrm>
            <a:off x="-312476" y="134499"/>
            <a:ext cx="9211500" cy="5489485"/>
            <a:chOff x="-312476" y="134499"/>
            <a:chExt cx="9211500" cy="5489485"/>
          </a:xfrm>
        </p:grpSpPr>
        <p:grpSp>
          <p:nvGrpSpPr>
            <p:cNvPr id="283" name="Google Shape;283;p17"/>
            <p:cNvGrpSpPr/>
            <p:nvPr/>
          </p:nvGrpSpPr>
          <p:grpSpPr>
            <a:xfrm>
              <a:off x="-312476" y="3790474"/>
              <a:ext cx="2577275" cy="1833510"/>
              <a:chOff x="781874" y="1294774"/>
              <a:chExt cx="2577275" cy="1833510"/>
            </a:xfrm>
          </p:grpSpPr>
          <p:sp>
            <p:nvSpPr>
              <p:cNvPr id="284" name="Google Shape;284;p17"/>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7"/>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7"/>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7"/>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7"/>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7"/>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7"/>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7"/>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7"/>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7"/>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 name="Google Shape;294;p17"/>
            <p:cNvGrpSpPr/>
            <p:nvPr/>
          </p:nvGrpSpPr>
          <p:grpSpPr>
            <a:xfrm>
              <a:off x="7962514" y="1163280"/>
              <a:ext cx="936510" cy="688006"/>
              <a:chOff x="3235964" y="2587955"/>
              <a:chExt cx="936510" cy="688006"/>
            </a:xfrm>
          </p:grpSpPr>
          <p:sp>
            <p:nvSpPr>
              <p:cNvPr id="295" name="Google Shape;295;p17"/>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7"/>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 name="Google Shape;297;p17"/>
            <p:cNvGrpSpPr/>
            <p:nvPr/>
          </p:nvGrpSpPr>
          <p:grpSpPr>
            <a:xfrm>
              <a:off x="6905474" y="134499"/>
              <a:ext cx="1345775" cy="914755"/>
              <a:chOff x="2264799" y="3654374"/>
              <a:chExt cx="1345775" cy="914755"/>
            </a:xfrm>
          </p:grpSpPr>
          <p:sp>
            <p:nvSpPr>
              <p:cNvPr id="298" name="Google Shape;298;p17"/>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7"/>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7"/>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7"/>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02"/>
        <p:cNvGrpSpPr/>
        <p:nvPr/>
      </p:nvGrpSpPr>
      <p:grpSpPr>
        <a:xfrm>
          <a:off x="0" y="0"/>
          <a:ext cx="0" cy="0"/>
          <a:chOff x="0" y="0"/>
          <a:chExt cx="0" cy="0"/>
        </a:xfrm>
      </p:grpSpPr>
      <p:grpSp>
        <p:nvGrpSpPr>
          <p:cNvPr id="303" name="Google Shape;303;p18"/>
          <p:cNvGrpSpPr/>
          <p:nvPr/>
        </p:nvGrpSpPr>
        <p:grpSpPr>
          <a:xfrm>
            <a:off x="5605824" y="-266076"/>
            <a:ext cx="3292925" cy="5294770"/>
            <a:chOff x="5605824" y="-266076"/>
            <a:chExt cx="3292925" cy="5294770"/>
          </a:xfrm>
        </p:grpSpPr>
        <p:grpSp>
          <p:nvGrpSpPr>
            <p:cNvPr id="304" name="Google Shape;304;p18"/>
            <p:cNvGrpSpPr/>
            <p:nvPr/>
          </p:nvGrpSpPr>
          <p:grpSpPr>
            <a:xfrm>
              <a:off x="5605824" y="-266076"/>
              <a:ext cx="2577275" cy="1833510"/>
              <a:chOff x="781874" y="1294774"/>
              <a:chExt cx="2577275" cy="1833510"/>
            </a:xfrm>
          </p:grpSpPr>
          <p:sp>
            <p:nvSpPr>
              <p:cNvPr id="305" name="Google Shape;305;p1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18"/>
            <p:cNvGrpSpPr/>
            <p:nvPr/>
          </p:nvGrpSpPr>
          <p:grpSpPr>
            <a:xfrm>
              <a:off x="7962803" y="3199534"/>
              <a:ext cx="935946" cy="1829159"/>
              <a:chOff x="4738303" y="2514672"/>
              <a:chExt cx="935946" cy="1829159"/>
            </a:xfrm>
          </p:grpSpPr>
          <p:sp>
            <p:nvSpPr>
              <p:cNvPr id="316" name="Google Shape;316;p1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2" name="Google Shape;322;p18"/>
          <p:cNvSpPr>
            <a:spLocks noGrp="1"/>
          </p:cNvSpPr>
          <p:nvPr>
            <p:ph type="pic" idx="2"/>
          </p:nvPr>
        </p:nvSpPr>
        <p:spPr>
          <a:xfrm>
            <a:off x="5273100" y="533863"/>
            <a:ext cx="2910000" cy="4075800"/>
          </a:xfrm>
          <a:prstGeom prst="rect">
            <a:avLst/>
          </a:prstGeom>
          <a:noFill/>
          <a:ln>
            <a:noFill/>
          </a:ln>
        </p:spPr>
      </p:sp>
      <p:sp>
        <p:nvSpPr>
          <p:cNvPr id="323" name="Google Shape;323;p18"/>
          <p:cNvSpPr txBox="1">
            <a:spLocks noGrp="1"/>
          </p:cNvSpPr>
          <p:nvPr>
            <p:ph type="title"/>
          </p:nvPr>
        </p:nvSpPr>
        <p:spPr>
          <a:xfrm>
            <a:off x="720000" y="836175"/>
            <a:ext cx="3519600" cy="2296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4" name="Google Shape;324;p18"/>
          <p:cNvSpPr txBox="1">
            <a:spLocks noGrp="1"/>
          </p:cNvSpPr>
          <p:nvPr>
            <p:ph type="subTitle" idx="1"/>
          </p:nvPr>
        </p:nvSpPr>
        <p:spPr>
          <a:xfrm>
            <a:off x="720000" y="3132225"/>
            <a:ext cx="3519600" cy="111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325"/>
        <p:cNvGrpSpPr/>
        <p:nvPr/>
      </p:nvGrpSpPr>
      <p:grpSpPr>
        <a:xfrm>
          <a:off x="0" y="0"/>
          <a:ext cx="0" cy="0"/>
          <a:chOff x="0" y="0"/>
          <a:chExt cx="0" cy="0"/>
        </a:xfrm>
      </p:grpSpPr>
      <p:sp>
        <p:nvSpPr>
          <p:cNvPr id="326" name="Google Shape;326;p19"/>
          <p:cNvSpPr txBox="1">
            <a:spLocks noGrp="1"/>
          </p:cNvSpPr>
          <p:nvPr>
            <p:ph type="title"/>
          </p:nvPr>
        </p:nvSpPr>
        <p:spPr>
          <a:xfrm>
            <a:off x="720000" y="1435213"/>
            <a:ext cx="3103500" cy="1108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7" name="Google Shape;327;p19"/>
          <p:cNvSpPr txBox="1">
            <a:spLocks noGrp="1"/>
          </p:cNvSpPr>
          <p:nvPr>
            <p:ph type="subTitle" idx="1"/>
          </p:nvPr>
        </p:nvSpPr>
        <p:spPr>
          <a:xfrm>
            <a:off x="720000" y="2543688"/>
            <a:ext cx="3103500" cy="116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28" name="Google Shape;328;p19"/>
          <p:cNvGrpSpPr/>
          <p:nvPr/>
        </p:nvGrpSpPr>
        <p:grpSpPr>
          <a:xfrm>
            <a:off x="876149" y="-589501"/>
            <a:ext cx="6689450" cy="6267410"/>
            <a:chOff x="876149" y="-589501"/>
            <a:chExt cx="6689450" cy="6267410"/>
          </a:xfrm>
        </p:grpSpPr>
        <p:grpSp>
          <p:nvGrpSpPr>
            <p:cNvPr id="329" name="Google Shape;329;p19"/>
            <p:cNvGrpSpPr/>
            <p:nvPr/>
          </p:nvGrpSpPr>
          <p:grpSpPr>
            <a:xfrm>
              <a:off x="876149" y="3844399"/>
              <a:ext cx="2577275" cy="1833510"/>
              <a:chOff x="781874" y="1294774"/>
              <a:chExt cx="2577275" cy="1833510"/>
            </a:xfrm>
          </p:grpSpPr>
          <p:sp>
            <p:nvSpPr>
              <p:cNvPr id="330" name="Google Shape;330;p19"/>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 name="Google Shape;340;p19"/>
            <p:cNvGrpSpPr/>
            <p:nvPr/>
          </p:nvGrpSpPr>
          <p:grpSpPr>
            <a:xfrm>
              <a:off x="6629653" y="-589501"/>
              <a:ext cx="935946" cy="1829159"/>
              <a:chOff x="4738303" y="2509949"/>
              <a:chExt cx="935946" cy="1829159"/>
            </a:xfrm>
          </p:grpSpPr>
          <p:sp>
            <p:nvSpPr>
              <p:cNvPr id="341" name="Google Shape;341;p19"/>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rot="10800000">
                <a:off x="5149225" y="3655392"/>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rot="10800000">
                <a:off x="4739588" y="3881008"/>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rot="10800000">
                <a:off x="4739588" y="342304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347"/>
        <p:cNvGrpSpPr/>
        <p:nvPr/>
      </p:nvGrpSpPr>
      <p:grpSpPr>
        <a:xfrm>
          <a:off x="0" y="0"/>
          <a:ext cx="0" cy="0"/>
          <a:chOff x="0" y="0"/>
          <a:chExt cx="0" cy="0"/>
        </a:xfrm>
      </p:grpSpPr>
      <p:sp>
        <p:nvSpPr>
          <p:cNvPr id="348" name="Google Shape;348;p20"/>
          <p:cNvSpPr txBox="1">
            <a:spLocks noGrp="1"/>
          </p:cNvSpPr>
          <p:nvPr>
            <p:ph type="title"/>
          </p:nvPr>
        </p:nvSpPr>
        <p:spPr>
          <a:xfrm>
            <a:off x="4038175" y="1712763"/>
            <a:ext cx="3968100" cy="6870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9" name="Google Shape;349;p20"/>
          <p:cNvSpPr txBox="1">
            <a:spLocks noGrp="1"/>
          </p:cNvSpPr>
          <p:nvPr>
            <p:ph type="subTitle" idx="1"/>
          </p:nvPr>
        </p:nvSpPr>
        <p:spPr>
          <a:xfrm>
            <a:off x="4038375" y="2399638"/>
            <a:ext cx="3968100" cy="103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50" name="Google Shape;350;p20"/>
          <p:cNvGrpSpPr/>
          <p:nvPr/>
        </p:nvGrpSpPr>
        <p:grpSpPr>
          <a:xfrm>
            <a:off x="-627601" y="-377251"/>
            <a:ext cx="7883675" cy="5333955"/>
            <a:chOff x="-627601" y="-377251"/>
            <a:chExt cx="7883675" cy="5333955"/>
          </a:xfrm>
        </p:grpSpPr>
        <p:grpSp>
          <p:nvGrpSpPr>
            <p:cNvPr id="351" name="Google Shape;351;p20"/>
            <p:cNvGrpSpPr/>
            <p:nvPr/>
          </p:nvGrpSpPr>
          <p:grpSpPr>
            <a:xfrm>
              <a:off x="-627601" y="-377251"/>
              <a:ext cx="2577275" cy="1833510"/>
              <a:chOff x="781874" y="1294774"/>
              <a:chExt cx="2577275" cy="1833510"/>
            </a:xfrm>
          </p:grpSpPr>
          <p:sp>
            <p:nvSpPr>
              <p:cNvPr id="352" name="Google Shape;352;p20"/>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0"/>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0"/>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0"/>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0"/>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0"/>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0"/>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0"/>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0"/>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0"/>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20"/>
            <p:cNvGrpSpPr/>
            <p:nvPr/>
          </p:nvGrpSpPr>
          <p:grpSpPr>
            <a:xfrm>
              <a:off x="5910299" y="4041949"/>
              <a:ext cx="1345775" cy="914755"/>
              <a:chOff x="2264799" y="3654374"/>
              <a:chExt cx="1345775" cy="914755"/>
            </a:xfrm>
          </p:grpSpPr>
          <p:sp>
            <p:nvSpPr>
              <p:cNvPr id="363" name="Google Shape;363;p20"/>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0"/>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0"/>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0"/>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3">
  <p:cSld name="CUSTOM_11">
    <p:spTree>
      <p:nvGrpSpPr>
        <p:cNvPr id="1" name="Shape 367"/>
        <p:cNvGrpSpPr/>
        <p:nvPr/>
      </p:nvGrpSpPr>
      <p:grpSpPr>
        <a:xfrm>
          <a:off x="0" y="0"/>
          <a:ext cx="0" cy="0"/>
          <a:chOff x="0" y="0"/>
          <a:chExt cx="0" cy="0"/>
        </a:xfrm>
      </p:grpSpPr>
      <p:sp>
        <p:nvSpPr>
          <p:cNvPr id="368" name="Google Shape;368;p21"/>
          <p:cNvSpPr txBox="1">
            <a:spLocks noGrp="1"/>
          </p:cNvSpPr>
          <p:nvPr>
            <p:ph type="title"/>
          </p:nvPr>
        </p:nvSpPr>
        <p:spPr>
          <a:xfrm>
            <a:off x="1222825" y="1801800"/>
            <a:ext cx="4193100" cy="7419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9" name="Google Shape;369;p21"/>
          <p:cNvSpPr txBox="1">
            <a:spLocks noGrp="1"/>
          </p:cNvSpPr>
          <p:nvPr>
            <p:ph type="subTitle" idx="1"/>
          </p:nvPr>
        </p:nvSpPr>
        <p:spPr>
          <a:xfrm>
            <a:off x="1222825" y="2543700"/>
            <a:ext cx="4193100" cy="93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70" name="Google Shape;370;p21"/>
          <p:cNvGrpSpPr/>
          <p:nvPr/>
        </p:nvGrpSpPr>
        <p:grpSpPr>
          <a:xfrm>
            <a:off x="150003" y="-316120"/>
            <a:ext cx="9703996" cy="3951429"/>
            <a:chOff x="150003" y="-316120"/>
            <a:chExt cx="9703996" cy="3951429"/>
          </a:xfrm>
        </p:grpSpPr>
        <p:grpSp>
          <p:nvGrpSpPr>
            <p:cNvPr id="371" name="Google Shape;371;p21"/>
            <p:cNvGrpSpPr/>
            <p:nvPr/>
          </p:nvGrpSpPr>
          <p:grpSpPr>
            <a:xfrm>
              <a:off x="7276724" y="1801799"/>
              <a:ext cx="2577275" cy="1833510"/>
              <a:chOff x="781874" y="1294774"/>
              <a:chExt cx="2577275" cy="1833510"/>
            </a:xfrm>
          </p:grpSpPr>
          <p:sp>
            <p:nvSpPr>
              <p:cNvPr id="372" name="Google Shape;372;p2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382;p21"/>
            <p:cNvGrpSpPr/>
            <p:nvPr/>
          </p:nvGrpSpPr>
          <p:grpSpPr>
            <a:xfrm>
              <a:off x="1328289" y="-316120"/>
              <a:ext cx="936510" cy="688006"/>
              <a:chOff x="3235964" y="2587955"/>
              <a:chExt cx="936510" cy="688006"/>
            </a:xfrm>
          </p:grpSpPr>
          <p:sp>
            <p:nvSpPr>
              <p:cNvPr id="383" name="Google Shape;383;p2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21"/>
            <p:cNvGrpSpPr/>
            <p:nvPr/>
          </p:nvGrpSpPr>
          <p:grpSpPr>
            <a:xfrm>
              <a:off x="150003" y="142474"/>
              <a:ext cx="935946" cy="1829159"/>
              <a:chOff x="4738303" y="2509949"/>
              <a:chExt cx="935946" cy="1829159"/>
            </a:xfrm>
          </p:grpSpPr>
          <p:sp>
            <p:nvSpPr>
              <p:cNvPr id="386" name="Google Shape;386;p21"/>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1"/>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1"/>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1"/>
              <p:cNvSpPr/>
              <p:nvPr/>
            </p:nvSpPr>
            <p:spPr>
              <a:xfrm rot="10800000">
                <a:off x="5149225" y="3655392"/>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1"/>
              <p:cNvSpPr/>
              <p:nvPr/>
            </p:nvSpPr>
            <p:spPr>
              <a:xfrm rot="10800000">
                <a:off x="4739588" y="3881008"/>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1"/>
              <p:cNvSpPr/>
              <p:nvPr/>
            </p:nvSpPr>
            <p:spPr>
              <a:xfrm rot="10800000">
                <a:off x="4739588" y="342304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4">
  <p:cSld name="CUSTOM_12">
    <p:spTree>
      <p:nvGrpSpPr>
        <p:cNvPr id="1" name="Shape 392"/>
        <p:cNvGrpSpPr/>
        <p:nvPr/>
      </p:nvGrpSpPr>
      <p:grpSpPr>
        <a:xfrm>
          <a:off x="0" y="0"/>
          <a:ext cx="0" cy="0"/>
          <a:chOff x="0" y="0"/>
          <a:chExt cx="0" cy="0"/>
        </a:xfrm>
      </p:grpSpPr>
      <p:sp>
        <p:nvSpPr>
          <p:cNvPr id="393" name="Google Shape;393;p22"/>
          <p:cNvSpPr txBox="1">
            <a:spLocks noGrp="1"/>
          </p:cNvSpPr>
          <p:nvPr>
            <p:ph type="body" idx="1"/>
          </p:nvPr>
        </p:nvSpPr>
        <p:spPr>
          <a:xfrm>
            <a:off x="720000" y="1215750"/>
            <a:ext cx="5052000" cy="572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lt2"/>
              </a:buClr>
              <a:buSzPts val="1400"/>
              <a:buFont typeface="Poppins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394" name="Google Shape;394;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95" name="Google Shape;395;p22"/>
          <p:cNvGrpSpPr/>
          <p:nvPr/>
        </p:nvGrpSpPr>
        <p:grpSpPr>
          <a:xfrm>
            <a:off x="6492739" y="2722049"/>
            <a:ext cx="3057485" cy="2798710"/>
            <a:chOff x="6492739" y="2722049"/>
            <a:chExt cx="3057485" cy="2798710"/>
          </a:xfrm>
        </p:grpSpPr>
        <p:grpSp>
          <p:nvGrpSpPr>
            <p:cNvPr id="396" name="Google Shape;396;p22"/>
            <p:cNvGrpSpPr/>
            <p:nvPr/>
          </p:nvGrpSpPr>
          <p:grpSpPr>
            <a:xfrm>
              <a:off x="6972949" y="3687249"/>
              <a:ext cx="2577275" cy="1833510"/>
              <a:chOff x="781874" y="1294774"/>
              <a:chExt cx="2577275" cy="1833510"/>
            </a:xfrm>
          </p:grpSpPr>
          <p:sp>
            <p:nvSpPr>
              <p:cNvPr id="397" name="Google Shape;397;p2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22"/>
            <p:cNvGrpSpPr/>
            <p:nvPr/>
          </p:nvGrpSpPr>
          <p:grpSpPr>
            <a:xfrm>
              <a:off x="6492739" y="4117380"/>
              <a:ext cx="936510" cy="688006"/>
              <a:chOff x="3235964" y="2587955"/>
              <a:chExt cx="936510" cy="688006"/>
            </a:xfrm>
          </p:grpSpPr>
          <p:sp>
            <p:nvSpPr>
              <p:cNvPr id="408" name="Google Shape;408;p22"/>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2"/>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 name="Google Shape;410;p22"/>
            <p:cNvGrpSpPr/>
            <p:nvPr/>
          </p:nvGrpSpPr>
          <p:grpSpPr>
            <a:xfrm>
              <a:off x="7429249" y="2722049"/>
              <a:ext cx="1345775" cy="914755"/>
              <a:chOff x="2264799" y="3654374"/>
              <a:chExt cx="1345775" cy="914755"/>
            </a:xfrm>
          </p:grpSpPr>
          <p:sp>
            <p:nvSpPr>
              <p:cNvPr id="411" name="Google Shape;411;p22"/>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2"/>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2"/>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2"/>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415"/>
        <p:cNvGrpSpPr/>
        <p:nvPr/>
      </p:nvGrpSpPr>
      <p:grpSpPr>
        <a:xfrm>
          <a:off x="0" y="0"/>
          <a:ext cx="0" cy="0"/>
          <a:chOff x="0" y="0"/>
          <a:chExt cx="0" cy="0"/>
        </a:xfrm>
      </p:grpSpPr>
      <p:sp>
        <p:nvSpPr>
          <p:cNvPr id="416" name="Google Shape;416;p23"/>
          <p:cNvSpPr txBox="1">
            <a:spLocks noGrp="1"/>
          </p:cNvSpPr>
          <p:nvPr>
            <p:ph type="subTitle" idx="1"/>
          </p:nvPr>
        </p:nvSpPr>
        <p:spPr>
          <a:xfrm>
            <a:off x="4973485" y="2787779"/>
            <a:ext cx="3020100" cy="125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7" name="Google Shape;417;p23"/>
          <p:cNvSpPr txBox="1">
            <a:spLocks noGrp="1"/>
          </p:cNvSpPr>
          <p:nvPr>
            <p:ph type="subTitle" idx="2"/>
          </p:nvPr>
        </p:nvSpPr>
        <p:spPr>
          <a:xfrm>
            <a:off x="1150407" y="2787779"/>
            <a:ext cx="3020100" cy="125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8" name="Google Shape;418;p23"/>
          <p:cNvSpPr txBox="1">
            <a:spLocks noGrp="1"/>
          </p:cNvSpPr>
          <p:nvPr>
            <p:ph type="subTitle" idx="3"/>
          </p:nvPr>
        </p:nvSpPr>
        <p:spPr>
          <a:xfrm>
            <a:off x="1150408" y="2228879"/>
            <a:ext cx="3020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19" name="Google Shape;419;p23"/>
          <p:cNvSpPr txBox="1">
            <a:spLocks noGrp="1"/>
          </p:cNvSpPr>
          <p:nvPr>
            <p:ph type="subTitle" idx="4"/>
          </p:nvPr>
        </p:nvSpPr>
        <p:spPr>
          <a:xfrm>
            <a:off x="4973493" y="2228879"/>
            <a:ext cx="3020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20" name="Google Shape;420;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21" name="Google Shape;421;p23"/>
          <p:cNvGrpSpPr/>
          <p:nvPr/>
        </p:nvGrpSpPr>
        <p:grpSpPr>
          <a:xfrm>
            <a:off x="-625776" y="3465724"/>
            <a:ext cx="9463650" cy="2543548"/>
            <a:chOff x="-625776" y="3465724"/>
            <a:chExt cx="9463650" cy="2543548"/>
          </a:xfrm>
        </p:grpSpPr>
        <p:grpSp>
          <p:nvGrpSpPr>
            <p:cNvPr id="422" name="Google Shape;422;p23"/>
            <p:cNvGrpSpPr/>
            <p:nvPr/>
          </p:nvGrpSpPr>
          <p:grpSpPr>
            <a:xfrm>
              <a:off x="1927011" y="4175761"/>
              <a:ext cx="2577275" cy="1833510"/>
              <a:chOff x="781874" y="1294774"/>
              <a:chExt cx="2577275" cy="1833510"/>
            </a:xfrm>
          </p:grpSpPr>
          <p:sp>
            <p:nvSpPr>
              <p:cNvPr id="423" name="Google Shape;423;p23"/>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3"/>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3"/>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3"/>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3"/>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3"/>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3"/>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3"/>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3"/>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3"/>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 name="Google Shape;433;p23"/>
            <p:cNvGrpSpPr/>
            <p:nvPr/>
          </p:nvGrpSpPr>
          <p:grpSpPr>
            <a:xfrm>
              <a:off x="7901928" y="3813647"/>
              <a:ext cx="935946" cy="1829159"/>
              <a:chOff x="4738303" y="2514672"/>
              <a:chExt cx="935946" cy="1829159"/>
            </a:xfrm>
          </p:grpSpPr>
          <p:sp>
            <p:nvSpPr>
              <p:cNvPr id="434" name="Google Shape;434;p23"/>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3"/>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3"/>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 name="Google Shape;440;p23"/>
            <p:cNvGrpSpPr/>
            <p:nvPr/>
          </p:nvGrpSpPr>
          <p:grpSpPr>
            <a:xfrm>
              <a:off x="-625776" y="3465724"/>
              <a:ext cx="1345775" cy="914755"/>
              <a:chOff x="2264799" y="3654374"/>
              <a:chExt cx="1345775" cy="914755"/>
            </a:xfrm>
          </p:grpSpPr>
          <p:sp>
            <p:nvSpPr>
              <p:cNvPr id="441" name="Google Shape;441;p23"/>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3"/>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3"/>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3"/>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45"/>
        <p:cNvGrpSpPr/>
        <p:nvPr/>
      </p:nvGrpSpPr>
      <p:grpSpPr>
        <a:xfrm>
          <a:off x="0" y="0"/>
          <a:ext cx="0" cy="0"/>
          <a:chOff x="0" y="0"/>
          <a:chExt cx="0" cy="0"/>
        </a:xfrm>
      </p:grpSpPr>
      <p:sp>
        <p:nvSpPr>
          <p:cNvPr id="446" name="Google Shape;446;p24"/>
          <p:cNvSpPr txBox="1">
            <a:spLocks noGrp="1"/>
          </p:cNvSpPr>
          <p:nvPr>
            <p:ph type="subTitle" idx="1"/>
          </p:nvPr>
        </p:nvSpPr>
        <p:spPr>
          <a:xfrm>
            <a:off x="4832078" y="1667625"/>
            <a:ext cx="3254100" cy="220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7" name="Google Shape;447;p24"/>
          <p:cNvSpPr txBox="1">
            <a:spLocks noGrp="1"/>
          </p:cNvSpPr>
          <p:nvPr>
            <p:ph type="subTitle" idx="2"/>
          </p:nvPr>
        </p:nvSpPr>
        <p:spPr>
          <a:xfrm>
            <a:off x="1057900" y="1667625"/>
            <a:ext cx="3254100" cy="220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8" name="Google Shape;448;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49" name="Google Shape;449;p24"/>
          <p:cNvGrpSpPr/>
          <p:nvPr/>
        </p:nvGrpSpPr>
        <p:grpSpPr>
          <a:xfrm>
            <a:off x="965824" y="3077647"/>
            <a:ext cx="7932925" cy="1846320"/>
            <a:chOff x="965824" y="3077647"/>
            <a:chExt cx="7932925" cy="1846320"/>
          </a:xfrm>
        </p:grpSpPr>
        <p:grpSp>
          <p:nvGrpSpPr>
            <p:cNvPr id="450" name="Google Shape;450;p24"/>
            <p:cNvGrpSpPr/>
            <p:nvPr/>
          </p:nvGrpSpPr>
          <p:grpSpPr>
            <a:xfrm>
              <a:off x="7962803" y="3077647"/>
              <a:ext cx="935946" cy="1829159"/>
              <a:chOff x="4738303" y="2514672"/>
              <a:chExt cx="935946" cy="1829159"/>
            </a:xfrm>
          </p:grpSpPr>
          <p:sp>
            <p:nvSpPr>
              <p:cNvPr id="451" name="Google Shape;451;p24"/>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4"/>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4"/>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4"/>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4"/>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4"/>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24"/>
            <p:cNvGrpSpPr/>
            <p:nvPr/>
          </p:nvGrpSpPr>
          <p:grpSpPr>
            <a:xfrm>
              <a:off x="965824" y="4009211"/>
              <a:ext cx="1345775" cy="914755"/>
              <a:chOff x="2264799" y="3654374"/>
              <a:chExt cx="1345775" cy="914755"/>
            </a:xfrm>
          </p:grpSpPr>
          <p:sp>
            <p:nvSpPr>
              <p:cNvPr id="458" name="Google Shape;458;p24"/>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4"/>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4"/>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4"/>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62"/>
        <p:cNvGrpSpPr/>
        <p:nvPr/>
      </p:nvGrpSpPr>
      <p:grpSpPr>
        <a:xfrm>
          <a:off x="0" y="0"/>
          <a:ext cx="0" cy="0"/>
          <a:chOff x="0" y="0"/>
          <a:chExt cx="0" cy="0"/>
        </a:xfrm>
      </p:grpSpPr>
      <p:sp>
        <p:nvSpPr>
          <p:cNvPr id="463" name="Google Shape;463;p25"/>
          <p:cNvSpPr txBox="1">
            <a:spLocks noGrp="1"/>
          </p:cNvSpPr>
          <p:nvPr>
            <p:ph type="subTitle" idx="1"/>
          </p:nvPr>
        </p:nvSpPr>
        <p:spPr>
          <a:xfrm>
            <a:off x="713225"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4" name="Google Shape;464;p25"/>
          <p:cNvSpPr txBox="1">
            <a:spLocks noGrp="1"/>
          </p:cNvSpPr>
          <p:nvPr>
            <p:ph type="subTitle" idx="2"/>
          </p:nvPr>
        </p:nvSpPr>
        <p:spPr>
          <a:xfrm>
            <a:off x="3393900"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5" name="Google Shape;465;p25"/>
          <p:cNvSpPr txBox="1">
            <a:spLocks noGrp="1"/>
          </p:cNvSpPr>
          <p:nvPr>
            <p:ph type="subTitle" idx="3"/>
          </p:nvPr>
        </p:nvSpPr>
        <p:spPr>
          <a:xfrm>
            <a:off x="6074574"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6" name="Google Shape;466;p25"/>
          <p:cNvSpPr txBox="1">
            <a:spLocks noGrp="1"/>
          </p:cNvSpPr>
          <p:nvPr>
            <p:ph type="subTitle" idx="4"/>
          </p:nvPr>
        </p:nvSpPr>
        <p:spPr>
          <a:xfrm>
            <a:off x="713225"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7" name="Google Shape;467;p25"/>
          <p:cNvSpPr txBox="1">
            <a:spLocks noGrp="1"/>
          </p:cNvSpPr>
          <p:nvPr>
            <p:ph type="subTitle" idx="5"/>
          </p:nvPr>
        </p:nvSpPr>
        <p:spPr>
          <a:xfrm>
            <a:off x="3393900"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8" name="Google Shape;468;p25"/>
          <p:cNvSpPr txBox="1">
            <a:spLocks noGrp="1"/>
          </p:cNvSpPr>
          <p:nvPr>
            <p:ph type="subTitle" idx="6"/>
          </p:nvPr>
        </p:nvSpPr>
        <p:spPr>
          <a:xfrm>
            <a:off x="6074575"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9" name="Google Shape;469;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70" name="Google Shape;470;p25"/>
          <p:cNvGrpSpPr/>
          <p:nvPr/>
        </p:nvGrpSpPr>
        <p:grpSpPr>
          <a:xfrm>
            <a:off x="-391401" y="1603297"/>
            <a:ext cx="9868275" cy="4284737"/>
            <a:chOff x="-391401" y="1603297"/>
            <a:chExt cx="9868275" cy="4284737"/>
          </a:xfrm>
        </p:grpSpPr>
        <p:grpSp>
          <p:nvGrpSpPr>
            <p:cNvPr id="471" name="Google Shape;471;p25"/>
            <p:cNvGrpSpPr/>
            <p:nvPr/>
          </p:nvGrpSpPr>
          <p:grpSpPr>
            <a:xfrm>
              <a:off x="-391401" y="4054524"/>
              <a:ext cx="2577275" cy="1833510"/>
              <a:chOff x="781874" y="1294774"/>
              <a:chExt cx="2577275" cy="1833510"/>
            </a:xfrm>
          </p:grpSpPr>
          <p:sp>
            <p:nvSpPr>
              <p:cNvPr id="472" name="Google Shape;472;p25"/>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 name="Google Shape;482;p25"/>
            <p:cNvGrpSpPr/>
            <p:nvPr/>
          </p:nvGrpSpPr>
          <p:grpSpPr>
            <a:xfrm>
              <a:off x="7394764" y="4054530"/>
              <a:ext cx="936510" cy="688006"/>
              <a:chOff x="3235964" y="2587955"/>
              <a:chExt cx="936510" cy="688006"/>
            </a:xfrm>
          </p:grpSpPr>
          <p:sp>
            <p:nvSpPr>
              <p:cNvPr id="483" name="Google Shape;483;p25"/>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 name="Google Shape;485;p25"/>
            <p:cNvGrpSpPr/>
            <p:nvPr/>
          </p:nvGrpSpPr>
          <p:grpSpPr>
            <a:xfrm>
              <a:off x="8540928" y="1603297"/>
              <a:ext cx="935946" cy="1829159"/>
              <a:chOff x="4738303" y="2514672"/>
              <a:chExt cx="935946" cy="1829159"/>
            </a:xfrm>
          </p:grpSpPr>
          <p:sp>
            <p:nvSpPr>
              <p:cNvPr id="486" name="Google Shape;486;p25"/>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 name="Google Shape;492;p25"/>
            <p:cNvGrpSpPr/>
            <p:nvPr/>
          </p:nvGrpSpPr>
          <p:grpSpPr>
            <a:xfrm>
              <a:off x="4915099" y="4146624"/>
              <a:ext cx="1345775" cy="914755"/>
              <a:chOff x="2264799" y="3654374"/>
              <a:chExt cx="1345775" cy="914755"/>
            </a:xfrm>
          </p:grpSpPr>
          <p:sp>
            <p:nvSpPr>
              <p:cNvPr id="493" name="Google Shape;493;p2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97"/>
        <p:cNvGrpSpPr/>
        <p:nvPr/>
      </p:nvGrpSpPr>
      <p:grpSpPr>
        <a:xfrm>
          <a:off x="0" y="0"/>
          <a:ext cx="0" cy="0"/>
          <a:chOff x="0" y="0"/>
          <a:chExt cx="0" cy="0"/>
        </a:xfrm>
      </p:grpSpPr>
      <p:sp>
        <p:nvSpPr>
          <p:cNvPr id="498" name="Google Shape;498;p26"/>
          <p:cNvSpPr txBox="1">
            <a:spLocks noGrp="1"/>
          </p:cNvSpPr>
          <p:nvPr>
            <p:ph type="subTitle" idx="1"/>
          </p:nvPr>
        </p:nvSpPr>
        <p:spPr>
          <a:xfrm>
            <a:off x="2319753" y="1942803"/>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26"/>
          <p:cNvSpPr txBox="1">
            <a:spLocks noGrp="1"/>
          </p:cNvSpPr>
          <p:nvPr>
            <p:ph type="subTitle" idx="2"/>
          </p:nvPr>
        </p:nvSpPr>
        <p:spPr>
          <a:xfrm>
            <a:off x="5467047" y="1942803"/>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26"/>
          <p:cNvSpPr txBox="1">
            <a:spLocks noGrp="1"/>
          </p:cNvSpPr>
          <p:nvPr>
            <p:ph type="subTitle" idx="3"/>
          </p:nvPr>
        </p:nvSpPr>
        <p:spPr>
          <a:xfrm>
            <a:off x="2319753" y="3357078"/>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1" name="Google Shape;501;p26"/>
          <p:cNvSpPr txBox="1">
            <a:spLocks noGrp="1"/>
          </p:cNvSpPr>
          <p:nvPr>
            <p:ph type="subTitle" idx="4"/>
          </p:nvPr>
        </p:nvSpPr>
        <p:spPr>
          <a:xfrm>
            <a:off x="5467047" y="3357078"/>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2" name="Google Shape;502;p26"/>
          <p:cNvSpPr txBox="1">
            <a:spLocks noGrp="1"/>
          </p:cNvSpPr>
          <p:nvPr>
            <p:ph type="subTitle" idx="5"/>
          </p:nvPr>
        </p:nvSpPr>
        <p:spPr>
          <a:xfrm>
            <a:off x="2319753" y="1537106"/>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3" name="Google Shape;503;p26"/>
          <p:cNvSpPr txBox="1">
            <a:spLocks noGrp="1"/>
          </p:cNvSpPr>
          <p:nvPr>
            <p:ph type="subTitle" idx="6"/>
          </p:nvPr>
        </p:nvSpPr>
        <p:spPr>
          <a:xfrm>
            <a:off x="2319753" y="2951481"/>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4" name="Google Shape;504;p26"/>
          <p:cNvSpPr txBox="1">
            <a:spLocks noGrp="1"/>
          </p:cNvSpPr>
          <p:nvPr>
            <p:ph type="subTitle" idx="7"/>
          </p:nvPr>
        </p:nvSpPr>
        <p:spPr>
          <a:xfrm>
            <a:off x="5467043" y="1537106"/>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5" name="Google Shape;505;p26"/>
          <p:cNvSpPr txBox="1">
            <a:spLocks noGrp="1"/>
          </p:cNvSpPr>
          <p:nvPr>
            <p:ph type="subTitle" idx="8"/>
          </p:nvPr>
        </p:nvSpPr>
        <p:spPr>
          <a:xfrm>
            <a:off x="5467043" y="2951481"/>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6" name="Google Shape;506;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07" name="Google Shape;507;p26"/>
          <p:cNvGrpSpPr/>
          <p:nvPr/>
        </p:nvGrpSpPr>
        <p:grpSpPr>
          <a:xfrm>
            <a:off x="171639" y="3687249"/>
            <a:ext cx="9207610" cy="1833510"/>
            <a:chOff x="171639" y="3687249"/>
            <a:chExt cx="9207610" cy="1833510"/>
          </a:xfrm>
        </p:grpSpPr>
        <p:grpSp>
          <p:nvGrpSpPr>
            <p:cNvPr id="508" name="Google Shape;508;p26"/>
            <p:cNvGrpSpPr/>
            <p:nvPr/>
          </p:nvGrpSpPr>
          <p:grpSpPr>
            <a:xfrm>
              <a:off x="6801974" y="3687249"/>
              <a:ext cx="2577275" cy="1833510"/>
              <a:chOff x="781874" y="1294774"/>
              <a:chExt cx="2577275" cy="1833510"/>
            </a:xfrm>
          </p:grpSpPr>
          <p:sp>
            <p:nvSpPr>
              <p:cNvPr id="509" name="Google Shape;509;p26"/>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6"/>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6"/>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6"/>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6"/>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6"/>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6"/>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6"/>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6"/>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6"/>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 name="Google Shape;519;p26"/>
            <p:cNvGrpSpPr/>
            <p:nvPr/>
          </p:nvGrpSpPr>
          <p:grpSpPr>
            <a:xfrm>
              <a:off x="171639" y="3767755"/>
              <a:ext cx="936510" cy="688006"/>
              <a:chOff x="3235964" y="2587955"/>
              <a:chExt cx="936510" cy="688006"/>
            </a:xfrm>
          </p:grpSpPr>
          <p:sp>
            <p:nvSpPr>
              <p:cNvPr id="520" name="Google Shape;520;p26"/>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6"/>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 name="Google Shape;522;p26"/>
            <p:cNvGrpSpPr/>
            <p:nvPr/>
          </p:nvGrpSpPr>
          <p:grpSpPr>
            <a:xfrm>
              <a:off x="1108149" y="4146624"/>
              <a:ext cx="1345775" cy="914755"/>
              <a:chOff x="2264799" y="3654374"/>
              <a:chExt cx="1345775" cy="914755"/>
            </a:xfrm>
          </p:grpSpPr>
          <p:sp>
            <p:nvSpPr>
              <p:cNvPr id="523" name="Google Shape;523;p2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27"/>
        <p:cNvGrpSpPr/>
        <p:nvPr/>
      </p:nvGrpSpPr>
      <p:grpSpPr>
        <a:xfrm>
          <a:off x="0" y="0"/>
          <a:ext cx="0" cy="0"/>
          <a:chOff x="0" y="0"/>
          <a:chExt cx="0" cy="0"/>
        </a:xfrm>
      </p:grpSpPr>
      <p:sp>
        <p:nvSpPr>
          <p:cNvPr id="528" name="Google Shape;528;p27"/>
          <p:cNvSpPr txBox="1">
            <a:spLocks noGrp="1"/>
          </p:cNvSpPr>
          <p:nvPr>
            <p:ph type="subTitle" idx="1"/>
          </p:nvPr>
        </p:nvSpPr>
        <p:spPr>
          <a:xfrm>
            <a:off x="726651"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9" name="Google Shape;529;p27"/>
          <p:cNvSpPr txBox="1">
            <a:spLocks noGrp="1"/>
          </p:cNvSpPr>
          <p:nvPr>
            <p:ph type="subTitle" idx="2"/>
          </p:nvPr>
        </p:nvSpPr>
        <p:spPr>
          <a:xfrm>
            <a:off x="3474109"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0" name="Google Shape;530;p27"/>
          <p:cNvSpPr txBox="1">
            <a:spLocks noGrp="1"/>
          </p:cNvSpPr>
          <p:nvPr>
            <p:ph type="subTitle" idx="3"/>
          </p:nvPr>
        </p:nvSpPr>
        <p:spPr>
          <a:xfrm>
            <a:off x="726651"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1" name="Google Shape;531;p27"/>
          <p:cNvSpPr txBox="1">
            <a:spLocks noGrp="1"/>
          </p:cNvSpPr>
          <p:nvPr>
            <p:ph type="subTitle" idx="4"/>
          </p:nvPr>
        </p:nvSpPr>
        <p:spPr>
          <a:xfrm>
            <a:off x="3474109"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2" name="Google Shape;532;p27"/>
          <p:cNvSpPr txBox="1">
            <a:spLocks noGrp="1"/>
          </p:cNvSpPr>
          <p:nvPr>
            <p:ph type="subTitle" idx="5"/>
          </p:nvPr>
        </p:nvSpPr>
        <p:spPr>
          <a:xfrm>
            <a:off x="6221568"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3" name="Google Shape;533;p27"/>
          <p:cNvSpPr txBox="1">
            <a:spLocks noGrp="1"/>
          </p:cNvSpPr>
          <p:nvPr>
            <p:ph type="subTitle" idx="6"/>
          </p:nvPr>
        </p:nvSpPr>
        <p:spPr>
          <a:xfrm>
            <a:off x="6221568"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4" name="Google Shape;534;p27"/>
          <p:cNvSpPr txBox="1">
            <a:spLocks noGrp="1"/>
          </p:cNvSpPr>
          <p:nvPr>
            <p:ph type="subTitle" idx="7"/>
          </p:nvPr>
        </p:nvSpPr>
        <p:spPr>
          <a:xfrm>
            <a:off x="730989"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5" name="Google Shape;535;p27"/>
          <p:cNvSpPr txBox="1">
            <a:spLocks noGrp="1"/>
          </p:cNvSpPr>
          <p:nvPr>
            <p:ph type="subTitle" idx="8"/>
          </p:nvPr>
        </p:nvSpPr>
        <p:spPr>
          <a:xfrm>
            <a:off x="3478447"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6" name="Google Shape;536;p27"/>
          <p:cNvSpPr txBox="1">
            <a:spLocks noGrp="1"/>
          </p:cNvSpPr>
          <p:nvPr>
            <p:ph type="subTitle" idx="9"/>
          </p:nvPr>
        </p:nvSpPr>
        <p:spPr>
          <a:xfrm>
            <a:off x="6225906"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7" name="Google Shape;537;p27"/>
          <p:cNvSpPr txBox="1">
            <a:spLocks noGrp="1"/>
          </p:cNvSpPr>
          <p:nvPr>
            <p:ph type="subTitle" idx="13"/>
          </p:nvPr>
        </p:nvSpPr>
        <p:spPr>
          <a:xfrm>
            <a:off x="730989"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8" name="Google Shape;538;p27"/>
          <p:cNvSpPr txBox="1">
            <a:spLocks noGrp="1"/>
          </p:cNvSpPr>
          <p:nvPr>
            <p:ph type="subTitle" idx="14"/>
          </p:nvPr>
        </p:nvSpPr>
        <p:spPr>
          <a:xfrm>
            <a:off x="3478447"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9" name="Google Shape;539;p27"/>
          <p:cNvSpPr txBox="1">
            <a:spLocks noGrp="1"/>
          </p:cNvSpPr>
          <p:nvPr>
            <p:ph type="subTitle" idx="15"/>
          </p:nvPr>
        </p:nvSpPr>
        <p:spPr>
          <a:xfrm>
            <a:off x="6225906"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40" name="Google Shape;540;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41" name="Google Shape;541;p27"/>
          <p:cNvGrpSpPr/>
          <p:nvPr/>
        </p:nvGrpSpPr>
        <p:grpSpPr>
          <a:xfrm>
            <a:off x="324089" y="4387674"/>
            <a:ext cx="8509210" cy="926987"/>
            <a:chOff x="313264" y="4021024"/>
            <a:chExt cx="8509210" cy="926987"/>
          </a:xfrm>
        </p:grpSpPr>
        <p:grpSp>
          <p:nvGrpSpPr>
            <p:cNvPr id="542" name="Google Shape;542;p27"/>
            <p:cNvGrpSpPr/>
            <p:nvPr/>
          </p:nvGrpSpPr>
          <p:grpSpPr>
            <a:xfrm>
              <a:off x="313264" y="4260005"/>
              <a:ext cx="936510" cy="688006"/>
              <a:chOff x="3235964" y="2587955"/>
              <a:chExt cx="936510" cy="688006"/>
            </a:xfrm>
          </p:grpSpPr>
          <p:sp>
            <p:nvSpPr>
              <p:cNvPr id="543" name="Google Shape;543;p27"/>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27"/>
            <p:cNvGrpSpPr/>
            <p:nvPr/>
          </p:nvGrpSpPr>
          <p:grpSpPr>
            <a:xfrm>
              <a:off x="7476699" y="4021024"/>
              <a:ext cx="1345775" cy="914755"/>
              <a:chOff x="2264799" y="3654374"/>
              <a:chExt cx="1345775" cy="914755"/>
            </a:xfrm>
          </p:grpSpPr>
          <p:sp>
            <p:nvSpPr>
              <p:cNvPr id="546" name="Google Shape;546;p27"/>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7"/>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7"/>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50"/>
        <p:cNvGrpSpPr/>
        <p:nvPr/>
      </p:nvGrpSpPr>
      <p:grpSpPr>
        <a:xfrm>
          <a:off x="0" y="0"/>
          <a:ext cx="0" cy="0"/>
          <a:chOff x="0" y="0"/>
          <a:chExt cx="0" cy="0"/>
        </a:xfrm>
      </p:grpSpPr>
      <p:pic>
        <p:nvPicPr>
          <p:cNvPr id="551" name="Google Shape;551;p28"/>
          <p:cNvPicPr preferRelativeResize="0"/>
          <p:nvPr/>
        </p:nvPicPr>
        <p:blipFill>
          <a:blip r:embed="rId2">
            <a:alphaModFix/>
          </a:blip>
          <a:stretch>
            <a:fillRect/>
          </a:stretch>
        </p:blipFill>
        <p:spPr>
          <a:xfrm>
            <a:off x="0" y="0"/>
            <a:ext cx="9144000" cy="5143500"/>
          </a:xfrm>
          <a:prstGeom prst="rect">
            <a:avLst/>
          </a:prstGeom>
          <a:noFill/>
          <a:ln>
            <a:noFill/>
          </a:ln>
        </p:spPr>
      </p:pic>
      <p:sp>
        <p:nvSpPr>
          <p:cNvPr id="552" name="Google Shape;552;p28"/>
          <p:cNvSpPr txBox="1">
            <a:spLocks noGrp="1"/>
          </p:cNvSpPr>
          <p:nvPr>
            <p:ph type="title" hasCustomPrompt="1"/>
          </p:nvPr>
        </p:nvSpPr>
        <p:spPr>
          <a:xfrm>
            <a:off x="2223600" y="638357"/>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3" name="Google Shape;553;p28"/>
          <p:cNvSpPr txBox="1">
            <a:spLocks noGrp="1"/>
          </p:cNvSpPr>
          <p:nvPr>
            <p:ph type="subTitle" idx="1"/>
          </p:nvPr>
        </p:nvSpPr>
        <p:spPr>
          <a:xfrm>
            <a:off x="2223600" y="1327275"/>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554" name="Google Shape;554;p28"/>
          <p:cNvSpPr txBox="1">
            <a:spLocks noGrp="1"/>
          </p:cNvSpPr>
          <p:nvPr>
            <p:ph type="title" idx="2" hasCustomPrompt="1"/>
          </p:nvPr>
        </p:nvSpPr>
        <p:spPr>
          <a:xfrm>
            <a:off x="2223600" y="1990612"/>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5" name="Google Shape;555;p28"/>
          <p:cNvSpPr txBox="1">
            <a:spLocks noGrp="1"/>
          </p:cNvSpPr>
          <p:nvPr>
            <p:ph type="subTitle" idx="3"/>
          </p:nvPr>
        </p:nvSpPr>
        <p:spPr>
          <a:xfrm>
            <a:off x="2223600" y="2679527"/>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556" name="Google Shape;556;p28"/>
          <p:cNvSpPr txBox="1">
            <a:spLocks noGrp="1"/>
          </p:cNvSpPr>
          <p:nvPr>
            <p:ph type="title" idx="4" hasCustomPrompt="1"/>
          </p:nvPr>
        </p:nvSpPr>
        <p:spPr>
          <a:xfrm>
            <a:off x="2223600" y="3342868"/>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7" name="Google Shape;557;p28"/>
          <p:cNvSpPr txBox="1">
            <a:spLocks noGrp="1"/>
          </p:cNvSpPr>
          <p:nvPr>
            <p:ph type="subTitle" idx="5"/>
          </p:nvPr>
        </p:nvSpPr>
        <p:spPr>
          <a:xfrm>
            <a:off x="2223600" y="4031797"/>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558" name="Google Shape;558;p28"/>
          <p:cNvGrpSpPr/>
          <p:nvPr/>
        </p:nvGrpSpPr>
        <p:grpSpPr>
          <a:xfrm>
            <a:off x="202374" y="239324"/>
            <a:ext cx="9683050" cy="4722185"/>
            <a:chOff x="202374" y="239324"/>
            <a:chExt cx="9683050" cy="4722185"/>
          </a:xfrm>
        </p:grpSpPr>
        <p:grpSp>
          <p:nvGrpSpPr>
            <p:cNvPr id="559" name="Google Shape;559;p28"/>
            <p:cNvGrpSpPr/>
            <p:nvPr/>
          </p:nvGrpSpPr>
          <p:grpSpPr>
            <a:xfrm>
              <a:off x="7308149" y="3127999"/>
              <a:ext cx="2577275" cy="1833510"/>
              <a:chOff x="781874" y="1294774"/>
              <a:chExt cx="2577275" cy="1833510"/>
            </a:xfrm>
          </p:grpSpPr>
          <p:sp>
            <p:nvSpPr>
              <p:cNvPr id="560" name="Google Shape;560;p2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 name="Google Shape;570;p28"/>
            <p:cNvGrpSpPr/>
            <p:nvPr/>
          </p:nvGrpSpPr>
          <p:grpSpPr>
            <a:xfrm>
              <a:off x="7918539" y="1927980"/>
              <a:ext cx="936510" cy="688006"/>
              <a:chOff x="3235964" y="2587955"/>
              <a:chExt cx="936510" cy="688006"/>
            </a:xfrm>
          </p:grpSpPr>
          <p:sp>
            <p:nvSpPr>
              <p:cNvPr id="571" name="Google Shape;571;p28"/>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8"/>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 name="Google Shape;573;p28"/>
            <p:cNvGrpSpPr/>
            <p:nvPr/>
          </p:nvGrpSpPr>
          <p:grpSpPr>
            <a:xfrm>
              <a:off x="202378" y="3017522"/>
              <a:ext cx="935946" cy="1829159"/>
              <a:chOff x="4738303" y="2514672"/>
              <a:chExt cx="935946" cy="1829159"/>
            </a:xfrm>
          </p:grpSpPr>
          <p:sp>
            <p:nvSpPr>
              <p:cNvPr id="574" name="Google Shape;574;p2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 name="Google Shape;580;p28"/>
            <p:cNvGrpSpPr/>
            <p:nvPr/>
          </p:nvGrpSpPr>
          <p:grpSpPr>
            <a:xfrm>
              <a:off x="202374" y="239324"/>
              <a:ext cx="1345775" cy="914755"/>
              <a:chOff x="2264799" y="3654374"/>
              <a:chExt cx="1345775" cy="914755"/>
            </a:xfrm>
          </p:grpSpPr>
          <p:sp>
            <p:nvSpPr>
              <p:cNvPr id="581" name="Google Shape;581;p28"/>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8"/>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8"/>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8"/>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585"/>
        <p:cNvGrpSpPr/>
        <p:nvPr/>
      </p:nvGrpSpPr>
      <p:grpSpPr>
        <a:xfrm>
          <a:off x="0" y="0"/>
          <a:ext cx="0" cy="0"/>
          <a:chOff x="0" y="0"/>
          <a:chExt cx="0" cy="0"/>
        </a:xfrm>
      </p:grpSpPr>
      <p:sp>
        <p:nvSpPr>
          <p:cNvPr id="586" name="Google Shape;586;p29"/>
          <p:cNvSpPr txBox="1">
            <a:spLocks noGrp="1"/>
          </p:cNvSpPr>
          <p:nvPr>
            <p:ph type="title" hasCustomPrompt="1"/>
          </p:nvPr>
        </p:nvSpPr>
        <p:spPr>
          <a:xfrm>
            <a:off x="1147374" y="1581150"/>
            <a:ext cx="15441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87" name="Google Shape;587;p29"/>
          <p:cNvSpPr txBox="1">
            <a:spLocks noGrp="1"/>
          </p:cNvSpPr>
          <p:nvPr>
            <p:ph type="subTitle" idx="1"/>
          </p:nvPr>
        </p:nvSpPr>
        <p:spPr>
          <a:xfrm>
            <a:off x="720043"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88" name="Google Shape;588;p29"/>
          <p:cNvSpPr txBox="1">
            <a:spLocks noGrp="1"/>
          </p:cNvSpPr>
          <p:nvPr>
            <p:ph type="subTitle" idx="2"/>
          </p:nvPr>
        </p:nvSpPr>
        <p:spPr>
          <a:xfrm>
            <a:off x="720043"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89" name="Google Shape;589;p29"/>
          <p:cNvSpPr txBox="1">
            <a:spLocks noGrp="1"/>
          </p:cNvSpPr>
          <p:nvPr>
            <p:ph type="title" idx="3" hasCustomPrompt="1"/>
          </p:nvPr>
        </p:nvSpPr>
        <p:spPr>
          <a:xfrm>
            <a:off x="3800538" y="1581150"/>
            <a:ext cx="15426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90" name="Google Shape;590;p29"/>
          <p:cNvSpPr txBox="1">
            <a:spLocks noGrp="1"/>
          </p:cNvSpPr>
          <p:nvPr>
            <p:ph type="subTitle" idx="4"/>
          </p:nvPr>
        </p:nvSpPr>
        <p:spPr>
          <a:xfrm>
            <a:off x="3372600"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91" name="Google Shape;591;p29"/>
          <p:cNvSpPr txBox="1">
            <a:spLocks noGrp="1"/>
          </p:cNvSpPr>
          <p:nvPr>
            <p:ph type="subTitle" idx="5"/>
          </p:nvPr>
        </p:nvSpPr>
        <p:spPr>
          <a:xfrm>
            <a:off x="3372600"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92" name="Google Shape;592;p29"/>
          <p:cNvSpPr txBox="1">
            <a:spLocks noGrp="1"/>
          </p:cNvSpPr>
          <p:nvPr>
            <p:ph type="title" idx="6" hasCustomPrompt="1"/>
          </p:nvPr>
        </p:nvSpPr>
        <p:spPr>
          <a:xfrm>
            <a:off x="6450528" y="1581150"/>
            <a:ext cx="15426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93" name="Google Shape;593;p29"/>
          <p:cNvSpPr txBox="1">
            <a:spLocks noGrp="1"/>
          </p:cNvSpPr>
          <p:nvPr>
            <p:ph type="subTitle" idx="7"/>
          </p:nvPr>
        </p:nvSpPr>
        <p:spPr>
          <a:xfrm>
            <a:off x="6025157"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94" name="Google Shape;594;p29"/>
          <p:cNvSpPr txBox="1">
            <a:spLocks noGrp="1"/>
          </p:cNvSpPr>
          <p:nvPr>
            <p:ph type="subTitle" idx="8"/>
          </p:nvPr>
        </p:nvSpPr>
        <p:spPr>
          <a:xfrm>
            <a:off x="6025157"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95" name="Google Shape;595;p29"/>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96" name="Google Shape;596;p29"/>
          <p:cNvGrpSpPr/>
          <p:nvPr/>
        </p:nvGrpSpPr>
        <p:grpSpPr>
          <a:xfrm>
            <a:off x="-184236" y="1886080"/>
            <a:ext cx="9122035" cy="4187626"/>
            <a:chOff x="-223286" y="1666105"/>
            <a:chExt cx="9122035" cy="4187626"/>
          </a:xfrm>
        </p:grpSpPr>
        <p:grpSp>
          <p:nvGrpSpPr>
            <p:cNvPr id="597" name="Google Shape;597;p29"/>
            <p:cNvGrpSpPr/>
            <p:nvPr/>
          </p:nvGrpSpPr>
          <p:grpSpPr>
            <a:xfrm>
              <a:off x="-223286" y="1666105"/>
              <a:ext cx="936510" cy="688006"/>
              <a:chOff x="3235964" y="2587955"/>
              <a:chExt cx="936510" cy="688006"/>
            </a:xfrm>
          </p:grpSpPr>
          <p:sp>
            <p:nvSpPr>
              <p:cNvPr id="598" name="Google Shape;598;p29"/>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9"/>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 name="Google Shape;600;p29"/>
            <p:cNvGrpSpPr/>
            <p:nvPr/>
          </p:nvGrpSpPr>
          <p:grpSpPr>
            <a:xfrm>
              <a:off x="7962803" y="4019849"/>
              <a:ext cx="935946" cy="1833882"/>
              <a:chOff x="4738303" y="2509949"/>
              <a:chExt cx="935946" cy="1833882"/>
            </a:xfrm>
          </p:grpSpPr>
          <p:sp>
            <p:nvSpPr>
              <p:cNvPr id="601" name="Google Shape;601;p29"/>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9"/>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9"/>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9"/>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9"/>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9"/>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607"/>
        <p:cNvGrpSpPr/>
        <p:nvPr/>
      </p:nvGrpSpPr>
      <p:grpSpPr>
        <a:xfrm>
          <a:off x="0" y="0"/>
          <a:ext cx="0" cy="0"/>
          <a:chOff x="0" y="0"/>
          <a:chExt cx="0" cy="0"/>
        </a:xfrm>
      </p:grpSpPr>
      <p:pic>
        <p:nvPicPr>
          <p:cNvPr id="608" name="Google Shape;608;p30"/>
          <p:cNvPicPr preferRelativeResize="0"/>
          <p:nvPr/>
        </p:nvPicPr>
        <p:blipFill>
          <a:blip r:embed="rId2">
            <a:alphaModFix/>
          </a:blip>
          <a:stretch>
            <a:fillRect/>
          </a:stretch>
        </p:blipFill>
        <p:spPr>
          <a:xfrm>
            <a:off x="0" y="0"/>
            <a:ext cx="9144000" cy="5143500"/>
          </a:xfrm>
          <a:prstGeom prst="rect">
            <a:avLst/>
          </a:prstGeom>
          <a:noFill/>
          <a:ln>
            <a:noFill/>
          </a:ln>
        </p:spPr>
      </p:pic>
      <p:sp>
        <p:nvSpPr>
          <p:cNvPr id="609" name="Google Shape;609;p30"/>
          <p:cNvSpPr txBox="1">
            <a:spLocks noGrp="1"/>
          </p:cNvSpPr>
          <p:nvPr>
            <p:ph type="title"/>
          </p:nvPr>
        </p:nvSpPr>
        <p:spPr>
          <a:xfrm>
            <a:off x="2347938" y="538472"/>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10" name="Google Shape;610;p30"/>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1" name="Google Shape;611;p30"/>
          <p:cNvSpPr txBox="1"/>
          <p:nvPr/>
        </p:nvSpPr>
        <p:spPr>
          <a:xfrm>
            <a:off x="1897650" y="3611950"/>
            <a:ext cx="53487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Poppins"/>
                <a:ea typeface="Poppins"/>
                <a:cs typeface="Poppins"/>
                <a:sym typeface="Poppins"/>
              </a:rPr>
              <a:t>CREDITS:</a:t>
            </a:r>
            <a:r>
              <a:rPr lang="en" sz="1200">
                <a:solidFill>
                  <a:schemeClr val="dk1"/>
                </a:solidFill>
                <a:latin typeface="Poppins"/>
                <a:ea typeface="Poppins"/>
                <a:cs typeface="Poppins"/>
                <a:sym typeface="Poppins"/>
              </a:rPr>
              <a:t> This presentation template was created by </a:t>
            </a:r>
            <a:r>
              <a:rPr lang="en" sz="1200" b="1" u="sng">
                <a:solidFill>
                  <a:schemeClr val="hlink"/>
                </a:solidFill>
                <a:latin typeface="Poppins"/>
                <a:ea typeface="Poppins"/>
                <a:cs typeface="Poppins"/>
                <a:sym typeface="Poppins"/>
                <a:hlinkClick r:id="rId3"/>
              </a:rPr>
              <a:t>Slidesgo</a:t>
            </a:r>
            <a:r>
              <a:rPr lang="en" sz="1200">
                <a:solidFill>
                  <a:schemeClr val="dk1"/>
                </a:solidFill>
                <a:latin typeface="Poppins"/>
                <a:ea typeface="Poppins"/>
                <a:cs typeface="Poppins"/>
                <a:sym typeface="Poppins"/>
              </a:rPr>
              <a:t>, and includes icons by </a:t>
            </a:r>
            <a:r>
              <a:rPr lang="en" sz="1200" b="1" u="sng">
                <a:solidFill>
                  <a:schemeClr val="dk1"/>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Flaticon</a:t>
            </a:r>
            <a:r>
              <a:rPr lang="en" sz="1200">
                <a:solidFill>
                  <a:schemeClr val="dk1"/>
                </a:solidFill>
                <a:latin typeface="Poppins"/>
                <a:ea typeface="Poppins"/>
                <a:cs typeface="Poppins"/>
                <a:sym typeface="Poppins"/>
              </a:rPr>
              <a:t>, and infographics &amp; images by </a:t>
            </a:r>
            <a:r>
              <a:rPr lang="en" sz="1200" b="1" u="sng">
                <a:solidFill>
                  <a:schemeClr val="dk1"/>
                </a:solidFill>
                <a:latin typeface="Poppins"/>
                <a:ea typeface="Poppins"/>
                <a:cs typeface="Poppins"/>
                <a:sym typeface="Poppins"/>
                <a:hlinkClick r:id="rId5">
                  <a:extLst>
                    <a:ext uri="{A12FA001-AC4F-418D-AE19-62706E023703}">
                      <ahyp:hlinkClr xmlns:ahyp="http://schemas.microsoft.com/office/drawing/2018/hyperlinkcolor" val="tx"/>
                    </a:ext>
                  </a:extLst>
                </a:hlinkClick>
              </a:rPr>
              <a:t>Freepik</a:t>
            </a:r>
            <a:r>
              <a:rPr lang="en" sz="1200" u="sng">
                <a:solidFill>
                  <a:schemeClr val="dk1"/>
                </a:solidFill>
                <a:latin typeface="Poppins"/>
                <a:ea typeface="Poppins"/>
                <a:cs typeface="Poppins"/>
                <a:sym typeface="Poppins"/>
              </a:rPr>
              <a:t> </a:t>
            </a:r>
            <a:endParaRPr sz="1200" b="1" u="sng">
              <a:solidFill>
                <a:schemeClr val="dk1"/>
              </a:solidFill>
              <a:latin typeface="Poppins"/>
              <a:ea typeface="Poppins"/>
              <a:cs typeface="Poppins"/>
              <a:sym typeface="Poppins"/>
            </a:endParaRPr>
          </a:p>
        </p:txBody>
      </p:sp>
      <p:grpSp>
        <p:nvGrpSpPr>
          <p:cNvPr id="612" name="Google Shape;612;p30"/>
          <p:cNvGrpSpPr/>
          <p:nvPr/>
        </p:nvGrpSpPr>
        <p:grpSpPr>
          <a:xfrm>
            <a:off x="202378" y="1912824"/>
            <a:ext cx="9621246" cy="3038210"/>
            <a:chOff x="202378" y="1912824"/>
            <a:chExt cx="9621246" cy="3038210"/>
          </a:xfrm>
        </p:grpSpPr>
        <p:grpSp>
          <p:nvGrpSpPr>
            <p:cNvPr id="613" name="Google Shape;613;p30"/>
            <p:cNvGrpSpPr/>
            <p:nvPr/>
          </p:nvGrpSpPr>
          <p:grpSpPr>
            <a:xfrm>
              <a:off x="7246349" y="3117524"/>
              <a:ext cx="2577275" cy="1833510"/>
              <a:chOff x="781874" y="1294774"/>
              <a:chExt cx="2577275" cy="1833510"/>
            </a:xfrm>
          </p:grpSpPr>
          <p:sp>
            <p:nvSpPr>
              <p:cNvPr id="614" name="Google Shape;614;p30"/>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0"/>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0"/>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0"/>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0"/>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 name="Google Shape;624;p30"/>
            <p:cNvGrpSpPr/>
            <p:nvPr/>
          </p:nvGrpSpPr>
          <p:grpSpPr>
            <a:xfrm>
              <a:off x="202378" y="1912824"/>
              <a:ext cx="935946" cy="1833882"/>
              <a:chOff x="4738303" y="2509949"/>
              <a:chExt cx="935946" cy="1833882"/>
            </a:xfrm>
          </p:grpSpPr>
          <p:sp>
            <p:nvSpPr>
              <p:cNvPr id="625" name="Google Shape;625;p30"/>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0"/>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0"/>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0"/>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31"/>
        <p:cNvGrpSpPr/>
        <p:nvPr/>
      </p:nvGrpSpPr>
      <p:grpSpPr>
        <a:xfrm>
          <a:off x="0" y="0"/>
          <a:ext cx="0" cy="0"/>
          <a:chOff x="0" y="0"/>
          <a:chExt cx="0" cy="0"/>
        </a:xfrm>
      </p:grpSpPr>
      <p:pic>
        <p:nvPicPr>
          <p:cNvPr id="632" name="Google Shape;632;p31"/>
          <p:cNvPicPr preferRelativeResize="0"/>
          <p:nvPr/>
        </p:nvPicPr>
        <p:blipFill>
          <a:blip r:embed="rId2">
            <a:alphaModFix/>
          </a:blip>
          <a:stretch>
            <a:fillRect/>
          </a:stretch>
        </p:blipFill>
        <p:spPr>
          <a:xfrm>
            <a:off x="0" y="0"/>
            <a:ext cx="9144000" cy="5143500"/>
          </a:xfrm>
          <a:prstGeom prst="rect">
            <a:avLst/>
          </a:prstGeom>
          <a:noFill/>
          <a:ln>
            <a:noFill/>
          </a:ln>
        </p:spPr>
      </p:pic>
      <p:grpSp>
        <p:nvGrpSpPr>
          <p:cNvPr id="633" name="Google Shape;633;p31"/>
          <p:cNvGrpSpPr/>
          <p:nvPr/>
        </p:nvGrpSpPr>
        <p:grpSpPr>
          <a:xfrm>
            <a:off x="-234251" y="-297501"/>
            <a:ext cx="9082600" cy="5165107"/>
            <a:chOff x="-234251" y="-297501"/>
            <a:chExt cx="9082600" cy="5165107"/>
          </a:xfrm>
        </p:grpSpPr>
        <p:grpSp>
          <p:nvGrpSpPr>
            <p:cNvPr id="634" name="Google Shape;634;p31"/>
            <p:cNvGrpSpPr/>
            <p:nvPr/>
          </p:nvGrpSpPr>
          <p:grpSpPr>
            <a:xfrm>
              <a:off x="-234251" y="-297501"/>
              <a:ext cx="2577275" cy="1833510"/>
              <a:chOff x="781874" y="1294774"/>
              <a:chExt cx="2577275" cy="1833510"/>
            </a:xfrm>
          </p:grpSpPr>
          <p:sp>
            <p:nvSpPr>
              <p:cNvPr id="635" name="Google Shape;635;p3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 name="Google Shape;645;p31"/>
            <p:cNvGrpSpPr/>
            <p:nvPr/>
          </p:nvGrpSpPr>
          <p:grpSpPr>
            <a:xfrm>
              <a:off x="7866164" y="275255"/>
              <a:ext cx="936510" cy="688006"/>
              <a:chOff x="3235964" y="2587955"/>
              <a:chExt cx="936510" cy="688006"/>
            </a:xfrm>
          </p:grpSpPr>
          <p:sp>
            <p:nvSpPr>
              <p:cNvPr id="646" name="Google Shape;646;p3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p:cNvGrpSpPr/>
            <p:nvPr/>
          </p:nvGrpSpPr>
          <p:grpSpPr>
            <a:xfrm>
              <a:off x="7912403" y="3038447"/>
              <a:ext cx="935946" cy="1829159"/>
              <a:chOff x="4738303" y="2514672"/>
              <a:chExt cx="935946" cy="1829159"/>
            </a:xfrm>
          </p:grpSpPr>
          <p:sp>
            <p:nvSpPr>
              <p:cNvPr id="649" name="Google Shape;649;p31"/>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 name="Google Shape;655;p31"/>
            <p:cNvGrpSpPr/>
            <p:nvPr/>
          </p:nvGrpSpPr>
          <p:grpSpPr>
            <a:xfrm>
              <a:off x="381499" y="3884824"/>
              <a:ext cx="1345775" cy="914755"/>
              <a:chOff x="2264799" y="3654374"/>
              <a:chExt cx="1345775" cy="914755"/>
            </a:xfrm>
          </p:grpSpPr>
          <p:sp>
            <p:nvSpPr>
              <p:cNvPr id="656" name="Google Shape;656;p31"/>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60"/>
        <p:cNvGrpSpPr/>
        <p:nvPr/>
      </p:nvGrpSpPr>
      <p:grpSpPr>
        <a:xfrm>
          <a:off x="0" y="0"/>
          <a:ext cx="0" cy="0"/>
          <a:chOff x="0" y="0"/>
          <a:chExt cx="0" cy="0"/>
        </a:xfrm>
      </p:grpSpPr>
      <p:grpSp>
        <p:nvGrpSpPr>
          <p:cNvPr id="661" name="Google Shape;661;p32"/>
          <p:cNvGrpSpPr/>
          <p:nvPr/>
        </p:nvGrpSpPr>
        <p:grpSpPr>
          <a:xfrm>
            <a:off x="159224" y="251905"/>
            <a:ext cx="8751975" cy="4709604"/>
            <a:chOff x="159224" y="251905"/>
            <a:chExt cx="8751975" cy="4709604"/>
          </a:xfrm>
        </p:grpSpPr>
        <p:grpSp>
          <p:nvGrpSpPr>
            <p:cNvPr id="662" name="Google Shape;662;p32"/>
            <p:cNvGrpSpPr/>
            <p:nvPr/>
          </p:nvGrpSpPr>
          <p:grpSpPr>
            <a:xfrm>
              <a:off x="6333924" y="3127999"/>
              <a:ext cx="2577275" cy="1833510"/>
              <a:chOff x="781874" y="1294774"/>
              <a:chExt cx="2577275" cy="1833510"/>
            </a:xfrm>
          </p:grpSpPr>
          <p:sp>
            <p:nvSpPr>
              <p:cNvPr id="663" name="Google Shape;663;p3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 name="Google Shape;673;p32"/>
            <p:cNvGrpSpPr/>
            <p:nvPr/>
          </p:nvGrpSpPr>
          <p:grpSpPr>
            <a:xfrm>
              <a:off x="1580814" y="251905"/>
              <a:ext cx="936510" cy="688006"/>
              <a:chOff x="3235964" y="2587955"/>
              <a:chExt cx="936510" cy="688006"/>
            </a:xfrm>
          </p:grpSpPr>
          <p:sp>
            <p:nvSpPr>
              <p:cNvPr id="674" name="Google Shape;674;p32"/>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2"/>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 name="Google Shape;676;p32"/>
            <p:cNvGrpSpPr/>
            <p:nvPr/>
          </p:nvGrpSpPr>
          <p:grpSpPr>
            <a:xfrm>
              <a:off x="307128" y="346247"/>
              <a:ext cx="935946" cy="1829159"/>
              <a:chOff x="4738303" y="2514672"/>
              <a:chExt cx="935946" cy="1829159"/>
            </a:xfrm>
          </p:grpSpPr>
          <p:sp>
            <p:nvSpPr>
              <p:cNvPr id="677" name="Google Shape;677;p32"/>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2"/>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2"/>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2"/>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2"/>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2"/>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32"/>
            <p:cNvGrpSpPr/>
            <p:nvPr/>
          </p:nvGrpSpPr>
          <p:grpSpPr>
            <a:xfrm>
              <a:off x="159224" y="2418249"/>
              <a:ext cx="1345775" cy="914755"/>
              <a:chOff x="2264799" y="3654374"/>
              <a:chExt cx="1345775" cy="914755"/>
            </a:xfrm>
          </p:grpSpPr>
          <p:sp>
            <p:nvSpPr>
              <p:cNvPr id="684" name="Google Shape;684;p32"/>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2"/>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2"/>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2"/>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2pPr>
            <a:lvl3pPr lvl="2"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3pPr>
            <a:lvl4pPr lvl="3"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4pPr>
            <a:lvl5pPr lvl="4"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5pPr>
            <a:lvl6pPr lvl="5"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6pPr>
            <a:lvl7pPr lvl="6"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7pPr>
            <a:lvl8pPr lvl="7"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8pPr>
            <a:lvl9pPr lvl="8"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bookdown.org/gboccardo/manual-ED-UCH/introduccion-al-uso-de-rmarkdown-para-la-compilacion-de-resultados-de-rstudio-en-diferentes-formatos.html"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hyperlink" Target="https://bookdown.org/gboccardo/manual-ED-UCH/introduccion-al-uso-de-rmarkdown-para-la-compilacion-de-resultados-de-rstudio-en-diferentes-formatos.html"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33"/>
          <p:cNvSpPr txBox="1">
            <a:spLocks noGrp="1"/>
          </p:cNvSpPr>
          <p:nvPr>
            <p:ph type="ctrTitle"/>
          </p:nvPr>
        </p:nvSpPr>
        <p:spPr>
          <a:xfrm>
            <a:off x="846900" y="1098283"/>
            <a:ext cx="7584000" cy="2247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419" sz="5700" dirty="0" err="1"/>
              <a:t>Introduction</a:t>
            </a:r>
            <a:r>
              <a:rPr lang="es-419" sz="5700" dirty="0"/>
              <a:t> </a:t>
            </a:r>
            <a:r>
              <a:rPr lang="es-419" sz="5700" dirty="0" err="1"/>
              <a:t>to</a:t>
            </a:r>
            <a:r>
              <a:rPr lang="es-419" sz="5700" dirty="0"/>
              <a:t> Data </a:t>
            </a:r>
            <a:r>
              <a:rPr lang="es-419" sz="5700" dirty="0" err="1"/>
              <a:t>Science</a:t>
            </a:r>
            <a:endParaRPr sz="5700" dirty="0"/>
          </a:p>
          <a:p>
            <a:pPr marL="0" lvl="0" indent="0" algn="l" rtl="0">
              <a:spcBef>
                <a:spcPts val="0"/>
              </a:spcBef>
              <a:spcAft>
                <a:spcPts val="0"/>
              </a:spcAft>
              <a:buNone/>
            </a:pPr>
            <a:r>
              <a:rPr lang="en" sz="2000" b="0" dirty="0"/>
              <a:t>Session 13</a:t>
            </a:r>
            <a:endParaRPr sz="2000" b="0" dirty="0"/>
          </a:p>
        </p:txBody>
      </p:sp>
      <p:sp>
        <p:nvSpPr>
          <p:cNvPr id="693" name="Google Shape;693;p33"/>
          <p:cNvSpPr txBox="1">
            <a:spLocks noGrp="1"/>
          </p:cNvSpPr>
          <p:nvPr>
            <p:ph type="subTitle" idx="1"/>
          </p:nvPr>
        </p:nvSpPr>
        <p:spPr>
          <a:xfrm>
            <a:off x="846900" y="3880738"/>
            <a:ext cx="4528800" cy="475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300" dirty="0"/>
              <a:t>Prof. Hugo Hernandez</a:t>
            </a:r>
            <a:endParaRPr sz="1300" dirty="0"/>
          </a:p>
          <a:p>
            <a:pPr marL="0" lvl="0" indent="0" algn="just" rtl="0">
              <a:spcBef>
                <a:spcPts val="0"/>
              </a:spcBef>
              <a:spcAft>
                <a:spcPts val="0"/>
              </a:spcAft>
              <a:buNone/>
            </a:pPr>
            <a:r>
              <a:rPr lang="en" sz="1300" dirty="0"/>
              <a:t>Prof. Giorgio Cunto Morales</a:t>
            </a:r>
            <a:endParaRPr sz="1300" dirty="0"/>
          </a:p>
        </p:txBody>
      </p:sp>
      <p:cxnSp>
        <p:nvCxnSpPr>
          <p:cNvPr id="694" name="Google Shape;694;p33"/>
          <p:cNvCxnSpPr/>
          <p:nvPr/>
        </p:nvCxnSpPr>
        <p:spPr>
          <a:xfrm>
            <a:off x="953922" y="3527687"/>
            <a:ext cx="931200" cy="0"/>
          </a:xfrm>
          <a:prstGeom prst="straightConnector1">
            <a:avLst/>
          </a:prstGeom>
          <a:noFill/>
          <a:ln w="76200" cap="flat" cmpd="sng">
            <a:solidFill>
              <a:schemeClr val="lt2"/>
            </a:solidFill>
            <a:prstDash val="solid"/>
            <a:round/>
            <a:headEnd type="none" w="med" len="med"/>
            <a:tailEnd type="none" w="med" len="med"/>
          </a:ln>
        </p:spPr>
      </p:cxnSp>
      <p:sp>
        <p:nvSpPr>
          <p:cNvPr id="695" name="Google Shape;695;p33"/>
          <p:cNvSpPr/>
          <p:nvPr/>
        </p:nvSpPr>
        <p:spPr>
          <a:xfrm>
            <a:off x="5684700" y="159575"/>
            <a:ext cx="3307200" cy="648300"/>
          </a:xfrm>
          <a:prstGeom prst="rect">
            <a:avLst/>
          </a:prstGeom>
          <a:solidFill>
            <a:srgbClr val="F8FAF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96" name="Google Shape;696;p33"/>
          <p:cNvPicPr preferRelativeResize="0"/>
          <p:nvPr/>
        </p:nvPicPr>
        <p:blipFill>
          <a:blip r:embed="rId3">
            <a:alphaModFix/>
          </a:blip>
          <a:stretch>
            <a:fillRect/>
          </a:stretch>
        </p:blipFill>
        <p:spPr>
          <a:xfrm>
            <a:off x="5664000" y="127545"/>
            <a:ext cx="3318349" cy="680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34"/>
          <p:cNvSpPr txBox="1">
            <a:spLocks noGrp="1"/>
          </p:cNvSpPr>
          <p:nvPr>
            <p:ph type="title"/>
          </p:nvPr>
        </p:nvSpPr>
        <p:spPr>
          <a:xfrm>
            <a:off x="444450" y="924225"/>
            <a:ext cx="7914000" cy="92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dirty="0"/>
              <a:t>Analysis tools</a:t>
            </a:r>
            <a:endParaRPr sz="4400" dirty="0"/>
          </a:p>
        </p:txBody>
      </p:sp>
      <p:cxnSp>
        <p:nvCxnSpPr>
          <p:cNvPr id="702" name="Google Shape;702;p34"/>
          <p:cNvCxnSpPr/>
          <p:nvPr/>
        </p:nvCxnSpPr>
        <p:spPr>
          <a:xfrm>
            <a:off x="568129" y="1844327"/>
            <a:ext cx="931200" cy="0"/>
          </a:xfrm>
          <a:prstGeom prst="straightConnector1">
            <a:avLst/>
          </a:prstGeom>
          <a:noFill/>
          <a:ln w="76200" cap="flat" cmpd="sng">
            <a:solidFill>
              <a:schemeClr val="lt2"/>
            </a:solidFill>
            <a:prstDash val="solid"/>
            <a:round/>
            <a:headEnd type="none" w="med" len="med"/>
            <a:tailEnd type="none" w="med" len="med"/>
          </a:ln>
        </p:spPr>
      </p:cxnSp>
      <p:sp>
        <p:nvSpPr>
          <p:cNvPr id="703" name="Google Shape;703;p34"/>
          <p:cNvSpPr txBox="1">
            <a:spLocks noGrp="1"/>
          </p:cNvSpPr>
          <p:nvPr>
            <p:ph type="title"/>
          </p:nvPr>
        </p:nvSpPr>
        <p:spPr>
          <a:xfrm>
            <a:off x="444450" y="437925"/>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b="0" dirty="0"/>
              <a:t>Module V</a:t>
            </a:r>
            <a:endParaRPr sz="3000" b="0" dirty="0"/>
          </a:p>
        </p:txBody>
      </p:sp>
      <p:sp>
        <p:nvSpPr>
          <p:cNvPr id="704" name="Google Shape;704;p34"/>
          <p:cNvSpPr txBox="1">
            <a:spLocks noGrp="1"/>
          </p:cNvSpPr>
          <p:nvPr>
            <p:ph type="title"/>
          </p:nvPr>
        </p:nvSpPr>
        <p:spPr>
          <a:xfrm>
            <a:off x="444450" y="1980375"/>
            <a:ext cx="8255100" cy="22908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Char char="★"/>
            </a:pPr>
            <a:r>
              <a:rPr lang="en" sz="1800" b="0" dirty="0"/>
              <a:t>RMarkdown: the basics</a:t>
            </a:r>
            <a:endParaRPr sz="1800" b="0" dirty="0"/>
          </a:p>
          <a:p>
            <a:pPr marL="457200" lvl="0" indent="0" algn="l" rtl="0">
              <a:spcBef>
                <a:spcPts val="0"/>
              </a:spcBef>
              <a:spcAft>
                <a:spcPts val="0"/>
              </a:spcAft>
              <a:buNone/>
            </a:pPr>
            <a:endParaRPr sz="18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35"/>
          <p:cNvSpPr txBox="1"/>
          <p:nvPr/>
        </p:nvSpPr>
        <p:spPr>
          <a:xfrm>
            <a:off x="352950" y="1024450"/>
            <a:ext cx="8295300" cy="3628200"/>
          </a:xfrm>
          <a:prstGeom prst="rect">
            <a:avLst/>
          </a:prstGeom>
          <a:solidFill>
            <a:srgbClr val="00255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err="1">
                <a:solidFill>
                  <a:schemeClr val="dk1"/>
                </a:solidFill>
                <a:latin typeface="Poppins"/>
                <a:ea typeface="Poppins"/>
                <a:cs typeface="Poppins"/>
                <a:sym typeface="Poppins"/>
              </a:rPr>
              <a:t>RMarkdown</a:t>
            </a:r>
            <a:r>
              <a:rPr lang="en-US" sz="1200" dirty="0">
                <a:solidFill>
                  <a:schemeClr val="dk1"/>
                </a:solidFill>
                <a:latin typeface="Poppins"/>
                <a:ea typeface="Poppins"/>
                <a:cs typeface="Poppins"/>
                <a:sym typeface="Poppins"/>
              </a:rPr>
              <a:t> is a text processor that also allows the inclusion of chunks of code from R (or other formats).</a:t>
            </a:r>
          </a:p>
          <a:p>
            <a:pPr marL="0" lvl="0" indent="0" algn="l" rtl="0">
              <a:spcBef>
                <a:spcPts val="0"/>
              </a:spcBef>
              <a:spcAft>
                <a:spcPts val="0"/>
              </a:spcAft>
              <a:buNone/>
            </a:pPr>
            <a:endParaRPr lang="en-US" sz="1200" dirty="0">
              <a:solidFill>
                <a:schemeClr val="dk1"/>
              </a:solidFill>
              <a:latin typeface="Poppins"/>
              <a:ea typeface="Poppins"/>
              <a:cs typeface="Poppins"/>
              <a:sym typeface="Poppins"/>
            </a:endParaRPr>
          </a:p>
          <a:p>
            <a:pPr marL="0" lvl="0" indent="0" algn="l" rtl="0">
              <a:spcBef>
                <a:spcPts val="0"/>
              </a:spcBef>
              <a:spcAft>
                <a:spcPts val="0"/>
              </a:spcAft>
              <a:buNone/>
            </a:pPr>
            <a:r>
              <a:rPr lang="en-US" sz="1200" dirty="0">
                <a:solidFill>
                  <a:schemeClr val="dk1"/>
                </a:solidFill>
                <a:latin typeface="Poppins"/>
                <a:ea typeface="Poppins"/>
                <a:cs typeface="Poppins"/>
                <a:sym typeface="Poppins"/>
              </a:rPr>
              <a:t>The main benefit of this tool is that it makes it possible to work in a single document both the writing of the narrative content of research reports and the construction and formal presentation of statistical analysis results.</a:t>
            </a:r>
            <a:endParaRPr sz="1200" dirty="0">
              <a:solidFill>
                <a:schemeClr val="dk1"/>
              </a:solidFill>
              <a:latin typeface="Poppins"/>
              <a:ea typeface="Poppins"/>
              <a:cs typeface="Poppins"/>
              <a:sym typeface="Poppins"/>
            </a:endParaRPr>
          </a:p>
        </p:txBody>
      </p:sp>
      <p:sp>
        <p:nvSpPr>
          <p:cNvPr id="710" name="Google Shape;710;p35"/>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RMarkdown: </a:t>
            </a:r>
            <a:r>
              <a:rPr lang="en-US" sz="3000" dirty="0"/>
              <a:t>What is it?</a:t>
            </a:r>
            <a:endParaRPr sz="3000" dirty="0"/>
          </a:p>
        </p:txBody>
      </p:sp>
      <p:sp>
        <p:nvSpPr>
          <p:cNvPr id="711" name="Google Shape;711;p35"/>
          <p:cNvSpPr txBox="1"/>
          <p:nvPr/>
        </p:nvSpPr>
        <p:spPr>
          <a:xfrm>
            <a:off x="5422050" y="4603950"/>
            <a:ext cx="3580500" cy="50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Poppins"/>
                <a:ea typeface="Poppins"/>
                <a:cs typeface="Poppins"/>
                <a:sym typeface="Poppins"/>
              </a:rPr>
              <a:t>Link to a guide on </a:t>
            </a:r>
            <a:r>
              <a:rPr lang="en-US" u="sng" dirty="0" err="1">
                <a:solidFill>
                  <a:schemeClr val="hlink"/>
                </a:solidFill>
                <a:latin typeface="Poppins"/>
                <a:ea typeface="Poppins"/>
                <a:cs typeface="Poppins"/>
                <a:sym typeface="Poppins"/>
                <a:hlinkClick r:id="rId3"/>
              </a:rPr>
              <a:t>RMarkdown</a:t>
            </a:r>
            <a:endParaRPr dirty="0">
              <a:solidFill>
                <a:schemeClr val="dk1"/>
              </a:solidFill>
              <a:latin typeface="Poppins"/>
              <a:ea typeface="Poppins"/>
              <a:cs typeface="Poppins"/>
              <a:sym typeface="Poppins"/>
            </a:endParaRPr>
          </a:p>
        </p:txBody>
      </p:sp>
      <p:pic>
        <p:nvPicPr>
          <p:cNvPr id="712" name="Google Shape;712;p35"/>
          <p:cNvPicPr preferRelativeResize="0"/>
          <p:nvPr/>
        </p:nvPicPr>
        <p:blipFill>
          <a:blip r:embed="rId4">
            <a:alphaModFix/>
          </a:blip>
          <a:stretch>
            <a:fillRect/>
          </a:stretch>
        </p:blipFill>
        <p:spPr>
          <a:xfrm>
            <a:off x="1447638" y="2564000"/>
            <a:ext cx="5676126" cy="1916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pic>
        <p:nvPicPr>
          <p:cNvPr id="717" name="Google Shape;717;p36"/>
          <p:cNvPicPr preferRelativeResize="0"/>
          <p:nvPr/>
        </p:nvPicPr>
        <p:blipFill>
          <a:blip r:embed="rId3">
            <a:alphaModFix/>
          </a:blip>
          <a:stretch>
            <a:fillRect/>
          </a:stretch>
        </p:blipFill>
        <p:spPr>
          <a:xfrm>
            <a:off x="666288" y="343500"/>
            <a:ext cx="5076825" cy="4610100"/>
          </a:xfrm>
          <a:prstGeom prst="rect">
            <a:avLst/>
          </a:prstGeom>
          <a:noFill/>
          <a:ln>
            <a:noFill/>
          </a:ln>
        </p:spPr>
      </p:pic>
      <p:sp>
        <p:nvSpPr>
          <p:cNvPr id="718" name="Google Shape;718;p36"/>
          <p:cNvSpPr txBox="1"/>
          <p:nvPr/>
        </p:nvSpPr>
        <p:spPr>
          <a:xfrm>
            <a:off x="6237350" y="343500"/>
            <a:ext cx="2688300" cy="1261854"/>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US" dirty="0">
                <a:solidFill>
                  <a:schemeClr val="dk1"/>
                </a:solidFill>
                <a:latin typeface="Poppins"/>
                <a:ea typeface="Poppins"/>
                <a:cs typeface="Poppins"/>
                <a:sym typeface="Poppins"/>
              </a:rPr>
              <a:t>In summary: before compiling an </a:t>
            </a:r>
            <a:r>
              <a:rPr lang="en-US" dirty="0" err="1">
                <a:solidFill>
                  <a:schemeClr val="dk1"/>
                </a:solidFill>
                <a:latin typeface="Poppins"/>
                <a:ea typeface="Poppins"/>
                <a:cs typeface="Poppins"/>
                <a:sym typeface="Poppins"/>
              </a:rPr>
              <a:t>RMarkdown</a:t>
            </a:r>
            <a:r>
              <a:rPr lang="en-US" dirty="0">
                <a:solidFill>
                  <a:schemeClr val="dk1"/>
                </a:solidFill>
                <a:latin typeface="Poppins"/>
                <a:ea typeface="Poppins"/>
                <a:cs typeface="Poppins"/>
                <a:sym typeface="Poppins"/>
              </a:rPr>
              <a:t> document, we must ensure that these components are installed on our computers.</a:t>
            </a:r>
            <a:endParaRPr dirty="0">
              <a:solidFill>
                <a:schemeClr val="dk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37"/>
          <p:cNvSpPr txBox="1"/>
          <p:nvPr/>
        </p:nvSpPr>
        <p:spPr>
          <a:xfrm>
            <a:off x="352950" y="1024450"/>
            <a:ext cx="8295300" cy="3628200"/>
          </a:xfrm>
          <a:prstGeom prst="rect">
            <a:avLst/>
          </a:prstGeom>
          <a:solidFill>
            <a:srgbClr val="00255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solidFill>
                  <a:schemeClr val="dk1"/>
                </a:solidFill>
                <a:latin typeface="Poppins"/>
                <a:ea typeface="Poppins"/>
                <a:cs typeface="Poppins"/>
                <a:sym typeface="Poppins"/>
              </a:rPr>
              <a:t>You can create a new </a:t>
            </a:r>
            <a:r>
              <a:rPr lang="en-US" sz="1200" dirty="0" err="1">
                <a:solidFill>
                  <a:schemeClr val="dk1"/>
                </a:solidFill>
                <a:latin typeface="Poppins"/>
                <a:ea typeface="Poppins"/>
                <a:cs typeface="Poppins"/>
                <a:sym typeface="Poppins"/>
              </a:rPr>
              <a:t>RMarkdown</a:t>
            </a:r>
            <a:r>
              <a:rPr lang="en-US" sz="1200" dirty="0">
                <a:solidFill>
                  <a:schemeClr val="dk1"/>
                </a:solidFill>
                <a:latin typeface="Poppins"/>
                <a:ea typeface="Poppins"/>
                <a:cs typeface="Poppins"/>
                <a:sym typeface="Poppins"/>
              </a:rPr>
              <a:t> document using the top toolbar in RStudio. As shown below: go to File → New File → </a:t>
            </a:r>
            <a:r>
              <a:rPr lang="en-US" sz="1200" dirty="0" err="1">
                <a:solidFill>
                  <a:schemeClr val="dk1"/>
                </a:solidFill>
                <a:latin typeface="Poppins"/>
                <a:ea typeface="Poppins"/>
                <a:cs typeface="Poppins"/>
                <a:sym typeface="Poppins"/>
              </a:rPr>
              <a:t>RMarkdown</a:t>
            </a:r>
            <a:r>
              <a:rPr lang="en-US" sz="1200" dirty="0">
                <a:solidFill>
                  <a:schemeClr val="dk1"/>
                </a:solidFill>
                <a:latin typeface="Poppins"/>
                <a:ea typeface="Poppins"/>
                <a:cs typeface="Poppins"/>
                <a:sym typeface="Poppins"/>
              </a:rPr>
              <a:t>.</a:t>
            </a: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p:txBody>
      </p:sp>
      <p:sp>
        <p:nvSpPr>
          <p:cNvPr id="724" name="Google Shape;724;p37"/>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000" dirty="0" err="1"/>
              <a:t>RMarkdown</a:t>
            </a:r>
            <a:r>
              <a:rPr lang="en-US" sz="3000" dirty="0"/>
              <a:t>: How to Use It?</a:t>
            </a:r>
            <a:endParaRPr sz="3000" dirty="0"/>
          </a:p>
        </p:txBody>
      </p:sp>
      <p:sp>
        <p:nvSpPr>
          <p:cNvPr id="725" name="Google Shape;725;p37"/>
          <p:cNvSpPr txBox="1"/>
          <p:nvPr/>
        </p:nvSpPr>
        <p:spPr>
          <a:xfrm>
            <a:off x="5422050" y="4603950"/>
            <a:ext cx="3580500" cy="50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u="sng" dirty="0" err="1">
                <a:solidFill>
                  <a:schemeClr val="hlink"/>
                </a:solidFill>
                <a:latin typeface="Poppins"/>
                <a:ea typeface="Poppins"/>
                <a:cs typeface="Poppins"/>
                <a:sym typeface="Poppins"/>
                <a:hlinkClick r:id="rId3"/>
              </a:rPr>
              <a:t>RMarkdown</a:t>
            </a:r>
            <a:r>
              <a:rPr lang="en-US" u="sng" dirty="0">
                <a:solidFill>
                  <a:schemeClr val="hlink"/>
                </a:solidFill>
                <a:latin typeface="Poppins"/>
                <a:ea typeface="Poppins"/>
                <a:cs typeface="Poppins"/>
                <a:sym typeface="Poppins"/>
                <a:hlinkClick r:id="rId3"/>
              </a:rPr>
              <a:t> Guide</a:t>
            </a:r>
            <a:endParaRPr dirty="0">
              <a:solidFill>
                <a:schemeClr val="dk1"/>
              </a:solidFill>
              <a:latin typeface="Poppins"/>
              <a:ea typeface="Poppins"/>
              <a:cs typeface="Poppins"/>
              <a:sym typeface="Poppins"/>
            </a:endParaRPr>
          </a:p>
        </p:txBody>
      </p:sp>
      <p:pic>
        <p:nvPicPr>
          <p:cNvPr id="726" name="Google Shape;726;p37"/>
          <p:cNvPicPr preferRelativeResize="0"/>
          <p:nvPr/>
        </p:nvPicPr>
        <p:blipFill>
          <a:blip r:embed="rId4">
            <a:alphaModFix/>
          </a:blip>
          <a:stretch>
            <a:fillRect/>
          </a:stretch>
        </p:blipFill>
        <p:spPr>
          <a:xfrm>
            <a:off x="158148" y="1593450"/>
            <a:ext cx="4696725" cy="1079700"/>
          </a:xfrm>
          <a:prstGeom prst="rect">
            <a:avLst/>
          </a:prstGeom>
          <a:noFill/>
          <a:ln>
            <a:noFill/>
          </a:ln>
        </p:spPr>
      </p:pic>
      <p:pic>
        <p:nvPicPr>
          <p:cNvPr id="727" name="Google Shape;727;p37"/>
          <p:cNvPicPr preferRelativeResize="0"/>
          <p:nvPr/>
        </p:nvPicPr>
        <p:blipFill>
          <a:blip r:embed="rId5">
            <a:alphaModFix/>
          </a:blip>
          <a:stretch>
            <a:fillRect/>
          </a:stretch>
        </p:blipFill>
        <p:spPr>
          <a:xfrm>
            <a:off x="5123388" y="1593450"/>
            <a:ext cx="3778374" cy="2971750"/>
          </a:xfrm>
          <a:prstGeom prst="rect">
            <a:avLst/>
          </a:prstGeom>
          <a:noFill/>
          <a:ln>
            <a:noFill/>
          </a:ln>
        </p:spPr>
      </p:pic>
      <p:sp>
        <p:nvSpPr>
          <p:cNvPr id="728" name="Google Shape;728;p37"/>
          <p:cNvSpPr txBox="1"/>
          <p:nvPr/>
        </p:nvSpPr>
        <p:spPr>
          <a:xfrm>
            <a:off x="606600" y="2918950"/>
            <a:ext cx="4516800" cy="1444200"/>
          </a:xfrm>
          <a:prstGeom prst="rect">
            <a:avLst/>
          </a:prstGeom>
          <a:solidFill>
            <a:srgbClr val="00255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dirty="0">
                <a:solidFill>
                  <a:schemeClr val="dk1"/>
                </a:solidFill>
                <a:latin typeface="Poppins"/>
                <a:ea typeface="Poppins"/>
                <a:cs typeface="Poppins"/>
                <a:sym typeface="Poppins"/>
              </a:rPr>
              <a:t>Once you follow that procedure, a new configuration window will appear. Here you set the basic settings of the report, such as the document title, author name, and the format of the output (in this example, PDF).</a:t>
            </a:r>
            <a:endParaRPr sz="1300" dirty="0">
              <a:solidFill>
                <a:schemeClr val="dk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38"/>
          <p:cNvSpPr txBox="1"/>
          <p:nvPr/>
        </p:nvSpPr>
        <p:spPr>
          <a:xfrm>
            <a:off x="352950" y="1024450"/>
            <a:ext cx="8295300" cy="3628200"/>
          </a:xfrm>
          <a:prstGeom prst="rect">
            <a:avLst/>
          </a:prstGeom>
          <a:solidFill>
            <a:srgbClr val="00255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solidFill>
                  <a:schemeClr val="dk1"/>
                </a:solidFill>
                <a:latin typeface="Poppins"/>
                <a:ea typeface="Poppins"/>
                <a:cs typeface="Poppins"/>
                <a:sym typeface="Poppins"/>
              </a:rPr>
              <a:t>After entering your specifications, you will get the template of your file in a new R tab (with the extension .</a:t>
            </a:r>
            <a:r>
              <a:rPr lang="en-US" sz="1200" dirty="0" err="1">
                <a:solidFill>
                  <a:schemeClr val="dk1"/>
                </a:solidFill>
                <a:latin typeface="Poppins"/>
                <a:ea typeface="Poppins"/>
                <a:cs typeface="Poppins"/>
                <a:sym typeface="Poppins"/>
              </a:rPr>
              <a:t>Rmd</a:t>
            </a:r>
            <a:r>
              <a:rPr lang="en-US" sz="1200" dirty="0">
                <a:solidFill>
                  <a:schemeClr val="dk1"/>
                </a:solidFill>
                <a:latin typeface="Poppins"/>
                <a:ea typeface="Poppins"/>
                <a:cs typeface="Poppins"/>
                <a:sym typeface="Poppins"/>
              </a:rPr>
              <a:t>), which contains the </a:t>
            </a:r>
            <a:r>
              <a:rPr lang="en-US" sz="1200" dirty="0" err="1">
                <a:solidFill>
                  <a:schemeClr val="dk1"/>
                </a:solidFill>
                <a:latin typeface="Poppins"/>
                <a:ea typeface="Poppins"/>
                <a:cs typeface="Poppins"/>
                <a:sym typeface="Poppins"/>
              </a:rPr>
              <a:t>RMarkdown</a:t>
            </a:r>
            <a:r>
              <a:rPr lang="en-US" sz="1200" dirty="0">
                <a:solidFill>
                  <a:schemeClr val="dk1"/>
                </a:solidFill>
                <a:latin typeface="Poppins"/>
                <a:ea typeface="Poppins"/>
                <a:cs typeface="Poppins"/>
                <a:sym typeface="Poppins"/>
              </a:rPr>
              <a:t> syntax in which the research report will be edited. As shown in the image, RStudio provides a preconfigured </a:t>
            </a:r>
            <a:r>
              <a:rPr lang="en-US" sz="1200" dirty="0" err="1">
                <a:solidFill>
                  <a:schemeClr val="dk1"/>
                </a:solidFill>
                <a:latin typeface="Poppins"/>
                <a:ea typeface="Poppins"/>
                <a:cs typeface="Poppins"/>
                <a:sym typeface="Poppins"/>
              </a:rPr>
              <a:t>RMarkdown</a:t>
            </a:r>
            <a:r>
              <a:rPr lang="en-US" sz="1200" dirty="0">
                <a:solidFill>
                  <a:schemeClr val="dk1"/>
                </a:solidFill>
                <a:latin typeface="Poppins"/>
                <a:ea typeface="Poppins"/>
                <a:cs typeface="Poppins"/>
                <a:sym typeface="Poppins"/>
              </a:rPr>
              <a:t> template.</a:t>
            </a: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p:txBody>
      </p:sp>
      <p:sp>
        <p:nvSpPr>
          <p:cNvPr id="734" name="Google Shape;734;p38"/>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lvl="0" algn="l"/>
            <a:r>
              <a:rPr lang="en-US" sz="3000" dirty="0" err="1"/>
              <a:t>RMarkdown</a:t>
            </a:r>
            <a:r>
              <a:rPr lang="en-US" sz="3000" dirty="0"/>
              <a:t>: How to Use It?</a:t>
            </a:r>
            <a:endParaRPr sz="3000" dirty="0"/>
          </a:p>
        </p:txBody>
      </p:sp>
      <p:pic>
        <p:nvPicPr>
          <p:cNvPr id="735" name="Google Shape;735;p38"/>
          <p:cNvPicPr preferRelativeResize="0"/>
          <p:nvPr/>
        </p:nvPicPr>
        <p:blipFill>
          <a:blip r:embed="rId3">
            <a:alphaModFix/>
          </a:blip>
          <a:stretch>
            <a:fillRect/>
          </a:stretch>
        </p:blipFill>
        <p:spPr>
          <a:xfrm>
            <a:off x="352950" y="2006200"/>
            <a:ext cx="5769050" cy="2863825"/>
          </a:xfrm>
          <a:prstGeom prst="rect">
            <a:avLst/>
          </a:prstGeom>
          <a:noFill/>
          <a:ln>
            <a:noFill/>
          </a:ln>
        </p:spPr>
      </p:pic>
      <p:sp>
        <p:nvSpPr>
          <p:cNvPr id="736" name="Google Shape;736;p38"/>
          <p:cNvSpPr txBox="1"/>
          <p:nvPr/>
        </p:nvSpPr>
        <p:spPr>
          <a:xfrm>
            <a:off x="6122000" y="1934175"/>
            <a:ext cx="2838000" cy="1972800"/>
          </a:xfrm>
          <a:prstGeom prst="rect">
            <a:avLst/>
          </a:prstGeom>
          <a:solidFill>
            <a:srgbClr val="00255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dk1"/>
                </a:solidFill>
                <a:latin typeface="Poppins"/>
                <a:ea typeface="Poppins"/>
                <a:cs typeface="Poppins"/>
                <a:sym typeface="Poppins"/>
              </a:rPr>
              <a:t>Los archivos Rmd que generamos contienen 3 elementos primordiales: </a:t>
            </a:r>
            <a:endParaRPr sz="1300" dirty="0">
              <a:solidFill>
                <a:schemeClr val="dk1"/>
              </a:solidFill>
              <a:latin typeface="Poppins"/>
              <a:ea typeface="Poppins"/>
              <a:cs typeface="Poppins"/>
              <a:sym typeface="Poppins"/>
            </a:endParaRPr>
          </a:p>
          <a:p>
            <a:pPr marL="0" lvl="0" indent="0" algn="just" rtl="0">
              <a:spcBef>
                <a:spcPts val="0"/>
              </a:spcBef>
              <a:spcAft>
                <a:spcPts val="0"/>
              </a:spcAft>
              <a:buNone/>
            </a:pPr>
            <a:endParaRPr sz="1300" dirty="0">
              <a:solidFill>
                <a:schemeClr val="dk1"/>
              </a:solidFill>
              <a:latin typeface="Poppins"/>
              <a:ea typeface="Poppins"/>
              <a:cs typeface="Poppins"/>
              <a:sym typeface="Poppins"/>
            </a:endParaRPr>
          </a:p>
          <a:p>
            <a:pPr marL="457200" lvl="0" indent="-311150" algn="just" rtl="0">
              <a:spcBef>
                <a:spcPts val="0"/>
              </a:spcBef>
              <a:spcAft>
                <a:spcPts val="0"/>
              </a:spcAft>
              <a:buClr>
                <a:schemeClr val="dk1"/>
              </a:buClr>
              <a:buSzPts val="1300"/>
              <a:buFont typeface="Poppins"/>
              <a:buAutoNum type="arabicPeriod"/>
            </a:pPr>
            <a:r>
              <a:rPr lang="en" sz="1300" b="1" dirty="0">
                <a:solidFill>
                  <a:schemeClr val="lt2"/>
                </a:solidFill>
                <a:latin typeface="Poppins"/>
                <a:ea typeface="Poppins"/>
                <a:cs typeface="Poppins"/>
                <a:sym typeface="Poppins"/>
              </a:rPr>
              <a:t>General format header</a:t>
            </a:r>
            <a:r>
              <a:rPr lang="en" sz="1300" dirty="0">
                <a:solidFill>
                  <a:schemeClr val="dk1"/>
                </a:solidFill>
                <a:latin typeface="Poppins"/>
                <a:ea typeface="Poppins"/>
                <a:cs typeface="Poppins"/>
                <a:sym typeface="Poppins"/>
              </a:rPr>
              <a:t>: </a:t>
            </a:r>
            <a:r>
              <a:rPr lang="en-US" sz="1300" dirty="0">
                <a:solidFill>
                  <a:schemeClr val="dk1"/>
                </a:solidFill>
                <a:latin typeface="Poppins"/>
                <a:ea typeface="Poppins"/>
                <a:cs typeface="Poppins"/>
                <a:sym typeface="Poppins"/>
              </a:rPr>
              <a:t>where we specify basic document information such as title, subtitle, author, date, bibliography, and output settings.</a:t>
            </a:r>
          </a:p>
          <a:p>
            <a:pPr marL="457200" lvl="0" indent="-311150" algn="just" rtl="0">
              <a:spcBef>
                <a:spcPts val="0"/>
              </a:spcBef>
              <a:spcAft>
                <a:spcPts val="0"/>
              </a:spcAft>
              <a:buClr>
                <a:schemeClr val="dk1"/>
              </a:buClr>
              <a:buSzPts val="1300"/>
              <a:buFont typeface="Poppins"/>
              <a:buAutoNum type="arabicPeriod"/>
            </a:pPr>
            <a:r>
              <a:rPr lang="es-419" sz="1300" b="1" dirty="0">
                <a:solidFill>
                  <a:schemeClr val="lt2"/>
                </a:solidFill>
                <a:latin typeface="Poppins"/>
                <a:ea typeface="Poppins"/>
                <a:cs typeface="Poppins"/>
                <a:sym typeface="Poppins"/>
              </a:rPr>
              <a:t>Text</a:t>
            </a:r>
            <a:endParaRPr sz="1300" dirty="0">
              <a:solidFill>
                <a:schemeClr val="dk1"/>
              </a:solidFill>
              <a:latin typeface="Poppins"/>
              <a:ea typeface="Poppins"/>
              <a:cs typeface="Poppins"/>
              <a:sym typeface="Poppins"/>
            </a:endParaRPr>
          </a:p>
          <a:p>
            <a:pPr marL="457200" lvl="0" indent="-311150" algn="just" rtl="0">
              <a:spcBef>
                <a:spcPts val="0"/>
              </a:spcBef>
              <a:spcAft>
                <a:spcPts val="0"/>
              </a:spcAft>
              <a:buClr>
                <a:schemeClr val="dk1"/>
              </a:buClr>
              <a:buSzPts val="1300"/>
              <a:buFont typeface="Poppins"/>
              <a:buAutoNum type="arabicPeriod"/>
            </a:pPr>
            <a:r>
              <a:rPr lang="en" sz="1300" b="1" dirty="0">
                <a:solidFill>
                  <a:schemeClr val="lt2"/>
                </a:solidFill>
                <a:latin typeface="Poppins"/>
                <a:ea typeface="Poppins"/>
                <a:cs typeface="Poppins"/>
                <a:sym typeface="Poppins"/>
              </a:rPr>
              <a:t>R code chunks</a:t>
            </a:r>
            <a:endParaRPr sz="1300" b="1" dirty="0">
              <a:solidFill>
                <a:schemeClr val="lt2"/>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39"/>
          <p:cNvSpPr txBox="1"/>
          <p:nvPr/>
        </p:nvSpPr>
        <p:spPr>
          <a:xfrm>
            <a:off x="352950" y="1024450"/>
            <a:ext cx="8295300" cy="3628200"/>
          </a:xfrm>
          <a:prstGeom prst="rect">
            <a:avLst/>
          </a:prstGeom>
          <a:solidFill>
            <a:srgbClr val="002553"/>
          </a:solid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Poppins"/>
              <a:buAutoNum type="arabicPeriod"/>
            </a:pPr>
            <a:r>
              <a:rPr lang="en-US" sz="1200" dirty="0">
                <a:solidFill>
                  <a:schemeClr val="dk1"/>
                </a:solidFill>
                <a:latin typeface="Poppins"/>
                <a:ea typeface="Poppins"/>
                <a:cs typeface="Poppins"/>
                <a:sym typeface="Poppins"/>
              </a:rPr>
              <a:t>Adding Titles and Subtitles</a:t>
            </a:r>
          </a:p>
          <a:p>
            <a:pPr marL="152400" lvl="0" algn="l" rtl="0">
              <a:spcBef>
                <a:spcPts val="0"/>
              </a:spcBef>
              <a:spcAft>
                <a:spcPts val="0"/>
              </a:spcAft>
              <a:buClr>
                <a:schemeClr val="dk1"/>
              </a:buClr>
              <a:buSzPts val="1200"/>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r>
              <a:rPr lang="en-US" sz="1100" dirty="0">
                <a:solidFill>
                  <a:schemeClr val="dk1"/>
                </a:solidFill>
                <a:latin typeface="Poppins"/>
                <a:ea typeface="Poppins"/>
                <a:cs typeface="Poppins"/>
                <a:sym typeface="Poppins"/>
              </a:rPr>
              <a:t>In </a:t>
            </a:r>
            <a:r>
              <a:rPr lang="en-US" sz="1100" dirty="0" err="1">
                <a:solidFill>
                  <a:schemeClr val="dk1"/>
                </a:solidFill>
                <a:latin typeface="Poppins"/>
                <a:ea typeface="Poppins"/>
                <a:cs typeface="Poppins"/>
                <a:sym typeface="Poppins"/>
              </a:rPr>
              <a:t>RMarkdown</a:t>
            </a:r>
            <a:r>
              <a:rPr lang="en-US" sz="1100" dirty="0">
                <a:solidFill>
                  <a:schemeClr val="dk1"/>
                </a:solidFill>
                <a:latin typeface="Poppins"/>
                <a:ea typeface="Poppins"/>
                <a:cs typeface="Poppins"/>
                <a:sym typeface="Poppins"/>
              </a:rPr>
              <a:t>, the “hash” signs (#) indicate a section title or </a:t>
            </a:r>
            <a:r>
              <a:rPr lang="en-US" sz="1100" dirty="0" err="1">
                <a:solidFill>
                  <a:schemeClr val="dk1"/>
                </a:solidFill>
                <a:latin typeface="Poppins"/>
                <a:ea typeface="Poppins"/>
                <a:cs typeface="Poppins"/>
                <a:sym typeface="Poppins"/>
              </a:rPr>
              <a:t>subtitle.The</a:t>
            </a:r>
            <a:r>
              <a:rPr lang="en-US" sz="1100" dirty="0">
                <a:solidFill>
                  <a:schemeClr val="dk1"/>
                </a:solidFill>
                <a:latin typeface="Poppins"/>
                <a:ea typeface="Poppins"/>
                <a:cs typeface="Poppins"/>
                <a:sym typeface="Poppins"/>
              </a:rPr>
              <a:t> more hash symbols used, the lower the hierarchy of the heading. Additionally, you can insert page breaks with the command \</a:t>
            </a:r>
            <a:r>
              <a:rPr lang="en-US" sz="1100" dirty="0" err="1">
                <a:solidFill>
                  <a:schemeClr val="dk1"/>
                </a:solidFill>
                <a:latin typeface="Poppins"/>
                <a:ea typeface="Poppins"/>
                <a:cs typeface="Poppins"/>
                <a:sym typeface="Poppins"/>
              </a:rPr>
              <a:t>pagebreak</a:t>
            </a:r>
            <a:r>
              <a:rPr lang="en-US" sz="1100" dirty="0">
                <a:solidFill>
                  <a:schemeClr val="dk1"/>
                </a:solidFill>
                <a:latin typeface="Poppins"/>
                <a:ea typeface="Poppins"/>
                <a:cs typeface="Poppins"/>
                <a:sym typeface="Poppins"/>
              </a:rPr>
              <a:t>. This is useful, for example, to start each section of the document on a new page.</a:t>
            </a: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p:txBody>
      </p:sp>
      <p:sp>
        <p:nvSpPr>
          <p:cNvPr id="742" name="Google Shape;742;p39"/>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000" dirty="0"/>
              <a:t>Basic </a:t>
            </a:r>
            <a:r>
              <a:rPr lang="en-US" sz="3000" dirty="0" err="1"/>
              <a:t>RMarkdown</a:t>
            </a:r>
            <a:r>
              <a:rPr lang="en-US" sz="3000" dirty="0"/>
              <a:t> Functionalities</a:t>
            </a:r>
            <a:endParaRPr sz="3000" dirty="0"/>
          </a:p>
        </p:txBody>
      </p:sp>
      <p:pic>
        <p:nvPicPr>
          <p:cNvPr id="743" name="Google Shape;743;p39"/>
          <p:cNvPicPr preferRelativeResize="0"/>
          <p:nvPr/>
        </p:nvPicPr>
        <p:blipFill>
          <a:blip r:embed="rId3">
            <a:alphaModFix/>
          </a:blip>
          <a:stretch>
            <a:fillRect/>
          </a:stretch>
        </p:blipFill>
        <p:spPr>
          <a:xfrm>
            <a:off x="672250" y="2368675"/>
            <a:ext cx="3319275" cy="1118450"/>
          </a:xfrm>
          <a:prstGeom prst="rect">
            <a:avLst/>
          </a:prstGeom>
          <a:noFill/>
          <a:ln>
            <a:noFill/>
          </a:ln>
        </p:spPr>
      </p:pic>
      <p:pic>
        <p:nvPicPr>
          <p:cNvPr id="744" name="Google Shape;744;p39"/>
          <p:cNvPicPr preferRelativeResize="0"/>
          <p:nvPr/>
        </p:nvPicPr>
        <p:blipFill>
          <a:blip r:embed="rId4">
            <a:alphaModFix/>
          </a:blip>
          <a:stretch>
            <a:fillRect/>
          </a:stretch>
        </p:blipFill>
        <p:spPr>
          <a:xfrm>
            <a:off x="4375025" y="2271799"/>
            <a:ext cx="3653351" cy="1745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40"/>
          <p:cNvSpPr txBox="1"/>
          <p:nvPr/>
        </p:nvSpPr>
        <p:spPr>
          <a:xfrm>
            <a:off x="352950" y="1024450"/>
            <a:ext cx="8295300" cy="3628200"/>
          </a:xfrm>
          <a:prstGeom prst="rect">
            <a:avLst/>
          </a:prstGeom>
          <a:solidFill>
            <a:srgbClr val="00255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solidFill>
                  <a:schemeClr val="dk1"/>
                </a:solidFill>
                <a:latin typeface="Poppins"/>
                <a:ea typeface="Poppins"/>
                <a:cs typeface="Poppins"/>
                <a:sym typeface="Poppins"/>
              </a:rPr>
              <a:t>2. Emphasizing Text</a:t>
            </a: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p:txBody>
      </p:sp>
      <p:sp>
        <p:nvSpPr>
          <p:cNvPr id="750" name="Google Shape;750;p40"/>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lvl="0" algn="l"/>
            <a:r>
              <a:rPr lang="en-US" sz="3000" dirty="0"/>
              <a:t>Basic </a:t>
            </a:r>
            <a:r>
              <a:rPr lang="en-US" sz="3000" dirty="0" err="1"/>
              <a:t>RMarkdown</a:t>
            </a:r>
            <a:r>
              <a:rPr lang="en-US" sz="3000" dirty="0"/>
              <a:t> Functionalities</a:t>
            </a:r>
            <a:endParaRPr sz="3000" dirty="0"/>
          </a:p>
        </p:txBody>
      </p:sp>
      <p:pic>
        <p:nvPicPr>
          <p:cNvPr id="751" name="Google Shape;751;p40"/>
          <p:cNvPicPr preferRelativeResize="0"/>
          <p:nvPr/>
        </p:nvPicPr>
        <p:blipFill>
          <a:blip r:embed="rId3">
            <a:alphaModFix/>
          </a:blip>
          <a:stretch>
            <a:fillRect/>
          </a:stretch>
        </p:blipFill>
        <p:spPr>
          <a:xfrm>
            <a:off x="239921" y="1900975"/>
            <a:ext cx="3710350" cy="2068850"/>
          </a:xfrm>
          <a:prstGeom prst="rect">
            <a:avLst/>
          </a:prstGeom>
          <a:noFill/>
          <a:ln>
            <a:noFill/>
          </a:ln>
        </p:spPr>
      </p:pic>
      <p:pic>
        <p:nvPicPr>
          <p:cNvPr id="752" name="Google Shape;752;p40"/>
          <p:cNvPicPr preferRelativeResize="0"/>
          <p:nvPr/>
        </p:nvPicPr>
        <p:blipFill>
          <a:blip r:embed="rId4">
            <a:alphaModFix/>
          </a:blip>
          <a:stretch>
            <a:fillRect/>
          </a:stretch>
        </p:blipFill>
        <p:spPr>
          <a:xfrm>
            <a:off x="4262025" y="1694100"/>
            <a:ext cx="4695600" cy="2783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41"/>
          <p:cNvSpPr txBox="1"/>
          <p:nvPr/>
        </p:nvSpPr>
        <p:spPr>
          <a:xfrm>
            <a:off x="352950" y="1024450"/>
            <a:ext cx="8295300" cy="3628200"/>
          </a:xfrm>
          <a:prstGeom prst="rect">
            <a:avLst/>
          </a:prstGeom>
          <a:solidFill>
            <a:srgbClr val="00255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200" dirty="0">
                <a:solidFill>
                  <a:schemeClr val="dk1"/>
                </a:solidFill>
                <a:latin typeface="Poppins"/>
                <a:ea typeface="Poppins"/>
                <a:cs typeface="Poppins"/>
                <a:sym typeface="Poppins"/>
              </a:rPr>
              <a:t>3. </a:t>
            </a:r>
            <a:r>
              <a:rPr lang="pt-BR" sz="1200" dirty="0" err="1">
                <a:solidFill>
                  <a:schemeClr val="dk1"/>
                </a:solidFill>
                <a:latin typeface="Poppins"/>
                <a:ea typeface="Poppins"/>
                <a:cs typeface="Poppins"/>
                <a:sym typeface="Poppins"/>
              </a:rPr>
              <a:t>Configuring</a:t>
            </a:r>
            <a:r>
              <a:rPr lang="pt-BR" sz="1200" dirty="0">
                <a:solidFill>
                  <a:schemeClr val="dk1"/>
                </a:solidFill>
                <a:latin typeface="Poppins"/>
                <a:ea typeface="Poppins"/>
                <a:cs typeface="Poppins"/>
                <a:sym typeface="Poppins"/>
              </a:rPr>
              <a:t> </a:t>
            </a:r>
            <a:r>
              <a:rPr lang="pt-BR" sz="1200" dirty="0" err="1">
                <a:solidFill>
                  <a:schemeClr val="dk1"/>
                </a:solidFill>
                <a:latin typeface="Poppins"/>
                <a:ea typeface="Poppins"/>
                <a:cs typeface="Poppins"/>
                <a:sym typeface="Poppins"/>
              </a:rPr>
              <a:t>Code</a:t>
            </a:r>
            <a:r>
              <a:rPr lang="pt-BR" sz="1200" dirty="0">
                <a:solidFill>
                  <a:schemeClr val="dk1"/>
                </a:solidFill>
                <a:latin typeface="Poppins"/>
                <a:ea typeface="Poppins"/>
                <a:cs typeface="Poppins"/>
                <a:sym typeface="Poppins"/>
              </a:rPr>
              <a:t> </a:t>
            </a:r>
            <a:r>
              <a:rPr lang="pt-BR" sz="1200" dirty="0" err="1">
                <a:solidFill>
                  <a:schemeClr val="dk1"/>
                </a:solidFill>
                <a:latin typeface="Poppins"/>
                <a:ea typeface="Poppins"/>
                <a:cs typeface="Poppins"/>
                <a:sym typeface="Poppins"/>
              </a:rPr>
              <a:t>Chunks</a:t>
            </a:r>
            <a:endParaRPr lang="pt-BR" sz="1200" dirty="0">
              <a:solidFill>
                <a:schemeClr val="dk1"/>
              </a:solidFill>
              <a:latin typeface="Poppins"/>
              <a:ea typeface="Poppins"/>
              <a:cs typeface="Poppins"/>
              <a:sym typeface="Poppins"/>
            </a:endParaRPr>
          </a:p>
          <a:p>
            <a:pPr marL="0" lvl="0" indent="0" algn="l" rtl="0">
              <a:spcBef>
                <a:spcPts val="0"/>
              </a:spcBef>
              <a:spcAft>
                <a:spcPts val="0"/>
              </a:spcAft>
              <a:buNone/>
            </a:pPr>
            <a:endParaRPr lang="pt-B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r>
              <a:rPr lang="en-US" sz="1200" dirty="0">
                <a:solidFill>
                  <a:schemeClr val="dk1"/>
                </a:solidFill>
                <a:latin typeface="Poppins"/>
                <a:ea typeface="Poppins"/>
                <a:cs typeface="Poppins"/>
                <a:sym typeface="Poppins"/>
              </a:rPr>
              <a:t>You can use R code chunks to generate outputs such as tables, visualizations, and </a:t>
            </a:r>
            <a:r>
              <a:rPr lang="en-US" sz="1200" dirty="0" err="1">
                <a:solidFill>
                  <a:schemeClr val="dk1"/>
                </a:solidFill>
                <a:latin typeface="Poppins"/>
                <a:ea typeface="Poppins"/>
                <a:cs typeface="Poppins"/>
                <a:sym typeface="Poppins"/>
              </a:rPr>
              <a:t>more.Chunk</a:t>
            </a:r>
            <a:r>
              <a:rPr lang="en-US" sz="1200" dirty="0">
                <a:solidFill>
                  <a:schemeClr val="dk1"/>
                </a:solidFill>
                <a:latin typeface="Poppins"/>
                <a:ea typeface="Poppins"/>
                <a:cs typeface="Poppins"/>
                <a:sym typeface="Poppins"/>
              </a:rPr>
              <a:t> options allow you to modify how the chunk behaves. For example:</a:t>
            </a:r>
          </a:p>
          <a:p>
            <a:pPr marL="0" lvl="0" indent="0" algn="l" rtl="0">
              <a:spcBef>
                <a:spcPts val="0"/>
              </a:spcBef>
              <a:spcAft>
                <a:spcPts val="0"/>
              </a:spcAft>
              <a:buNone/>
            </a:pPr>
            <a:endParaRPr lang="en-US" sz="1200" dirty="0">
              <a:solidFill>
                <a:schemeClr val="dk1"/>
              </a:solidFill>
              <a:latin typeface="Poppins"/>
              <a:ea typeface="Poppins"/>
              <a:cs typeface="Poppins"/>
              <a:sym typeface="Poppins"/>
            </a:endParaRPr>
          </a:p>
          <a:p>
            <a:pPr marL="457200" indent="-304800">
              <a:buClr>
                <a:schemeClr val="dk1"/>
              </a:buClr>
              <a:buSzPts val="1200"/>
              <a:buFont typeface="Poppins"/>
              <a:buChar char="●"/>
            </a:pPr>
            <a:r>
              <a:rPr lang="en-US" sz="1200" dirty="0">
                <a:solidFill>
                  <a:schemeClr val="dk1"/>
                </a:solidFill>
                <a:latin typeface="Poppins"/>
                <a:cs typeface="Poppins"/>
                <a:sym typeface="Poppins"/>
              </a:rPr>
              <a:t>Showing only the results of the code</a:t>
            </a:r>
          </a:p>
          <a:p>
            <a:pPr marL="457200" lvl="0" indent="-304800" algn="l" rtl="0">
              <a:spcBef>
                <a:spcPts val="0"/>
              </a:spcBef>
              <a:spcAft>
                <a:spcPts val="0"/>
              </a:spcAft>
              <a:buClr>
                <a:schemeClr val="dk1"/>
              </a:buClr>
              <a:buSzPts val="1200"/>
              <a:buFont typeface="Poppins"/>
              <a:buChar char="●"/>
            </a:pPr>
            <a:r>
              <a:rPr lang="en-US" sz="1200" dirty="0">
                <a:solidFill>
                  <a:schemeClr val="dk1"/>
                </a:solidFill>
                <a:latin typeface="Poppins"/>
                <a:ea typeface="Poppins"/>
                <a:cs typeface="Poppins"/>
                <a:sym typeface="Poppins"/>
              </a:rPr>
              <a:t>Hiding execution messages</a:t>
            </a:r>
          </a:p>
          <a:p>
            <a:pPr marL="457200" lvl="0" indent="-304800" algn="l" rtl="0">
              <a:spcBef>
                <a:spcPts val="0"/>
              </a:spcBef>
              <a:spcAft>
                <a:spcPts val="0"/>
              </a:spcAft>
              <a:buClr>
                <a:schemeClr val="dk1"/>
              </a:buClr>
              <a:buSzPts val="1200"/>
              <a:buFont typeface="Poppins"/>
              <a:buChar char="●"/>
            </a:pPr>
            <a:r>
              <a:rPr lang="en-US" sz="1200" dirty="0">
                <a:solidFill>
                  <a:schemeClr val="dk1"/>
                </a:solidFill>
                <a:latin typeface="Poppins"/>
                <a:ea typeface="Poppins"/>
                <a:cs typeface="Poppins"/>
                <a:sym typeface="Poppins"/>
              </a:rPr>
              <a:t>Hiding warnings</a:t>
            </a:r>
          </a:p>
          <a:p>
            <a:pPr marL="457200" lvl="0" indent="-304800" algn="l" rtl="0">
              <a:spcBef>
                <a:spcPts val="0"/>
              </a:spcBef>
              <a:spcAft>
                <a:spcPts val="0"/>
              </a:spcAft>
              <a:buClr>
                <a:schemeClr val="dk1"/>
              </a:buClr>
              <a:buSzPts val="1200"/>
              <a:buFont typeface="Poppins"/>
              <a:buChar char="●"/>
            </a:pPr>
            <a:r>
              <a:rPr lang="en-US" sz="1200" dirty="0">
                <a:solidFill>
                  <a:schemeClr val="dk1"/>
                </a:solidFill>
                <a:latin typeface="Poppins"/>
                <a:ea typeface="Poppins"/>
                <a:cs typeface="Poppins"/>
                <a:sym typeface="Poppins"/>
              </a:rPr>
              <a:t>Showing only the code without running it</a:t>
            </a:r>
          </a:p>
          <a:p>
            <a:pPr marL="457200" lvl="0" indent="-304800" algn="l" rtl="0">
              <a:spcBef>
                <a:spcPts val="0"/>
              </a:spcBef>
              <a:spcAft>
                <a:spcPts val="0"/>
              </a:spcAft>
              <a:buClr>
                <a:schemeClr val="dk1"/>
              </a:buClr>
              <a:buSzPts val="1200"/>
              <a:buFont typeface="Poppins"/>
              <a:buChar char="●"/>
            </a:pPr>
            <a:endParaRPr sz="1200" dirty="0">
              <a:solidFill>
                <a:schemeClr val="dk1"/>
              </a:solidFill>
              <a:latin typeface="Poppins"/>
              <a:ea typeface="Poppins"/>
              <a:cs typeface="Poppins"/>
              <a:sym typeface="Poppins"/>
            </a:endParaRPr>
          </a:p>
          <a:p>
            <a:pPr marL="0" lvl="0" indent="0" algn="ctr" rtl="0">
              <a:spcBef>
                <a:spcPts val="0"/>
              </a:spcBef>
              <a:spcAft>
                <a:spcPts val="0"/>
              </a:spcAft>
              <a:buNone/>
            </a:pPr>
            <a:r>
              <a:rPr lang="en" sz="1200" b="1" dirty="0">
                <a:solidFill>
                  <a:schemeClr val="lt2"/>
                </a:solidFill>
                <a:latin typeface="Poppins"/>
                <a:ea typeface="Poppins"/>
                <a:cs typeface="Poppins"/>
                <a:sym typeface="Poppins"/>
              </a:rPr>
              <a:t>For that we can use R</a:t>
            </a:r>
            <a:r>
              <a:rPr lang="en-US" sz="1200" b="1" dirty="0">
                <a:solidFill>
                  <a:schemeClr val="lt2"/>
                </a:solidFill>
                <a:latin typeface="Poppins"/>
                <a:ea typeface="Poppins"/>
                <a:cs typeface="Poppins"/>
                <a:sym typeface="Poppins"/>
              </a:rPr>
              <a:t>m</a:t>
            </a:r>
            <a:r>
              <a:rPr lang="en" sz="1200" b="1" dirty="0">
                <a:solidFill>
                  <a:schemeClr val="lt2"/>
                </a:solidFill>
                <a:latin typeface="Poppins"/>
                <a:ea typeface="Poppins"/>
                <a:cs typeface="Poppins"/>
                <a:sym typeface="Poppins"/>
              </a:rPr>
              <a:t>arkdowwn arguments!</a:t>
            </a:r>
            <a:endParaRPr sz="1200" b="1" dirty="0">
              <a:solidFill>
                <a:schemeClr val="lt2"/>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ctr" rtl="0">
              <a:spcBef>
                <a:spcPts val="0"/>
              </a:spcBef>
              <a:spcAft>
                <a:spcPts val="0"/>
              </a:spcAft>
              <a:buNone/>
            </a:pPr>
            <a:r>
              <a:rPr lang="en" sz="1300" dirty="0">
                <a:solidFill>
                  <a:srgbClr val="333333"/>
                </a:solidFill>
                <a:highlight>
                  <a:srgbClr val="F7F7F7"/>
                </a:highlight>
                <a:latin typeface="Courier New"/>
                <a:ea typeface="Courier New"/>
                <a:cs typeface="Courier New"/>
                <a:sym typeface="Courier New"/>
              </a:rPr>
              <a:t>{r, echo = FALSE, results = 'asis', message= FALSE}</a:t>
            </a:r>
            <a:endParaRPr sz="15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p:txBody>
      </p:sp>
      <p:sp>
        <p:nvSpPr>
          <p:cNvPr id="758" name="Google Shape;758;p41"/>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lvl="0" algn="l"/>
            <a:r>
              <a:rPr lang="en-US" sz="3000" dirty="0"/>
              <a:t>Basic </a:t>
            </a:r>
            <a:r>
              <a:rPr lang="en-US" sz="3000" dirty="0" err="1"/>
              <a:t>RMarkdown</a:t>
            </a:r>
            <a:r>
              <a:rPr lang="en-US" sz="3000" dirty="0"/>
              <a:t> Functionalities</a:t>
            </a:r>
            <a:endParaRPr sz="3000" dirty="0"/>
          </a:p>
        </p:txBody>
      </p:sp>
      <p:pic>
        <p:nvPicPr>
          <p:cNvPr id="759" name="Google Shape;759;p41"/>
          <p:cNvPicPr preferRelativeResize="0"/>
          <p:nvPr/>
        </p:nvPicPr>
        <p:blipFill>
          <a:blip r:embed="rId3">
            <a:alphaModFix/>
          </a:blip>
          <a:stretch>
            <a:fillRect/>
          </a:stretch>
        </p:blipFill>
        <p:spPr>
          <a:xfrm>
            <a:off x="629623" y="1533375"/>
            <a:ext cx="6928476" cy="804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42"/>
          <p:cNvSpPr txBox="1"/>
          <p:nvPr/>
        </p:nvSpPr>
        <p:spPr>
          <a:xfrm>
            <a:off x="191500" y="201100"/>
            <a:ext cx="8295300" cy="3628200"/>
          </a:xfrm>
          <a:prstGeom prst="rect">
            <a:avLst/>
          </a:prstGeom>
          <a:solidFill>
            <a:srgbClr val="00255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a:solidFill>
                <a:schemeClr val="dk1"/>
              </a:solidFill>
              <a:latin typeface="Poppins"/>
              <a:ea typeface="Poppins"/>
              <a:cs typeface="Poppins"/>
              <a:sym typeface="Poppins"/>
            </a:endParaRPr>
          </a:p>
          <a:p>
            <a:pPr marL="0" lvl="0" indent="0" algn="ctr" rtl="0">
              <a:spcBef>
                <a:spcPts val="0"/>
              </a:spcBef>
              <a:spcAft>
                <a:spcPts val="0"/>
              </a:spcAft>
              <a:buNone/>
            </a:pPr>
            <a:r>
              <a:rPr lang="en" sz="1300">
                <a:solidFill>
                  <a:srgbClr val="333333"/>
                </a:solidFill>
                <a:highlight>
                  <a:srgbClr val="F7F7F7"/>
                </a:highlight>
                <a:latin typeface="Courier New"/>
                <a:ea typeface="Courier New"/>
                <a:cs typeface="Courier New"/>
                <a:sym typeface="Courier New"/>
              </a:rPr>
              <a:t>{r, echo = FALSE, results = 'asis', message= FALSE}</a:t>
            </a:r>
            <a:endParaRPr sz="1500">
              <a:solidFill>
                <a:schemeClr val="dk1"/>
              </a:solidFill>
              <a:latin typeface="Poppins"/>
              <a:ea typeface="Poppins"/>
              <a:cs typeface="Poppins"/>
              <a:sym typeface="Poppins"/>
            </a:endParaRPr>
          </a:p>
          <a:p>
            <a:pPr marL="0" lvl="0" indent="0" algn="ctr" rtl="0">
              <a:spcBef>
                <a:spcPts val="0"/>
              </a:spcBef>
              <a:spcAft>
                <a:spcPts val="0"/>
              </a:spcAft>
              <a:buNone/>
            </a:pPr>
            <a:endParaRPr sz="1200">
              <a:solidFill>
                <a:schemeClr val="dk1"/>
              </a:solidFill>
              <a:latin typeface="Poppins"/>
              <a:ea typeface="Poppins"/>
              <a:cs typeface="Poppins"/>
              <a:sym typeface="Poppins"/>
            </a:endParaRPr>
          </a:p>
          <a:p>
            <a:pPr marL="0" lvl="0" indent="0" algn="ctr" rtl="0">
              <a:spcBef>
                <a:spcPts val="0"/>
              </a:spcBef>
              <a:spcAft>
                <a:spcPts val="0"/>
              </a:spcAft>
              <a:buNone/>
            </a:pPr>
            <a:endParaRPr sz="1200">
              <a:solidFill>
                <a:schemeClr val="dk1"/>
              </a:solidFill>
              <a:latin typeface="Poppins"/>
              <a:ea typeface="Poppins"/>
              <a:cs typeface="Poppins"/>
              <a:sym typeface="Poppins"/>
            </a:endParaRPr>
          </a:p>
          <a:p>
            <a:pPr marL="0" lvl="0" indent="0" algn="ctr" rtl="0">
              <a:spcBef>
                <a:spcPts val="0"/>
              </a:spcBef>
              <a:spcAft>
                <a:spcPts val="0"/>
              </a:spcAft>
              <a:buNone/>
            </a:pPr>
            <a:endParaRPr sz="1200">
              <a:solidFill>
                <a:schemeClr val="dk1"/>
              </a:solidFill>
              <a:latin typeface="Poppins"/>
              <a:ea typeface="Poppins"/>
              <a:cs typeface="Poppins"/>
              <a:sym typeface="Poppins"/>
            </a:endParaRPr>
          </a:p>
          <a:p>
            <a:pPr marL="0" lvl="0" indent="0" algn="ctr" rtl="0">
              <a:spcBef>
                <a:spcPts val="0"/>
              </a:spcBef>
              <a:spcAft>
                <a:spcPts val="0"/>
              </a:spcAft>
              <a:buNone/>
            </a:pPr>
            <a:endParaRPr sz="1200">
              <a:solidFill>
                <a:schemeClr val="dk1"/>
              </a:solidFill>
              <a:latin typeface="Poppins"/>
              <a:ea typeface="Poppins"/>
              <a:cs typeface="Poppins"/>
              <a:sym typeface="Poppins"/>
            </a:endParaRPr>
          </a:p>
          <a:p>
            <a:pPr marL="0" lvl="0" indent="0" algn="ctr" rtl="0">
              <a:spcBef>
                <a:spcPts val="0"/>
              </a:spcBef>
              <a:spcAft>
                <a:spcPts val="0"/>
              </a:spcAft>
              <a:buNone/>
            </a:pPr>
            <a:endParaRPr sz="1200">
              <a:solidFill>
                <a:schemeClr val="dk1"/>
              </a:solidFill>
              <a:latin typeface="Poppins"/>
              <a:ea typeface="Poppins"/>
              <a:cs typeface="Poppins"/>
              <a:sym typeface="Poppins"/>
            </a:endParaRPr>
          </a:p>
          <a:p>
            <a:pPr marL="0" lvl="0" indent="0" algn="ctr" rtl="0">
              <a:spcBef>
                <a:spcPts val="0"/>
              </a:spcBef>
              <a:spcAft>
                <a:spcPts val="0"/>
              </a:spcAft>
              <a:buNone/>
            </a:pPr>
            <a:endParaRPr sz="1200">
              <a:solidFill>
                <a:schemeClr val="dk1"/>
              </a:solidFill>
              <a:latin typeface="Poppins"/>
              <a:ea typeface="Poppins"/>
              <a:cs typeface="Poppins"/>
              <a:sym typeface="Poppins"/>
            </a:endParaRPr>
          </a:p>
          <a:p>
            <a:pPr marL="0" lvl="0" indent="0" algn="ctr" rtl="0">
              <a:spcBef>
                <a:spcPts val="0"/>
              </a:spcBef>
              <a:spcAft>
                <a:spcPts val="0"/>
              </a:spcAft>
              <a:buNone/>
            </a:pPr>
            <a:endParaRPr sz="1200">
              <a:solidFill>
                <a:schemeClr val="dk1"/>
              </a:solidFill>
              <a:latin typeface="Poppins"/>
              <a:ea typeface="Poppins"/>
              <a:cs typeface="Poppins"/>
              <a:sym typeface="Poppins"/>
            </a:endParaRPr>
          </a:p>
        </p:txBody>
      </p:sp>
      <p:pic>
        <p:nvPicPr>
          <p:cNvPr id="765" name="Google Shape;765;p42"/>
          <p:cNvPicPr preferRelativeResize="0"/>
          <p:nvPr/>
        </p:nvPicPr>
        <p:blipFill>
          <a:blip r:embed="rId3">
            <a:alphaModFix/>
          </a:blip>
          <a:stretch>
            <a:fillRect/>
          </a:stretch>
        </p:blipFill>
        <p:spPr>
          <a:xfrm>
            <a:off x="1979723" y="927600"/>
            <a:ext cx="4718850" cy="3914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43"/>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600" dirty="0"/>
              <a:t>Let</a:t>
            </a:r>
            <a:r>
              <a:rPr lang="en" sz="4600" dirty="0"/>
              <a:t>’S practice</a:t>
            </a:r>
            <a:endParaRPr sz="4600" dirty="0"/>
          </a:p>
        </p:txBody>
      </p:sp>
      <p:sp>
        <p:nvSpPr>
          <p:cNvPr id="771" name="Google Shape;771;p43"/>
          <p:cNvSpPr txBox="1">
            <a:spLocks noGrp="1"/>
          </p:cNvSpPr>
          <p:nvPr>
            <p:ph type="title"/>
          </p:nvPr>
        </p:nvSpPr>
        <p:spPr>
          <a:xfrm>
            <a:off x="1728825" y="2552975"/>
            <a:ext cx="6318300" cy="41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1500" b="0"/>
          </a:p>
          <a:p>
            <a:pPr marL="0" lvl="0" indent="0" algn="ctr" rtl="0">
              <a:spcBef>
                <a:spcPts val="0"/>
              </a:spcBef>
              <a:spcAft>
                <a:spcPts val="0"/>
              </a:spcAft>
              <a:buNone/>
            </a:pPr>
            <a:r>
              <a:rPr lang="en" sz="1500" b="0"/>
              <a:t>Script </a:t>
            </a:r>
            <a:r>
              <a:rPr lang="en" sz="1500" b="0" i="1"/>
              <a:t>22_intro_rmarkdown.R</a:t>
            </a:r>
            <a:endParaRPr sz="1500" b="0" i="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44"/>
          <p:cNvSpPr txBox="1"/>
          <p:nvPr/>
        </p:nvSpPr>
        <p:spPr>
          <a:xfrm>
            <a:off x="352950" y="1024450"/>
            <a:ext cx="8295300" cy="3628200"/>
          </a:xfrm>
          <a:prstGeom prst="rect">
            <a:avLst/>
          </a:prstGeom>
          <a:solidFill>
            <a:srgbClr val="002553"/>
          </a:solid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Poppins"/>
              <a:buChar char="●"/>
            </a:pPr>
            <a:r>
              <a:rPr lang="en-US" sz="1200" dirty="0" err="1">
                <a:solidFill>
                  <a:schemeClr val="dk1"/>
                </a:solidFill>
                <a:latin typeface="Poppins"/>
                <a:ea typeface="Poppins"/>
                <a:cs typeface="Poppins"/>
                <a:sym typeface="Poppins"/>
              </a:rPr>
              <a:t>RMarkdown</a:t>
            </a:r>
            <a:r>
              <a:rPr lang="en-US" sz="1200" dirty="0">
                <a:solidFill>
                  <a:schemeClr val="dk1"/>
                </a:solidFill>
                <a:latin typeface="Poppins"/>
                <a:ea typeface="Poppins"/>
                <a:cs typeface="Poppins"/>
                <a:sym typeface="Poppins"/>
              </a:rPr>
              <a:t> does not work like the RStudio Console, which executes operations using objects already loaded in the environment.</a:t>
            </a:r>
          </a:p>
          <a:p>
            <a:pPr marL="152400" lvl="0" algn="l" rtl="0">
              <a:spcBef>
                <a:spcPts val="0"/>
              </a:spcBef>
              <a:spcAft>
                <a:spcPts val="0"/>
              </a:spcAft>
              <a:buClr>
                <a:schemeClr val="dk1"/>
              </a:buClr>
              <a:buSzPts val="1200"/>
            </a:pPr>
            <a:endParaRPr lang="en" sz="1200" b="1" dirty="0">
              <a:solidFill>
                <a:schemeClr val="dk1"/>
              </a:solidFill>
              <a:latin typeface="Poppins"/>
              <a:ea typeface="Poppins"/>
              <a:cs typeface="Poppins"/>
              <a:sym typeface="Poppins"/>
            </a:endParaRPr>
          </a:p>
          <a:p>
            <a:pPr marL="457200" lvl="0" indent="-304800" algn="l" rtl="0">
              <a:spcBef>
                <a:spcPts val="0"/>
              </a:spcBef>
              <a:spcAft>
                <a:spcPts val="0"/>
              </a:spcAft>
              <a:buClr>
                <a:schemeClr val="dk1"/>
              </a:buClr>
              <a:buSzPts val="1200"/>
              <a:buFont typeface="Poppins"/>
              <a:buChar char="●"/>
            </a:pPr>
            <a:r>
              <a:rPr lang="en-US" sz="1200" b="1" dirty="0" err="1">
                <a:solidFill>
                  <a:schemeClr val="tx2"/>
                </a:solidFill>
                <a:latin typeface="Poppins"/>
                <a:ea typeface="Poppins"/>
                <a:cs typeface="Poppins"/>
                <a:sym typeface="Poppins"/>
              </a:rPr>
              <a:t>RMarkdown</a:t>
            </a:r>
            <a:r>
              <a:rPr lang="en-US" sz="1200" b="1" dirty="0">
                <a:solidFill>
                  <a:schemeClr val="tx2"/>
                </a:solidFill>
                <a:latin typeface="Poppins"/>
                <a:ea typeface="Poppins"/>
                <a:cs typeface="Poppins"/>
                <a:sym typeface="Poppins"/>
              </a:rPr>
              <a:t> requires that all packages and datasets be loaded inside the file, so that when it is compiled (“Knit”), it can generate the intended outputs.</a:t>
            </a:r>
          </a:p>
          <a:p>
            <a:pPr marL="457200" lvl="0" indent="-304800" algn="l" rtl="0">
              <a:spcBef>
                <a:spcPts val="0"/>
              </a:spcBef>
              <a:spcAft>
                <a:spcPts val="0"/>
              </a:spcAft>
              <a:buClr>
                <a:schemeClr val="dk1"/>
              </a:buClr>
              <a:buSzPts val="1200"/>
              <a:buFont typeface="Poppins"/>
              <a:buChar char="●"/>
            </a:pPr>
            <a:endParaRPr lang="en-US" sz="1200" b="1" dirty="0">
              <a:solidFill>
                <a:schemeClr val="dk1"/>
              </a:solidFill>
              <a:latin typeface="Poppins"/>
              <a:ea typeface="Poppins"/>
              <a:cs typeface="Poppins"/>
              <a:sym typeface="Poppins"/>
            </a:endParaRPr>
          </a:p>
          <a:p>
            <a:pPr marL="457200" lvl="0" indent="-304800" algn="l" rtl="0">
              <a:spcBef>
                <a:spcPts val="0"/>
              </a:spcBef>
              <a:spcAft>
                <a:spcPts val="0"/>
              </a:spcAft>
              <a:buClr>
                <a:schemeClr val="dk1"/>
              </a:buClr>
              <a:buSzPts val="1200"/>
              <a:buFont typeface="Poppins"/>
              <a:buChar char="●"/>
            </a:pPr>
            <a:r>
              <a:rPr lang="en-US" sz="1200" dirty="0">
                <a:solidFill>
                  <a:schemeClr val="dk1"/>
                </a:solidFill>
                <a:latin typeface="Poppins"/>
                <a:ea typeface="Poppins"/>
                <a:cs typeface="Poppins"/>
                <a:sym typeface="Poppins"/>
              </a:rPr>
              <a:t>If you do not load a package or dataset inside the </a:t>
            </a:r>
            <a:r>
              <a:rPr lang="en-US" sz="1200" dirty="0" err="1">
                <a:solidFill>
                  <a:schemeClr val="dk1"/>
                </a:solidFill>
                <a:latin typeface="Poppins"/>
                <a:ea typeface="Poppins"/>
                <a:cs typeface="Poppins"/>
                <a:sym typeface="Poppins"/>
              </a:rPr>
              <a:t>RMarkdown</a:t>
            </a:r>
            <a:r>
              <a:rPr lang="en-US" sz="1200" dirty="0">
                <a:solidFill>
                  <a:schemeClr val="dk1"/>
                </a:solidFill>
                <a:latin typeface="Poppins"/>
                <a:ea typeface="Poppins"/>
                <a:cs typeface="Poppins"/>
                <a:sym typeface="Poppins"/>
              </a:rPr>
              <a:t> file, when compiling it will throw an error.</a:t>
            </a:r>
          </a:p>
          <a:p>
            <a:pPr marL="457200" lvl="0" indent="-304800" algn="l" rtl="0">
              <a:spcBef>
                <a:spcPts val="0"/>
              </a:spcBef>
              <a:spcAft>
                <a:spcPts val="0"/>
              </a:spcAft>
              <a:buClr>
                <a:schemeClr val="dk1"/>
              </a:buClr>
              <a:buSzPts val="1200"/>
              <a:buFont typeface="Poppins"/>
              <a:buChar char="●"/>
            </a:pPr>
            <a:endParaRPr sz="1200" dirty="0">
              <a:solidFill>
                <a:schemeClr val="dk1"/>
              </a:solidFill>
              <a:latin typeface="Poppins"/>
              <a:ea typeface="Poppins"/>
              <a:cs typeface="Poppins"/>
              <a:sym typeface="Poppins"/>
            </a:endParaRPr>
          </a:p>
          <a:p>
            <a:pPr marL="457200" lvl="0" indent="-304800" algn="l" rtl="0">
              <a:spcBef>
                <a:spcPts val="0"/>
              </a:spcBef>
              <a:spcAft>
                <a:spcPts val="0"/>
              </a:spcAft>
              <a:buClr>
                <a:schemeClr val="dk1"/>
              </a:buClr>
              <a:buSzPts val="1200"/>
              <a:buFont typeface="Poppins"/>
              <a:buChar char="●"/>
            </a:pPr>
            <a:r>
              <a:rPr lang="en-US" sz="1200" dirty="0">
                <a:solidFill>
                  <a:schemeClr val="dk1"/>
                </a:solidFill>
                <a:latin typeface="Poppins"/>
                <a:ea typeface="Poppins"/>
                <a:cs typeface="Poppins"/>
                <a:sym typeface="Poppins"/>
              </a:rPr>
              <a:t>We must install all necessary packages based on the type of compilation we want to perform:</a:t>
            </a:r>
            <a:endParaRPr lang="en" sz="1200" dirty="0">
              <a:solidFill>
                <a:schemeClr val="dk1"/>
              </a:solidFill>
              <a:latin typeface="Poppins"/>
              <a:ea typeface="Poppins"/>
              <a:cs typeface="Poppins"/>
              <a:sym typeface="Poppins"/>
            </a:endParaRPr>
          </a:p>
          <a:p>
            <a:pPr marL="457200" lvl="4" indent="-304800">
              <a:buClr>
                <a:schemeClr val="dk1"/>
              </a:buClr>
              <a:buSzPts val="1200"/>
              <a:buFont typeface="Poppins"/>
              <a:buChar char="●"/>
            </a:pPr>
            <a:r>
              <a:rPr lang="en-US" sz="1200" dirty="0" err="1">
                <a:solidFill>
                  <a:schemeClr val="dk1"/>
                </a:solidFill>
                <a:latin typeface="Poppins"/>
                <a:ea typeface="Poppins"/>
                <a:cs typeface="Poppins"/>
                <a:sym typeface="Poppins"/>
              </a:rPr>
              <a:t>LaTex</a:t>
            </a:r>
            <a:r>
              <a:rPr lang="en-US" sz="1200" dirty="0">
                <a:solidFill>
                  <a:schemeClr val="dk1"/>
                </a:solidFill>
                <a:latin typeface="Poppins"/>
                <a:ea typeface="Poppins"/>
                <a:cs typeface="Poppins"/>
                <a:sym typeface="Poppins"/>
              </a:rPr>
              <a:t> → </a:t>
            </a:r>
            <a:r>
              <a:rPr lang="en-US" sz="1200" i="1" dirty="0" err="1">
                <a:solidFill>
                  <a:schemeClr val="lt2"/>
                </a:solidFill>
                <a:latin typeface="Poppins"/>
                <a:ea typeface="Poppins"/>
                <a:cs typeface="Poppins"/>
                <a:sym typeface="Poppins"/>
              </a:rPr>
              <a:t>tinytex</a:t>
            </a:r>
            <a:endParaRPr lang="en-US" sz="1200" i="1" dirty="0">
              <a:solidFill>
                <a:schemeClr val="lt2"/>
              </a:solidFill>
              <a:latin typeface="Poppins"/>
              <a:ea typeface="Poppins"/>
              <a:cs typeface="Poppins"/>
              <a:sym typeface="Poppins"/>
            </a:endParaRPr>
          </a:p>
          <a:p>
            <a:pPr marL="457200" lvl="4" indent="-304800">
              <a:buClr>
                <a:schemeClr val="dk1"/>
              </a:buClr>
              <a:buSzPts val="1200"/>
              <a:buFont typeface="Poppins"/>
              <a:buChar char="●"/>
            </a:pPr>
            <a:r>
              <a:rPr lang="en-US" sz="1200" dirty="0">
                <a:solidFill>
                  <a:schemeClr val="dk1"/>
                </a:solidFill>
                <a:latin typeface="Poppins"/>
                <a:ea typeface="Poppins"/>
                <a:cs typeface="Poppins"/>
                <a:sym typeface="Poppins"/>
              </a:rPr>
              <a:t>PDF → </a:t>
            </a:r>
            <a:r>
              <a:rPr lang="en-US" sz="1200" i="1" dirty="0" err="1">
                <a:solidFill>
                  <a:schemeClr val="lt2"/>
                </a:solidFill>
                <a:latin typeface="Poppins"/>
                <a:ea typeface="Poppins"/>
                <a:cs typeface="Poppins"/>
                <a:sym typeface="Poppins"/>
              </a:rPr>
              <a:t>knitr</a:t>
            </a:r>
            <a:endParaRPr lang="en-US"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457200" lvl="0" indent="-304800" algn="l" rtl="0">
              <a:spcBef>
                <a:spcPts val="0"/>
              </a:spcBef>
              <a:spcAft>
                <a:spcPts val="0"/>
              </a:spcAft>
              <a:buClr>
                <a:schemeClr val="dk1"/>
              </a:buClr>
              <a:buSzPts val="1200"/>
              <a:buFont typeface="Poppins"/>
              <a:buChar char="●"/>
            </a:pPr>
            <a:r>
              <a:rPr lang="en" sz="1200" dirty="0">
                <a:solidFill>
                  <a:schemeClr val="dk1"/>
                </a:solidFill>
                <a:latin typeface="Poppins"/>
                <a:ea typeface="Poppins"/>
                <a:cs typeface="Poppins"/>
                <a:sym typeface="Poppins"/>
              </a:rPr>
              <a:t>Debemos hacer uso de los argumentos en los chunks de código, que nos permitirán modificar el output una vez compilemos nuestro reporte RMarkdown</a:t>
            </a: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ctr" rtl="0">
              <a:spcBef>
                <a:spcPts val="0"/>
              </a:spcBef>
              <a:spcAft>
                <a:spcPts val="0"/>
              </a:spcAft>
              <a:buNone/>
            </a:pPr>
            <a:r>
              <a:rPr lang="en" sz="1200" b="1" dirty="0">
                <a:solidFill>
                  <a:schemeClr val="lt2"/>
                </a:solidFill>
                <a:latin typeface="Poppins"/>
                <a:ea typeface="Poppins"/>
                <a:cs typeface="Poppins"/>
                <a:sym typeface="Poppins"/>
              </a:rPr>
              <a:t>RMarkdown works for many things!</a:t>
            </a:r>
            <a:endParaRPr sz="1200" b="1" dirty="0">
              <a:solidFill>
                <a:schemeClr val="lt2"/>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a:p>
            <a:pPr marL="0" lvl="0" indent="0" algn="l" rtl="0">
              <a:spcBef>
                <a:spcPts val="0"/>
              </a:spcBef>
              <a:spcAft>
                <a:spcPts val="0"/>
              </a:spcAft>
              <a:buNone/>
            </a:pPr>
            <a:endParaRPr sz="1200" dirty="0">
              <a:solidFill>
                <a:schemeClr val="dk1"/>
              </a:solidFill>
              <a:latin typeface="Poppins"/>
              <a:ea typeface="Poppins"/>
              <a:cs typeface="Poppins"/>
              <a:sym typeface="Poppins"/>
            </a:endParaRPr>
          </a:p>
        </p:txBody>
      </p:sp>
      <p:sp>
        <p:nvSpPr>
          <p:cNvPr id="777" name="Google Shape;777;p44"/>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Important with RMarkdown</a:t>
            </a:r>
            <a:endParaRPr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45"/>
          <p:cNvSpPr txBox="1">
            <a:spLocks noGrp="1"/>
          </p:cNvSpPr>
          <p:nvPr>
            <p:ph type="title"/>
          </p:nvPr>
        </p:nvSpPr>
        <p:spPr>
          <a:xfrm>
            <a:off x="444450" y="2206200"/>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600" dirty="0"/>
              <a:t>Let</a:t>
            </a:r>
            <a:r>
              <a:rPr lang="en" sz="4600"/>
              <a:t>’s </a:t>
            </a:r>
            <a:r>
              <a:rPr lang="en" sz="4600" dirty="0"/>
              <a:t>talk projects</a:t>
            </a:r>
            <a:endParaRPr sz="4600" dirty="0"/>
          </a:p>
        </p:txBody>
      </p:sp>
    </p:spTree>
  </p:cSld>
  <p:clrMapOvr>
    <a:masterClrMapping/>
  </p:clrMapOvr>
</p:sld>
</file>

<file path=ppt/theme/theme1.xml><?xml version="1.0" encoding="utf-8"?>
<a:theme xmlns:a="http://schemas.openxmlformats.org/drawingml/2006/main" name="Statistical Methods in Public Health - Master of Science in Biostatistics by Slidesgo">
  <a:themeElements>
    <a:clrScheme name="Simple Light">
      <a:dk1>
        <a:srgbClr val="FFFFFF"/>
      </a:dk1>
      <a:lt1>
        <a:srgbClr val="295D82"/>
      </a:lt1>
      <a:dk2>
        <a:srgbClr val="0A244F"/>
      </a:dk2>
      <a:lt2>
        <a:srgbClr val="00DFD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613</Words>
  <Application>Microsoft Office PowerPoint</Application>
  <PresentationFormat>Presentación en pantalla (16:9)</PresentationFormat>
  <Paragraphs>121</Paragraphs>
  <Slides>13</Slides>
  <Notes>13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Arial</vt:lpstr>
      <vt:lpstr>Poppins</vt:lpstr>
      <vt:lpstr>Nunito Light</vt:lpstr>
      <vt:lpstr>Courier New</vt:lpstr>
      <vt:lpstr>Poppins Light</vt:lpstr>
      <vt:lpstr>Statistical Methods in Public Health - Master of Science in Biostatistics by Slidesgo</vt:lpstr>
      <vt:lpstr>Introduction to Data Science Session 13</vt:lpstr>
      <vt:lpstr>Analysis tools</vt:lpstr>
      <vt:lpstr>RMarkdown: What is it?</vt:lpstr>
      <vt:lpstr>Presentación de PowerPoint</vt:lpstr>
      <vt:lpstr>RMarkdown: How to Use It?</vt:lpstr>
      <vt:lpstr>RMarkdown: How to Use It?</vt:lpstr>
      <vt:lpstr>Basic RMarkdown Functionalities</vt:lpstr>
      <vt:lpstr>Basic RMarkdown Functionalities</vt:lpstr>
      <vt:lpstr>Basic RMarkdown Functionalities</vt:lpstr>
      <vt:lpstr>Presentación de PowerPoint</vt:lpstr>
      <vt:lpstr>Let’S practice</vt:lpstr>
      <vt:lpstr>Important with RMarkdown</vt:lpstr>
      <vt:lpstr>Let’s talk projects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Giorgio Cunto Morales</cp:lastModifiedBy>
  <cp:revision>3</cp:revision>
  <dcterms:modified xsi:type="dcterms:W3CDTF">2025-12-15T02:04:16Z</dcterms:modified>
</cp:coreProperties>
</file>