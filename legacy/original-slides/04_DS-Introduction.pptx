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81"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5143500" type="screen16x9"/>
  <p:notesSz cx="6858000" cy="9144000"/>
  <p:embeddedFontLst>
    <p:embeddedFont>
      <p:font typeface="Nunito Light" pitchFamily="2" charset="0"/>
      <p:regular r:id="rId27"/>
      <p:italic r:id="rId28"/>
    </p:embeddedFont>
    <p:embeddedFont>
      <p:font typeface="Poppins" panose="00000500000000000000" pitchFamily="2" charset="0"/>
      <p:regular r:id="rId29"/>
      <p:bold r:id="rId30"/>
      <p:italic r:id="rId31"/>
      <p:boldItalic r:id="rId32"/>
    </p:embeddedFont>
    <p:embeddedFont>
      <p:font typeface="Poppins Light" panose="00000400000000000000"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jgE3Cs3CNCwegCAkEIOLBIc+w9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76BB7D-AA13-42AA-8E4B-66509124D92F}">
  <a:tblStyle styleId="{2976BB7D-AA13-42AA-8E4B-66509124D92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9" name="Google Shape;142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8" name="Google Shape;143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6" name="Google Shape;144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
        <p:cNvGrpSpPr/>
        <p:nvPr/>
      </p:nvGrpSpPr>
      <p:grpSpPr>
        <a:xfrm>
          <a:off x="0" y="0"/>
          <a:ext cx="0" cy="0"/>
          <a:chOff x="0" y="0"/>
          <a:chExt cx="0" cy="0"/>
        </a:xfrm>
      </p:grpSpPr>
      <p:sp>
        <p:nvSpPr>
          <p:cNvPr id="1462" name="Google Shape;1462;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3" name="Google Shape;146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
        <p:cNvGrpSpPr/>
        <p:nvPr/>
      </p:nvGrpSpPr>
      <p:grpSpPr>
        <a:xfrm>
          <a:off x="0" y="0"/>
          <a:ext cx="0" cy="0"/>
          <a:chOff x="0" y="0"/>
          <a:chExt cx="0" cy="0"/>
        </a:xfrm>
      </p:grpSpPr>
      <p:sp>
        <p:nvSpPr>
          <p:cNvPr id="1469" name="Google Shape;1469;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0" name="Google Shape;147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0" name="Google Shape;14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7" name="Google Shape;148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4" name="Google Shape;14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3" name="Google Shape;150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9" name="Google Shape;150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8" name="Google Shape;151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4" name="Google Shape;152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0"/>
        <p:cNvGrpSpPr/>
        <p:nvPr/>
      </p:nvGrpSpPr>
      <p:grpSpPr>
        <a:xfrm>
          <a:off x="0" y="0"/>
          <a:ext cx="0" cy="0"/>
          <a:chOff x="0" y="0"/>
          <a:chExt cx="0" cy="0"/>
        </a:xfrm>
      </p:grpSpPr>
      <p:sp>
        <p:nvSpPr>
          <p:cNvPr id="1531" name="Google Shape;153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2" name="Google Shape;153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0" name="Google Shape;154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8" name="Google Shape;154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6" name="Google Shape;155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2" name="Google Shape;156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1" name="Google Shape;157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8" name="Google Shape;157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5" name="Google Shape;158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1" name="Google Shape;159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7" name="Google Shape;159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3" name="Google Shape;160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0" name="Google Shape;10;p25"/>
          <p:cNvSpPr txBox="1">
            <a:spLocks noGrp="1"/>
          </p:cNvSpPr>
          <p:nvPr>
            <p:ph type="ctrTitle"/>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191919"/>
              </a:buClr>
              <a:buSzPts val="5200"/>
              <a:buNone/>
              <a:defRPr sz="7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5"/>
          <p:cNvSpPr txBox="1">
            <a:spLocks noGrp="1"/>
          </p:cNvSpPr>
          <p:nvPr>
            <p:ph type="subTitle" idx="1"/>
          </p:nvPr>
        </p:nvSpPr>
        <p:spPr>
          <a:xfrm>
            <a:off x="846900" y="3728338"/>
            <a:ext cx="4528800" cy="475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5"/>
          <p:cNvGrpSpPr/>
          <p:nvPr/>
        </p:nvGrpSpPr>
        <p:grpSpPr>
          <a:xfrm>
            <a:off x="-747801" y="-707126"/>
            <a:ext cx="10297750" cy="6227885"/>
            <a:chOff x="-747801" y="-707126"/>
            <a:chExt cx="10297750" cy="6227885"/>
          </a:xfrm>
        </p:grpSpPr>
        <p:grpSp>
          <p:nvGrpSpPr>
            <p:cNvPr id="13" name="Google Shape;13;p25"/>
            <p:cNvGrpSpPr/>
            <p:nvPr/>
          </p:nvGrpSpPr>
          <p:grpSpPr>
            <a:xfrm>
              <a:off x="-747801" y="-707126"/>
              <a:ext cx="2577275" cy="1833510"/>
              <a:chOff x="781874" y="1294774"/>
              <a:chExt cx="2577275" cy="1833510"/>
            </a:xfrm>
          </p:grpSpPr>
          <p:sp>
            <p:nvSpPr>
              <p:cNvPr id="14" name="Google Shape;14;p25"/>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5"/>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5"/>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5"/>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5"/>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5"/>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5"/>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5"/>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5"/>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5"/>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 name="Google Shape;24;p25"/>
            <p:cNvGrpSpPr/>
            <p:nvPr/>
          </p:nvGrpSpPr>
          <p:grpSpPr>
            <a:xfrm>
              <a:off x="6972674" y="3687249"/>
              <a:ext cx="2577275" cy="1833510"/>
              <a:chOff x="781874" y="1294774"/>
              <a:chExt cx="2577275" cy="1833510"/>
            </a:xfrm>
          </p:grpSpPr>
          <p:sp>
            <p:nvSpPr>
              <p:cNvPr id="25" name="Google Shape;25;p25"/>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5"/>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5"/>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5"/>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5"/>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5"/>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5"/>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5"/>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5"/>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5"/>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pic>
        <p:nvPicPr>
          <p:cNvPr id="36" name="Google Shape;36;p2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7" name="Google Shape;37;p26"/>
          <p:cNvSpPr txBox="1">
            <a:spLocks noGrp="1"/>
          </p:cNvSpPr>
          <p:nvPr>
            <p:ph type="title"/>
          </p:nvPr>
        </p:nvSpPr>
        <p:spPr>
          <a:xfrm>
            <a:off x="713225" y="2344050"/>
            <a:ext cx="5067600" cy="920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8" name="Google Shape;38;p26"/>
          <p:cNvSpPr txBox="1">
            <a:spLocks noGrp="1"/>
          </p:cNvSpPr>
          <p:nvPr>
            <p:ph type="title" idx="2"/>
          </p:nvPr>
        </p:nvSpPr>
        <p:spPr>
          <a:xfrm>
            <a:off x="713225" y="1353475"/>
            <a:ext cx="1652100" cy="91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6000"/>
              <a:buNone/>
              <a:defRPr sz="60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39" name="Google Shape;39;p26"/>
          <p:cNvSpPr txBox="1">
            <a:spLocks noGrp="1"/>
          </p:cNvSpPr>
          <p:nvPr>
            <p:ph type="subTitle" idx="1"/>
          </p:nvPr>
        </p:nvSpPr>
        <p:spPr>
          <a:xfrm>
            <a:off x="713225" y="3415025"/>
            <a:ext cx="5067600" cy="3750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40" name="Google Shape;40;p26"/>
          <p:cNvGrpSpPr/>
          <p:nvPr/>
        </p:nvGrpSpPr>
        <p:grpSpPr>
          <a:xfrm>
            <a:off x="6172199" y="136174"/>
            <a:ext cx="2791650" cy="4892530"/>
            <a:chOff x="6172199" y="136174"/>
            <a:chExt cx="2791650" cy="4892530"/>
          </a:xfrm>
        </p:grpSpPr>
        <p:grpSp>
          <p:nvGrpSpPr>
            <p:cNvPr id="41" name="Google Shape;41;p26"/>
            <p:cNvGrpSpPr/>
            <p:nvPr/>
          </p:nvGrpSpPr>
          <p:grpSpPr>
            <a:xfrm>
              <a:off x="6292024" y="136174"/>
              <a:ext cx="2577275" cy="1833510"/>
              <a:chOff x="781874" y="1294774"/>
              <a:chExt cx="2577275" cy="1833510"/>
            </a:xfrm>
          </p:grpSpPr>
          <p:sp>
            <p:nvSpPr>
              <p:cNvPr id="42" name="Google Shape;42;p26"/>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6"/>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6"/>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6"/>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26"/>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26"/>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26"/>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26"/>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6"/>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6"/>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 name="Google Shape;52;p26"/>
            <p:cNvGrpSpPr/>
            <p:nvPr/>
          </p:nvGrpSpPr>
          <p:grpSpPr>
            <a:xfrm>
              <a:off x="8027339" y="2095605"/>
              <a:ext cx="936510" cy="688006"/>
              <a:chOff x="3235964" y="2587955"/>
              <a:chExt cx="936510" cy="688006"/>
            </a:xfrm>
          </p:grpSpPr>
          <p:sp>
            <p:nvSpPr>
              <p:cNvPr id="53" name="Google Shape;53;p26"/>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6"/>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 name="Google Shape;55;p26"/>
            <p:cNvGrpSpPr/>
            <p:nvPr/>
          </p:nvGrpSpPr>
          <p:grpSpPr>
            <a:xfrm>
              <a:off x="8027628" y="3199534"/>
              <a:ext cx="935946" cy="1829159"/>
              <a:chOff x="4738303" y="2514672"/>
              <a:chExt cx="935946" cy="1829159"/>
            </a:xfrm>
          </p:grpSpPr>
          <p:sp>
            <p:nvSpPr>
              <p:cNvPr id="56" name="Google Shape;56;p26"/>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6"/>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6"/>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6"/>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6"/>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26"/>
            <p:cNvGrpSpPr/>
            <p:nvPr/>
          </p:nvGrpSpPr>
          <p:grpSpPr>
            <a:xfrm>
              <a:off x="6172199" y="4113949"/>
              <a:ext cx="1345775" cy="914755"/>
              <a:chOff x="2264799" y="3654374"/>
              <a:chExt cx="1345775" cy="914755"/>
            </a:xfrm>
          </p:grpSpPr>
          <p:sp>
            <p:nvSpPr>
              <p:cNvPr id="63" name="Google Shape;63;p26"/>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6"/>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26"/>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6"/>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67"/>
        <p:cNvGrpSpPr/>
        <p:nvPr/>
      </p:nvGrpSpPr>
      <p:grpSpPr>
        <a:xfrm>
          <a:off x="0" y="0"/>
          <a:ext cx="0" cy="0"/>
          <a:chOff x="0" y="0"/>
          <a:chExt cx="0" cy="0"/>
        </a:xfrm>
      </p:grpSpPr>
      <p:pic>
        <p:nvPicPr>
          <p:cNvPr id="68" name="Google Shape;68;p2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9" name="Google Shape;69;p27"/>
          <p:cNvSpPr txBox="1">
            <a:spLocks noGrp="1"/>
          </p:cNvSpPr>
          <p:nvPr>
            <p:ph type="title"/>
          </p:nvPr>
        </p:nvSpPr>
        <p:spPr>
          <a:xfrm>
            <a:off x="2135550" y="15411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70" name="Google Shape;70;p27"/>
          <p:cNvSpPr txBox="1">
            <a:spLocks noGrp="1"/>
          </p:cNvSpPr>
          <p:nvPr>
            <p:ph type="subTitle" idx="1"/>
          </p:nvPr>
        </p:nvSpPr>
        <p:spPr>
          <a:xfrm>
            <a:off x="2135550" y="29312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1" name="Google Shape;71;p27"/>
          <p:cNvGrpSpPr/>
          <p:nvPr/>
        </p:nvGrpSpPr>
        <p:grpSpPr>
          <a:xfrm>
            <a:off x="-244726" y="136174"/>
            <a:ext cx="9143475" cy="4810080"/>
            <a:chOff x="-244726" y="136174"/>
            <a:chExt cx="9143475" cy="4810080"/>
          </a:xfrm>
        </p:grpSpPr>
        <p:grpSp>
          <p:nvGrpSpPr>
            <p:cNvPr id="72" name="Google Shape;72;p27"/>
            <p:cNvGrpSpPr/>
            <p:nvPr/>
          </p:nvGrpSpPr>
          <p:grpSpPr>
            <a:xfrm>
              <a:off x="7962803" y="2451822"/>
              <a:ext cx="935946" cy="1829159"/>
              <a:chOff x="4738303" y="2514672"/>
              <a:chExt cx="935946" cy="1829159"/>
            </a:xfrm>
          </p:grpSpPr>
          <p:sp>
            <p:nvSpPr>
              <p:cNvPr id="73" name="Google Shape;73;p27"/>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7"/>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27"/>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27"/>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7"/>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7"/>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9" name="Google Shape;79;p27"/>
            <p:cNvGrpSpPr/>
            <p:nvPr/>
          </p:nvGrpSpPr>
          <p:grpSpPr>
            <a:xfrm>
              <a:off x="2135549" y="4031499"/>
              <a:ext cx="1345775" cy="914755"/>
              <a:chOff x="2264799" y="3654374"/>
              <a:chExt cx="1345775" cy="914755"/>
            </a:xfrm>
          </p:grpSpPr>
          <p:sp>
            <p:nvSpPr>
              <p:cNvPr id="80" name="Google Shape;80;p27"/>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7"/>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7"/>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7"/>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 name="Google Shape;84;p27"/>
            <p:cNvGrpSpPr/>
            <p:nvPr/>
          </p:nvGrpSpPr>
          <p:grpSpPr>
            <a:xfrm>
              <a:off x="-244726" y="136174"/>
              <a:ext cx="2577275" cy="1833510"/>
              <a:chOff x="781874" y="1294774"/>
              <a:chExt cx="2577275" cy="1833510"/>
            </a:xfrm>
          </p:grpSpPr>
          <p:sp>
            <p:nvSpPr>
              <p:cNvPr id="85" name="Google Shape;85;p27"/>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7"/>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7"/>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7"/>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7"/>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7"/>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7"/>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7"/>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7"/>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7"/>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sp>
        <p:nvSpPr>
          <p:cNvPr id="96" name="Google Shape;96;p32"/>
          <p:cNvSpPr txBox="1">
            <a:spLocks noGrp="1"/>
          </p:cNvSpPr>
          <p:nvPr>
            <p:ph type="body" idx="1"/>
          </p:nvPr>
        </p:nvSpPr>
        <p:spPr>
          <a:xfrm>
            <a:off x="720000" y="1215752"/>
            <a:ext cx="77040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lt2"/>
              </a:buClr>
              <a:buSzPts val="1400"/>
              <a:buFont typeface="Poppins Light"/>
              <a:buChar char="●"/>
              <a:defRPr/>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sp>
        <p:nvSpPr>
          <p:cNvPr id="97" name="Google Shape;97;p3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98" name="Google Shape;98;p32"/>
          <p:cNvGrpSpPr/>
          <p:nvPr/>
        </p:nvGrpSpPr>
        <p:grpSpPr>
          <a:xfrm>
            <a:off x="6899599" y="2745080"/>
            <a:ext cx="2577275" cy="2677354"/>
            <a:chOff x="6899599" y="2745080"/>
            <a:chExt cx="2577275" cy="2677354"/>
          </a:xfrm>
        </p:grpSpPr>
        <p:grpSp>
          <p:nvGrpSpPr>
            <p:cNvPr id="99" name="Google Shape;99;p32"/>
            <p:cNvGrpSpPr/>
            <p:nvPr/>
          </p:nvGrpSpPr>
          <p:grpSpPr>
            <a:xfrm>
              <a:off x="6899599" y="3588924"/>
              <a:ext cx="2577275" cy="1833510"/>
              <a:chOff x="781874" y="1294774"/>
              <a:chExt cx="2577275" cy="1833510"/>
            </a:xfrm>
          </p:grpSpPr>
          <p:sp>
            <p:nvSpPr>
              <p:cNvPr id="100" name="Google Shape;100;p32"/>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32"/>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32"/>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32"/>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32"/>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32"/>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32"/>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32"/>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32"/>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32"/>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 name="Google Shape;110;p32"/>
            <p:cNvGrpSpPr/>
            <p:nvPr/>
          </p:nvGrpSpPr>
          <p:grpSpPr>
            <a:xfrm>
              <a:off x="7887114" y="2745080"/>
              <a:ext cx="936510" cy="688006"/>
              <a:chOff x="3235964" y="2587955"/>
              <a:chExt cx="936510" cy="688006"/>
            </a:xfrm>
          </p:grpSpPr>
          <p:sp>
            <p:nvSpPr>
              <p:cNvPr id="111" name="Google Shape;111;p32"/>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32"/>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3"/>
        <p:cNvGrpSpPr/>
        <p:nvPr/>
      </p:nvGrpSpPr>
      <p:grpSpPr>
        <a:xfrm>
          <a:off x="0" y="0"/>
          <a:ext cx="0" cy="0"/>
          <a:chOff x="0" y="0"/>
          <a:chExt cx="0" cy="0"/>
        </a:xfrm>
      </p:grpSpPr>
      <p:sp>
        <p:nvSpPr>
          <p:cNvPr id="114" name="Google Shape;114;p33"/>
          <p:cNvSpPr txBox="1">
            <a:spLocks noGrp="1"/>
          </p:cNvSpPr>
          <p:nvPr>
            <p:ph type="subTitle" idx="1"/>
          </p:nvPr>
        </p:nvSpPr>
        <p:spPr>
          <a:xfrm>
            <a:off x="5055284" y="369522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5" name="Google Shape;115;p33"/>
          <p:cNvSpPr txBox="1">
            <a:spLocks noGrp="1"/>
          </p:cNvSpPr>
          <p:nvPr>
            <p:ph type="subTitle" idx="2"/>
          </p:nvPr>
        </p:nvSpPr>
        <p:spPr>
          <a:xfrm>
            <a:off x="1583300" y="369522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6" name="Google Shape;116;p33"/>
          <p:cNvSpPr txBox="1">
            <a:spLocks noGrp="1"/>
          </p:cNvSpPr>
          <p:nvPr>
            <p:ph type="subTitle" idx="3"/>
          </p:nvPr>
        </p:nvSpPr>
        <p:spPr>
          <a:xfrm>
            <a:off x="5055275" y="312252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17" name="Google Shape;117;p33"/>
          <p:cNvSpPr txBox="1">
            <a:spLocks noGrp="1"/>
          </p:cNvSpPr>
          <p:nvPr>
            <p:ph type="subTitle" idx="4"/>
          </p:nvPr>
        </p:nvSpPr>
        <p:spPr>
          <a:xfrm>
            <a:off x="1583075" y="312252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18" name="Google Shape;118;p3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19" name="Google Shape;119;p33"/>
          <p:cNvGrpSpPr/>
          <p:nvPr/>
        </p:nvGrpSpPr>
        <p:grpSpPr>
          <a:xfrm>
            <a:off x="117324" y="1944274"/>
            <a:ext cx="9242625" cy="3033405"/>
            <a:chOff x="117324" y="1944274"/>
            <a:chExt cx="9242625" cy="3033405"/>
          </a:xfrm>
        </p:grpSpPr>
        <p:grpSp>
          <p:nvGrpSpPr>
            <p:cNvPr id="120" name="Google Shape;120;p33"/>
            <p:cNvGrpSpPr/>
            <p:nvPr/>
          </p:nvGrpSpPr>
          <p:grpSpPr>
            <a:xfrm>
              <a:off x="8424003" y="1944274"/>
              <a:ext cx="935946" cy="1833882"/>
              <a:chOff x="4738303" y="2509949"/>
              <a:chExt cx="935946" cy="1833882"/>
            </a:xfrm>
          </p:grpSpPr>
          <p:sp>
            <p:nvSpPr>
              <p:cNvPr id="121" name="Google Shape;121;p33"/>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3"/>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3"/>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3"/>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 name="Google Shape;127;p33"/>
            <p:cNvGrpSpPr/>
            <p:nvPr/>
          </p:nvGrpSpPr>
          <p:grpSpPr>
            <a:xfrm>
              <a:off x="117324" y="4062924"/>
              <a:ext cx="1345775" cy="914755"/>
              <a:chOff x="2264799" y="3654374"/>
              <a:chExt cx="1345775" cy="914755"/>
            </a:xfrm>
          </p:grpSpPr>
          <p:sp>
            <p:nvSpPr>
              <p:cNvPr id="128" name="Google Shape;128;p33"/>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33"/>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3"/>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3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34" name="Google Shape;134;p34"/>
          <p:cNvGrpSpPr/>
          <p:nvPr/>
        </p:nvGrpSpPr>
        <p:grpSpPr>
          <a:xfrm>
            <a:off x="7481624" y="4031499"/>
            <a:ext cx="1345775" cy="914755"/>
            <a:chOff x="2264799" y="3654374"/>
            <a:chExt cx="1345775" cy="914755"/>
          </a:xfrm>
        </p:grpSpPr>
        <p:sp>
          <p:nvSpPr>
            <p:cNvPr id="135" name="Google Shape;135;p34"/>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34"/>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34"/>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4"/>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9"/>
        <p:cNvGrpSpPr/>
        <p:nvPr/>
      </p:nvGrpSpPr>
      <p:grpSpPr>
        <a:xfrm>
          <a:off x="0" y="0"/>
          <a:ext cx="0" cy="0"/>
          <a:chOff x="0" y="0"/>
          <a:chExt cx="0" cy="0"/>
        </a:xfrm>
      </p:grpSpPr>
      <p:sp>
        <p:nvSpPr>
          <p:cNvPr id="140" name="Google Shape;140;p35"/>
          <p:cNvSpPr txBox="1">
            <a:spLocks noGrp="1"/>
          </p:cNvSpPr>
          <p:nvPr>
            <p:ph type="title"/>
          </p:nvPr>
        </p:nvSpPr>
        <p:spPr>
          <a:xfrm>
            <a:off x="720000" y="445025"/>
            <a:ext cx="4294800" cy="1524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41" name="Google Shape;141;p35"/>
          <p:cNvSpPr txBox="1">
            <a:spLocks noGrp="1"/>
          </p:cNvSpPr>
          <p:nvPr>
            <p:ph type="subTitle" idx="1"/>
          </p:nvPr>
        </p:nvSpPr>
        <p:spPr>
          <a:xfrm>
            <a:off x="720000" y="2000900"/>
            <a:ext cx="4294800" cy="2298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lt2"/>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2"/>
        <p:cNvGrpSpPr/>
        <p:nvPr/>
      </p:nvGrpSpPr>
      <p:grpSpPr>
        <a:xfrm>
          <a:off x="0" y="0"/>
          <a:ext cx="0" cy="0"/>
          <a:chOff x="0" y="0"/>
          <a:chExt cx="0" cy="0"/>
        </a:xfrm>
      </p:grpSpPr>
      <p:pic>
        <p:nvPicPr>
          <p:cNvPr id="143" name="Google Shape;143;p3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44" name="Google Shape;144;p36"/>
          <p:cNvSpPr txBox="1">
            <a:spLocks noGrp="1"/>
          </p:cNvSpPr>
          <p:nvPr>
            <p:ph type="title"/>
          </p:nvPr>
        </p:nvSpPr>
        <p:spPr>
          <a:xfrm>
            <a:off x="1768550" y="1307100"/>
            <a:ext cx="56070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grpSp>
        <p:nvGrpSpPr>
          <p:cNvPr id="145" name="Google Shape;145;p36"/>
          <p:cNvGrpSpPr/>
          <p:nvPr/>
        </p:nvGrpSpPr>
        <p:grpSpPr>
          <a:xfrm>
            <a:off x="-684701" y="-255601"/>
            <a:ext cx="9583450" cy="5227957"/>
            <a:chOff x="-684701" y="-255601"/>
            <a:chExt cx="9583450" cy="5227957"/>
          </a:xfrm>
        </p:grpSpPr>
        <p:grpSp>
          <p:nvGrpSpPr>
            <p:cNvPr id="146" name="Google Shape;146;p36"/>
            <p:cNvGrpSpPr/>
            <p:nvPr/>
          </p:nvGrpSpPr>
          <p:grpSpPr>
            <a:xfrm>
              <a:off x="-684701" y="-255601"/>
              <a:ext cx="2577275" cy="1833510"/>
              <a:chOff x="781874" y="1294774"/>
              <a:chExt cx="2577275" cy="1833510"/>
            </a:xfrm>
          </p:grpSpPr>
          <p:sp>
            <p:nvSpPr>
              <p:cNvPr id="147" name="Google Shape;147;p36"/>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36"/>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36"/>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6"/>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36"/>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36"/>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36"/>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6"/>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36"/>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6"/>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7" name="Google Shape;157;p36"/>
            <p:cNvGrpSpPr/>
            <p:nvPr/>
          </p:nvGrpSpPr>
          <p:grpSpPr>
            <a:xfrm>
              <a:off x="7962803" y="3143197"/>
              <a:ext cx="935946" cy="1829159"/>
              <a:chOff x="4738303" y="2514672"/>
              <a:chExt cx="935946" cy="1829159"/>
            </a:xfrm>
          </p:grpSpPr>
          <p:sp>
            <p:nvSpPr>
              <p:cNvPr id="158" name="Google Shape;158;p36"/>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36"/>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36"/>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6"/>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6"/>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4" name="Google Shape;164;p36"/>
            <p:cNvGrpSpPr/>
            <p:nvPr/>
          </p:nvGrpSpPr>
          <p:grpSpPr>
            <a:xfrm>
              <a:off x="6360749" y="4057599"/>
              <a:ext cx="1345775" cy="914755"/>
              <a:chOff x="2264799" y="3654374"/>
              <a:chExt cx="1345775" cy="914755"/>
            </a:xfrm>
          </p:grpSpPr>
          <p:sp>
            <p:nvSpPr>
              <p:cNvPr id="165" name="Google Shape;165;p36"/>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36"/>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6"/>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36"/>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pic>
        <p:nvPicPr>
          <p:cNvPr id="170" name="Google Shape;170;p3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71" name="Google Shape;171;p37"/>
          <p:cNvSpPr txBox="1">
            <a:spLocks noGrp="1"/>
          </p:cNvSpPr>
          <p:nvPr>
            <p:ph type="title"/>
          </p:nvPr>
        </p:nvSpPr>
        <p:spPr>
          <a:xfrm>
            <a:off x="2135550" y="15411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172" name="Google Shape;172;p37"/>
          <p:cNvSpPr txBox="1">
            <a:spLocks noGrp="1"/>
          </p:cNvSpPr>
          <p:nvPr>
            <p:ph type="subTitle" idx="1"/>
          </p:nvPr>
        </p:nvSpPr>
        <p:spPr>
          <a:xfrm>
            <a:off x="2135550" y="29312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73" name="Google Shape;173;p37"/>
          <p:cNvGrpSpPr/>
          <p:nvPr/>
        </p:nvGrpSpPr>
        <p:grpSpPr>
          <a:xfrm>
            <a:off x="-244726" y="136174"/>
            <a:ext cx="9143475" cy="4810080"/>
            <a:chOff x="-244726" y="136174"/>
            <a:chExt cx="9143475" cy="4810080"/>
          </a:xfrm>
        </p:grpSpPr>
        <p:grpSp>
          <p:nvGrpSpPr>
            <p:cNvPr id="174" name="Google Shape;174;p37"/>
            <p:cNvGrpSpPr/>
            <p:nvPr/>
          </p:nvGrpSpPr>
          <p:grpSpPr>
            <a:xfrm>
              <a:off x="7962803" y="2451822"/>
              <a:ext cx="935946" cy="1829159"/>
              <a:chOff x="4738303" y="2514672"/>
              <a:chExt cx="935946" cy="1829159"/>
            </a:xfrm>
          </p:grpSpPr>
          <p:sp>
            <p:nvSpPr>
              <p:cNvPr id="175" name="Google Shape;175;p37"/>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37"/>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37"/>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37"/>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37"/>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37"/>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1" name="Google Shape;181;p37"/>
            <p:cNvGrpSpPr/>
            <p:nvPr/>
          </p:nvGrpSpPr>
          <p:grpSpPr>
            <a:xfrm>
              <a:off x="2135549" y="4031499"/>
              <a:ext cx="1345775" cy="914755"/>
              <a:chOff x="2264799" y="3654374"/>
              <a:chExt cx="1345775" cy="914755"/>
            </a:xfrm>
          </p:grpSpPr>
          <p:sp>
            <p:nvSpPr>
              <p:cNvPr id="182" name="Google Shape;182;p37"/>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37"/>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37"/>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37"/>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6" name="Google Shape;186;p37"/>
            <p:cNvGrpSpPr/>
            <p:nvPr/>
          </p:nvGrpSpPr>
          <p:grpSpPr>
            <a:xfrm>
              <a:off x="-244726" y="136174"/>
              <a:ext cx="2577275" cy="1833510"/>
              <a:chOff x="781874" y="1294774"/>
              <a:chExt cx="2577275" cy="1833510"/>
            </a:xfrm>
          </p:grpSpPr>
          <p:sp>
            <p:nvSpPr>
              <p:cNvPr id="187" name="Google Shape;187;p37"/>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37"/>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37"/>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37"/>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7"/>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37"/>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37"/>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7"/>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7"/>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7"/>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97"/>
        <p:cNvGrpSpPr/>
        <p:nvPr/>
      </p:nvGrpSpPr>
      <p:grpSpPr>
        <a:xfrm>
          <a:off x="0" y="0"/>
          <a:ext cx="0" cy="0"/>
          <a:chOff x="0" y="0"/>
          <a:chExt cx="0" cy="0"/>
        </a:xfrm>
      </p:grpSpPr>
      <p:sp>
        <p:nvSpPr>
          <p:cNvPr id="198" name="Google Shape;198;p38"/>
          <p:cNvSpPr>
            <a:spLocks noGrp="1"/>
          </p:cNvSpPr>
          <p:nvPr>
            <p:ph type="pic" idx="2"/>
          </p:nvPr>
        </p:nvSpPr>
        <p:spPr>
          <a:xfrm>
            <a:off x="-25" y="-13725"/>
            <a:ext cx="9144000" cy="5157300"/>
          </a:xfrm>
          <a:prstGeom prst="rect">
            <a:avLst/>
          </a:prstGeom>
          <a:noFill/>
          <a:ln>
            <a:noFill/>
          </a:ln>
        </p:spPr>
      </p:sp>
      <p:sp>
        <p:nvSpPr>
          <p:cNvPr id="199" name="Google Shape;199;p38"/>
          <p:cNvSpPr txBox="1">
            <a:spLocks noGrp="1"/>
          </p:cNvSpPr>
          <p:nvPr>
            <p:ph type="title"/>
          </p:nvPr>
        </p:nvSpPr>
        <p:spPr>
          <a:xfrm>
            <a:off x="720000" y="4014450"/>
            <a:ext cx="7704000" cy="5727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0"/>
        <p:cNvGrpSpPr/>
        <p:nvPr/>
      </p:nvGrpSpPr>
      <p:grpSpPr>
        <a:xfrm>
          <a:off x="0" y="0"/>
          <a:ext cx="0" cy="0"/>
          <a:chOff x="0" y="0"/>
          <a:chExt cx="0" cy="0"/>
        </a:xfrm>
      </p:grpSpPr>
      <p:pic>
        <p:nvPicPr>
          <p:cNvPr id="201" name="Google Shape;201;p39"/>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02" name="Google Shape;202;p39"/>
          <p:cNvSpPr txBox="1">
            <a:spLocks noGrp="1"/>
          </p:cNvSpPr>
          <p:nvPr>
            <p:ph type="title" hasCustomPrompt="1"/>
          </p:nvPr>
        </p:nvSpPr>
        <p:spPr>
          <a:xfrm>
            <a:off x="1284000" y="1215175"/>
            <a:ext cx="6576000" cy="133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6000">
                <a:solidFill>
                  <a:schemeClr val="lt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03" name="Google Shape;203;p39"/>
          <p:cNvSpPr txBox="1">
            <a:spLocks noGrp="1"/>
          </p:cNvSpPr>
          <p:nvPr>
            <p:ph type="subTitle" idx="1"/>
          </p:nvPr>
        </p:nvSpPr>
        <p:spPr>
          <a:xfrm>
            <a:off x="1284000" y="2850299"/>
            <a:ext cx="6576000" cy="497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204" name="Google Shape;204;p39"/>
          <p:cNvGrpSpPr/>
          <p:nvPr/>
        </p:nvGrpSpPr>
        <p:grpSpPr>
          <a:xfrm>
            <a:off x="-575414" y="236724"/>
            <a:ext cx="9256138" cy="4578762"/>
            <a:chOff x="-575414" y="236724"/>
            <a:chExt cx="9256138" cy="4578762"/>
          </a:xfrm>
        </p:grpSpPr>
        <p:grpSp>
          <p:nvGrpSpPr>
            <p:cNvPr id="205" name="Google Shape;205;p39"/>
            <p:cNvGrpSpPr/>
            <p:nvPr/>
          </p:nvGrpSpPr>
          <p:grpSpPr>
            <a:xfrm>
              <a:off x="-575414" y="236724"/>
              <a:ext cx="2577275" cy="1833510"/>
              <a:chOff x="781874" y="1294774"/>
              <a:chExt cx="2577275" cy="1833510"/>
            </a:xfrm>
          </p:grpSpPr>
          <p:sp>
            <p:nvSpPr>
              <p:cNvPr id="206" name="Google Shape;206;p39"/>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9"/>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9"/>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39"/>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3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39"/>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39"/>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3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39"/>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6" name="Google Shape;216;p39"/>
            <p:cNvGrpSpPr/>
            <p:nvPr/>
          </p:nvGrpSpPr>
          <p:grpSpPr>
            <a:xfrm>
              <a:off x="952289" y="4127480"/>
              <a:ext cx="936510" cy="688006"/>
              <a:chOff x="3235964" y="2587955"/>
              <a:chExt cx="936510" cy="688006"/>
            </a:xfrm>
          </p:grpSpPr>
          <p:sp>
            <p:nvSpPr>
              <p:cNvPr id="217" name="Google Shape;217;p39"/>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9"/>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9" name="Google Shape;219;p39"/>
            <p:cNvGrpSpPr/>
            <p:nvPr/>
          </p:nvGrpSpPr>
          <p:grpSpPr>
            <a:xfrm>
              <a:off x="7744778" y="2850299"/>
              <a:ext cx="935946" cy="1833882"/>
              <a:chOff x="4738303" y="2509949"/>
              <a:chExt cx="935946" cy="1833882"/>
            </a:xfrm>
          </p:grpSpPr>
          <p:sp>
            <p:nvSpPr>
              <p:cNvPr id="220" name="Google Shape;220;p39"/>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9"/>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39"/>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39"/>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39"/>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39"/>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6" name="Google Shape;226;p39"/>
            <p:cNvGrpSpPr/>
            <p:nvPr/>
          </p:nvGrpSpPr>
          <p:grpSpPr>
            <a:xfrm>
              <a:off x="6109324" y="236724"/>
              <a:ext cx="1345775" cy="914755"/>
              <a:chOff x="2264799" y="3654374"/>
              <a:chExt cx="1345775" cy="914755"/>
            </a:xfrm>
          </p:grpSpPr>
          <p:sp>
            <p:nvSpPr>
              <p:cNvPr id="227" name="Google Shape;227;p39"/>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39"/>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39"/>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39"/>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2"/>
        <p:cNvGrpSpPr/>
        <p:nvPr/>
      </p:nvGrpSpPr>
      <p:grpSpPr>
        <a:xfrm>
          <a:off x="0" y="0"/>
          <a:ext cx="0" cy="0"/>
          <a:chOff x="0" y="0"/>
          <a:chExt cx="0" cy="0"/>
        </a:xfrm>
      </p:grpSpPr>
      <p:sp>
        <p:nvSpPr>
          <p:cNvPr id="233" name="Google Shape;233;p41"/>
          <p:cNvSpPr txBox="1">
            <a:spLocks noGrp="1"/>
          </p:cNvSpPr>
          <p:nvPr>
            <p:ph type="subTitle" idx="1"/>
          </p:nvPr>
        </p:nvSpPr>
        <p:spPr>
          <a:xfrm>
            <a:off x="720000"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4" name="Google Shape;234;p41"/>
          <p:cNvSpPr txBox="1">
            <a:spLocks noGrp="1"/>
          </p:cNvSpPr>
          <p:nvPr>
            <p:ph type="subTitle" idx="2"/>
          </p:nvPr>
        </p:nvSpPr>
        <p:spPr>
          <a:xfrm>
            <a:off x="3346572"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5" name="Google Shape;235;p41"/>
          <p:cNvSpPr txBox="1">
            <a:spLocks noGrp="1"/>
          </p:cNvSpPr>
          <p:nvPr>
            <p:ph type="subTitle" idx="3"/>
          </p:nvPr>
        </p:nvSpPr>
        <p:spPr>
          <a:xfrm>
            <a:off x="720000"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6" name="Google Shape;236;p41"/>
          <p:cNvSpPr txBox="1">
            <a:spLocks noGrp="1"/>
          </p:cNvSpPr>
          <p:nvPr>
            <p:ph type="subTitle" idx="4"/>
          </p:nvPr>
        </p:nvSpPr>
        <p:spPr>
          <a:xfrm>
            <a:off x="3346572"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7" name="Google Shape;237;p41"/>
          <p:cNvSpPr txBox="1">
            <a:spLocks noGrp="1"/>
          </p:cNvSpPr>
          <p:nvPr>
            <p:ph type="subTitle" idx="5"/>
          </p:nvPr>
        </p:nvSpPr>
        <p:spPr>
          <a:xfrm>
            <a:off x="5973152"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8" name="Google Shape;238;p41"/>
          <p:cNvSpPr txBox="1">
            <a:spLocks noGrp="1"/>
          </p:cNvSpPr>
          <p:nvPr>
            <p:ph type="subTitle" idx="6"/>
          </p:nvPr>
        </p:nvSpPr>
        <p:spPr>
          <a:xfrm>
            <a:off x="5973152"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9" name="Google Shape;239;p41"/>
          <p:cNvSpPr txBox="1">
            <a:spLocks noGrp="1"/>
          </p:cNvSpPr>
          <p:nvPr>
            <p:ph type="title"/>
          </p:nvPr>
        </p:nvSpPr>
        <p:spPr>
          <a:xfrm>
            <a:off x="720000"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0" name="Google Shape;240;p41"/>
          <p:cNvSpPr txBox="1">
            <a:spLocks noGrp="1"/>
          </p:cNvSpPr>
          <p:nvPr>
            <p:ph type="title" idx="7"/>
          </p:nvPr>
        </p:nvSpPr>
        <p:spPr>
          <a:xfrm>
            <a:off x="720000"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1" name="Google Shape;241;p41"/>
          <p:cNvSpPr txBox="1">
            <a:spLocks noGrp="1"/>
          </p:cNvSpPr>
          <p:nvPr>
            <p:ph type="title" idx="8"/>
          </p:nvPr>
        </p:nvSpPr>
        <p:spPr>
          <a:xfrm>
            <a:off x="3346572"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2" name="Google Shape;242;p41"/>
          <p:cNvSpPr txBox="1">
            <a:spLocks noGrp="1"/>
          </p:cNvSpPr>
          <p:nvPr>
            <p:ph type="title" idx="9"/>
          </p:nvPr>
        </p:nvSpPr>
        <p:spPr>
          <a:xfrm>
            <a:off x="3346572"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3" name="Google Shape;243;p41"/>
          <p:cNvSpPr txBox="1">
            <a:spLocks noGrp="1"/>
          </p:cNvSpPr>
          <p:nvPr>
            <p:ph type="title" idx="13"/>
          </p:nvPr>
        </p:nvSpPr>
        <p:spPr>
          <a:xfrm>
            <a:off x="5973152"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4" name="Google Shape;244;p41"/>
          <p:cNvSpPr txBox="1">
            <a:spLocks noGrp="1"/>
          </p:cNvSpPr>
          <p:nvPr>
            <p:ph type="title" idx="14"/>
          </p:nvPr>
        </p:nvSpPr>
        <p:spPr>
          <a:xfrm>
            <a:off x="5973152"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45" name="Google Shape;245;p41"/>
          <p:cNvSpPr txBox="1">
            <a:spLocks noGrp="1"/>
          </p:cNvSpPr>
          <p:nvPr>
            <p:ph type="subTitle" idx="15"/>
          </p:nvPr>
        </p:nvSpPr>
        <p:spPr>
          <a:xfrm>
            <a:off x="720000"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46" name="Google Shape;246;p41"/>
          <p:cNvSpPr txBox="1">
            <a:spLocks noGrp="1"/>
          </p:cNvSpPr>
          <p:nvPr>
            <p:ph type="subTitle" idx="16"/>
          </p:nvPr>
        </p:nvSpPr>
        <p:spPr>
          <a:xfrm>
            <a:off x="3346572"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47" name="Google Shape;247;p41"/>
          <p:cNvSpPr txBox="1">
            <a:spLocks noGrp="1"/>
          </p:cNvSpPr>
          <p:nvPr>
            <p:ph type="subTitle" idx="17"/>
          </p:nvPr>
        </p:nvSpPr>
        <p:spPr>
          <a:xfrm>
            <a:off x="5973152"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48" name="Google Shape;248;p41"/>
          <p:cNvSpPr txBox="1">
            <a:spLocks noGrp="1"/>
          </p:cNvSpPr>
          <p:nvPr>
            <p:ph type="subTitle" idx="18"/>
          </p:nvPr>
        </p:nvSpPr>
        <p:spPr>
          <a:xfrm>
            <a:off x="720000"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49" name="Google Shape;249;p41"/>
          <p:cNvSpPr txBox="1">
            <a:spLocks noGrp="1"/>
          </p:cNvSpPr>
          <p:nvPr>
            <p:ph type="subTitle" idx="19"/>
          </p:nvPr>
        </p:nvSpPr>
        <p:spPr>
          <a:xfrm>
            <a:off x="3346572"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50" name="Google Shape;250;p41"/>
          <p:cNvSpPr txBox="1">
            <a:spLocks noGrp="1"/>
          </p:cNvSpPr>
          <p:nvPr>
            <p:ph type="subTitle" idx="20"/>
          </p:nvPr>
        </p:nvSpPr>
        <p:spPr>
          <a:xfrm>
            <a:off x="5973152"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251" name="Google Shape;251;p41"/>
          <p:cNvSpPr txBox="1">
            <a:spLocks noGrp="1"/>
          </p:cNvSpPr>
          <p:nvPr>
            <p:ph type="title" idx="21"/>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52" name="Google Shape;252;p41"/>
          <p:cNvGrpSpPr/>
          <p:nvPr/>
        </p:nvGrpSpPr>
        <p:grpSpPr>
          <a:xfrm>
            <a:off x="-257850" y="1718480"/>
            <a:ext cx="9618199" cy="3180026"/>
            <a:chOff x="-257850" y="1718480"/>
            <a:chExt cx="9618199" cy="3180026"/>
          </a:xfrm>
        </p:grpSpPr>
        <p:grpSp>
          <p:nvGrpSpPr>
            <p:cNvPr id="253" name="Google Shape;253;p41"/>
            <p:cNvGrpSpPr/>
            <p:nvPr/>
          </p:nvGrpSpPr>
          <p:grpSpPr>
            <a:xfrm>
              <a:off x="8423839" y="1718480"/>
              <a:ext cx="936510" cy="688006"/>
              <a:chOff x="3235964" y="2587955"/>
              <a:chExt cx="936510" cy="688006"/>
            </a:xfrm>
          </p:grpSpPr>
          <p:sp>
            <p:nvSpPr>
              <p:cNvPr id="254" name="Google Shape;254;p41"/>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41"/>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6" name="Google Shape;256;p41"/>
            <p:cNvGrpSpPr/>
            <p:nvPr/>
          </p:nvGrpSpPr>
          <p:grpSpPr>
            <a:xfrm>
              <a:off x="-257850" y="3064624"/>
              <a:ext cx="935946" cy="1833882"/>
              <a:chOff x="4738303" y="2509949"/>
              <a:chExt cx="935946" cy="1833882"/>
            </a:xfrm>
          </p:grpSpPr>
          <p:sp>
            <p:nvSpPr>
              <p:cNvPr id="257" name="Google Shape;257;p41"/>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1"/>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41"/>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41"/>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41"/>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41"/>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63"/>
        <p:cNvGrpSpPr/>
        <p:nvPr/>
      </p:nvGrpSpPr>
      <p:grpSpPr>
        <a:xfrm>
          <a:off x="0" y="0"/>
          <a:ext cx="0" cy="0"/>
          <a:chOff x="0" y="0"/>
          <a:chExt cx="0" cy="0"/>
        </a:xfrm>
      </p:grpSpPr>
      <p:sp>
        <p:nvSpPr>
          <p:cNvPr id="264" name="Google Shape;264;p4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65" name="Google Shape;265;p42"/>
          <p:cNvGrpSpPr/>
          <p:nvPr/>
        </p:nvGrpSpPr>
        <p:grpSpPr>
          <a:xfrm>
            <a:off x="-289972" y="1493824"/>
            <a:ext cx="9188996" cy="3454187"/>
            <a:chOff x="-289972" y="1493824"/>
            <a:chExt cx="9188996" cy="3454187"/>
          </a:xfrm>
        </p:grpSpPr>
        <p:grpSp>
          <p:nvGrpSpPr>
            <p:cNvPr id="266" name="Google Shape;266;p42"/>
            <p:cNvGrpSpPr/>
            <p:nvPr/>
          </p:nvGrpSpPr>
          <p:grpSpPr>
            <a:xfrm>
              <a:off x="7962514" y="4260005"/>
              <a:ext cx="936510" cy="688006"/>
              <a:chOff x="3235964" y="2587955"/>
              <a:chExt cx="936510" cy="688006"/>
            </a:xfrm>
          </p:grpSpPr>
          <p:sp>
            <p:nvSpPr>
              <p:cNvPr id="267" name="Google Shape;267;p42"/>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2"/>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9" name="Google Shape;269;p42"/>
            <p:cNvGrpSpPr/>
            <p:nvPr/>
          </p:nvGrpSpPr>
          <p:grpSpPr>
            <a:xfrm>
              <a:off x="-289972" y="1493824"/>
              <a:ext cx="935946" cy="1833882"/>
              <a:chOff x="4738303" y="2509949"/>
              <a:chExt cx="935946" cy="1833882"/>
            </a:xfrm>
          </p:grpSpPr>
          <p:sp>
            <p:nvSpPr>
              <p:cNvPr id="270" name="Google Shape;270;p42"/>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42"/>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42"/>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42"/>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42"/>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42"/>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76"/>
        <p:cNvGrpSpPr/>
        <p:nvPr/>
      </p:nvGrpSpPr>
      <p:grpSpPr>
        <a:xfrm>
          <a:off x="0" y="0"/>
          <a:ext cx="0" cy="0"/>
          <a:chOff x="0" y="0"/>
          <a:chExt cx="0" cy="0"/>
        </a:xfrm>
      </p:grpSpPr>
      <p:sp>
        <p:nvSpPr>
          <p:cNvPr id="277" name="Google Shape;277;p4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78" name="Google Shape;278;p43"/>
          <p:cNvGrpSpPr/>
          <p:nvPr/>
        </p:nvGrpSpPr>
        <p:grpSpPr>
          <a:xfrm>
            <a:off x="1081074" y="1933799"/>
            <a:ext cx="9631925" cy="3127580"/>
            <a:chOff x="1081074" y="1933799"/>
            <a:chExt cx="9631925" cy="3127580"/>
          </a:xfrm>
        </p:grpSpPr>
        <p:grpSp>
          <p:nvGrpSpPr>
            <p:cNvPr id="279" name="Google Shape;279;p43"/>
            <p:cNvGrpSpPr/>
            <p:nvPr/>
          </p:nvGrpSpPr>
          <p:grpSpPr>
            <a:xfrm>
              <a:off x="8135724" y="1933799"/>
              <a:ext cx="2577275" cy="1833510"/>
              <a:chOff x="781874" y="1294774"/>
              <a:chExt cx="2577275" cy="1833510"/>
            </a:xfrm>
          </p:grpSpPr>
          <p:sp>
            <p:nvSpPr>
              <p:cNvPr id="280" name="Google Shape;280;p43"/>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43"/>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43"/>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43"/>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43"/>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3"/>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43"/>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43"/>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3"/>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43"/>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0" name="Google Shape;290;p43"/>
            <p:cNvGrpSpPr/>
            <p:nvPr/>
          </p:nvGrpSpPr>
          <p:grpSpPr>
            <a:xfrm>
              <a:off x="1081074" y="4146624"/>
              <a:ext cx="1345775" cy="914755"/>
              <a:chOff x="2264799" y="3654374"/>
              <a:chExt cx="1345775" cy="914755"/>
            </a:xfrm>
          </p:grpSpPr>
          <p:sp>
            <p:nvSpPr>
              <p:cNvPr id="291" name="Google Shape;291;p43"/>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43"/>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43"/>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4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95"/>
        <p:cNvGrpSpPr/>
        <p:nvPr/>
      </p:nvGrpSpPr>
      <p:grpSpPr>
        <a:xfrm>
          <a:off x="0" y="0"/>
          <a:ext cx="0" cy="0"/>
          <a:chOff x="0" y="0"/>
          <a:chExt cx="0" cy="0"/>
        </a:xfrm>
      </p:grpSpPr>
      <p:sp>
        <p:nvSpPr>
          <p:cNvPr id="296" name="Google Shape;296;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97" name="Google Shape;297;p44"/>
          <p:cNvGrpSpPr/>
          <p:nvPr/>
        </p:nvGrpSpPr>
        <p:grpSpPr>
          <a:xfrm>
            <a:off x="6263389" y="-492526"/>
            <a:ext cx="2480210" cy="914755"/>
            <a:chOff x="6263389" y="-492526"/>
            <a:chExt cx="2480210" cy="914755"/>
          </a:xfrm>
        </p:grpSpPr>
        <p:grpSp>
          <p:nvGrpSpPr>
            <p:cNvPr id="298" name="Google Shape;298;p44"/>
            <p:cNvGrpSpPr/>
            <p:nvPr/>
          </p:nvGrpSpPr>
          <p:grpSpPr>
            <a:xfrm>
              <a:off x="6263389" y="-379145"/>
              <a:ext cx="936510" cy="688006"/>
              <a:chOff x="3235964" y="2587955"/>
              <a:chExt cx="936510" cy="688006"/>
            </a:xfrm>
          </p:grpSpPr>
          <p:sp>
            <p:nvSpPr>
              <p:cNvPr id="299" name="Google Shape;299;p44"/>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44"/>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1" name="Google Shape;301;p44"/>
            <p:cNvGrpSpPr/>
            <p:nvPr/>
          </p:nvGrpSpPr>
          <p:grpSpPr>
            <a:xfrm>
              <a:off x="7397824" y="-492526"/>
              <a:ext cx="1345775" cy="914755"/>
              <a:chOff x="2264799" y="3654374"/>
              <a:chExt cx="1345775" cy="914755"/>
            </a:xfrm>
          </p:grpSpPr>
          <p:sp>
            <p:nvSpPr>
              <p:cNvPr id="302" name="Google Shape;302;p44"/>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44"/>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44"/>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44"/>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06"/>
        <p:cNvGrpSpPr/>
        <p:nvPr/>
      </p:nvGrpSpPr>
      <p:grpSpPr>
        <a:xfrm>
          <a:off x="0" y="0"/>
          <a:ext cx="0" cy="0"/>
          <a:chOff x="0" y="0"/>
          <a:chExt cx="0" cy="0"/>
        </a:xfrm>
      </p:grpSpPr>
      <p:pic>
        <p:nvPicPr>
          <p:cNvPr id="307" name="Google Shape;307;p4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8" name="Google Shape;308;p45"/>
          <p:cNvSpPr txBox="1">
            <a:spLocks noGrp="1"/>
          </p:cNvSpPr>
          <p:nvPr>
            <p:ph type="title"/>
          </p:nvPr>
        </p:nvSpPr>
        <p:spPr>
          <a:xfrm>
            <a:off x="1226400" y="3128675"/>
            <a:ext cx="6691200" cy="66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309" name="Google Shape;309;p45"/>
          <p:cNvSpPr txBox="1">
            <a:spLocks noGrp="1"/>
          </p:cNvSpPr>
          <p:nvPr>
            <p:ph type="subTitle" idx="1"/>
          </p:nvPr>
        </p:nvSpPr>
        <p:spPr>
          <a:xfrm>
            <a:off x="1226400" y="1429225"/>
            <a:ext cx="6691200" cy="151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grpSp>
        <p:nvGrpSpPr>
          <p:cNvPr id="310" name="Google Shape;310;p45"/>
          <p:cNvGrpSpPr/>
          <p:nvPr/>
        </p:nvGrpSpPr>
        <p:grpSpPr>
          <a:xfrm>
            <a:off x="-312476" y="134499"/>
            <a:ext cx="9211500" cy="5489485"/>
            <a:chOff x="-312476" y="134499"/>
            <a:chExt cx="9211500" cy="5489485"/>
          </a:xfrm>
        </p:grpSpPr>
        <p:grpSp>
          <p:nvGrpSpPr>
            <p:cNvPr id="311" name="Google Shape;311;p45"/>
            <p:cNvGrpSpPr/>
            <p:nvPr/>
          </p:nvGrpSpPr>
          <p:grpSpPr>
            <a:xfrm>
              <a:off x="-312476" y="3790474"/>
              <a:ext cx="2577275" cy="1833510"/>
              <a:chOff x="781874" y="1294774"/>
              <a:chExt cx="2577275" cy="1833510"/>
            </a:xfrm>
          </p:grpSpPr>
          <p:sp>
            <p:nvSpPr>
              <p:cNvPr id="312" name="Google Shape;312;p45"/>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45"/>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45"/>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45"/>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45"/>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45"/>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45"/>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45"/>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45"/>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45"/>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2" name="Google Shape;322;p45"/>
            <p:cNvGrpSpPr/>
            <p:nvPr/>
          </p:nvGrpSpPr>
          <p:grpSpPr>
            <a:xfrm>
              <a:off x="7962514" y="1163280"/>
              <a:ext cx="936510" cy="688006"/>
              <a:chOff x="3235964" y="2587955"/>
              <a:chExt cx="936510" cy="688006"/>
            </a:xfrm>
          </p:grpSpPr>
          <p:sp>
            <p:nvSpPr>
              <p:cNvPr id="323" name="Google Shape;323;p45"/>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45"/>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5" name="Google Shape;325;p45"/>
            <p:cNvGrpSpPr/>
            <p:nvPr/>
          </p:nvGrpSpPr>
          <p:grpSpPr>
            <a:xfrm>
              <a:off x="6905474" y="134499"/>
              <a:ext cx="1345775" cy="914755"/>
              <a:chOff x="2264799" y="3654374"/>
              <a:chExt cx="1345775" cy="914755"/>
            </a:xfrm>
          </p:grpSpPr>
          <p:sp>
            <p:nvSpPr>
              <p:cNvPr id="326" name="Google Shape;326;p45"/>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45"/>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45"/>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45"/>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30"/>
        <p:cNvGrpSpPr/>
        <p:nvPr/>
      </p:nvGrpSpPr>
      <p:grpSpPr>
        <a:xfrm>
          <a:off x="0" y="0"/>
          <a:ext cx="0" cy="0"/>
          <a:chOff x="0" y="0"/>
          <a:chExt cx="0" cy="0"/>
        </a:xfrm>
      </p:grpSpPr>
      <p:grpSp>
        <p:nvGrpSpPr>
          <p:cNvPr id="331" name="Google Shape;331;p46"/>
          <p:cNvGrpSpPr/>
          <p:nvPr/>
        </p:nvGrpSpPr>
        <p:grpSpPr>
          <a:xfrm>
            <a:off x="5605824" y="-266076"/>
            <a:ext cx="3292925" cy="5294769"/>
            <a:chOff x="5605824" y="-266076"/>
            <a:chExt cx="3292925" cy="5294769"/>
          </a:xfrm>
        </p:grpSpPr>
        <p:grpSp>
          <p:nvGrpSpPr>
            <p:cNvPr id="332" name="Google Shape;332;p46"/>
            <p:cNvGrpSpPr/>
            <p:nvPr/>
          </p:nvGrpSpPr>
          <p:grpSpPr>
            <a:xfrm>
              <a:off x="5605824" y="-266076"/>
              <a:ext cx="2577275" cy="1833510"/>
              <a:chOff x="781874" y="1294774"/>
              <a:chExt cx="2577275" cy="1833510"/>
            </a:xfrm>
          </p:grpSpPr>
          <p:sp>
            <p:nvSpPr>
              <p:cNvPr id="333" name="Google Shape;333;p46"/>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46"/>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46"/>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46"/>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46"/>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46"/>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46"/>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46"/>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46"/>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46"/>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3" name="Google Shape;343;p46"/>
            <p:cNvGrpSpPr/>
            <p:nvPr/>
          </p:nvGrpSpPr>
          <p:grpSpPr>
            <a:xfrm>
              <a:off x="7962803" y="3199534"/>
              <a:ext cx="935946" cy="1829159"/>
              <a:chOff x="4738303" y="2514672"/>
              <a:chExt cx="935946" cy="1829159"/>
            </a:xfrm>
          </p:grpSpPr>
          <p:sp>
            <p:nvSpPr>
              <p:cNvPr id="344" name="Google Shape;344;p46"/>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46"/>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46"/>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4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46"/>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46"/>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350" name="Google Shape;350;p46"/>
          <p:cNvSpPr>
            <a:spLocks noGrp="1"/>
          </p:cNvSpPr>
          <p:nvPr>
            <p:ph type="pic" idx="2"/>
          </p:nvPr>
        </p:nvSpPr>
        <p:spPr>
          <a:xfrm>
            <a:off x="5273100" y="533863"/>
            <a:ext cx="2910000" cy="4075800"/>
          </a:xfrm>
          <a:prstGeom prst="rect">
            <a:avLst/>
          </a:prstGeom>
          <a:noFill/>
          <a:ln>
            <a:noFill/>
          </a:ln>
        </p:spPr>
      </p:sp>
      <p:sp>
        <p:nvSpPr>
          <p:cNvPr id="351" name="Google Shape;351;p46"/>
          <p:cNvSpPr txBox="1">
            <a:spLocks noGrp="1"/>
          </p:cNvSpPr>
          <p:nvPr>
            <p:ph type="title"/>
          </p:nvPr>
        </p:nvSpPr>
        <p:spPr>
          <a:xfrm>
            <a:off x="720000" y="836175"/>
            <a:ext cx="3519600" cy="229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52" name="Google Shape;352;p46"/>
          <p:cNvSpPr txBox="1">
            <a:spLocks noGrp="1"/>
          </p:cNvSpPr>
          <p:nvPr>
            <p:ph type="subTitle" idx="1"/>
          </p:nvPr>
        </p:nvSpPr>
        <p:spPr>
          <a:xfrm>
            <a:off x="720000" y="3132225"/>
            <a:ext cx="3519600" cy="1116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53"/>
        <p:cNvGrpSpPr/>
        <p:nvPr/>
      </p:nvGrpSpPr>
      <p:grpSpPr>
        <a:xfrm>
          <a:off x="0" y="0"/>
          <a:ext cx="0" cy="0"/>
          <a:chOff x="0" y="0"/>
          <a:chExt cx="0" cy="0"/>
        </a:xfrm>
      </p:grpSpPr>
      <p:sp>
        <p:nvSpPr>
          <p:cNvPr id="354" name="Google Shape;354;p47"/>
          <p:cNvSpPr txBox="1">
            <a:spLocks noGrp="1"/>
          </p:cNvSpPr>
          <p:nvPr>
            <p:ph type="title"/>
          </p:nvPr>
        </p:nvSpPr>
        <p:spPr>
          <a:xfrm>
            <a:off x="720000" y="1435213"/>
            <a:ext cx="31035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55" name="Google Shape;355;p47"/>
          <p:cNvSpPr txBox="1">
            <a:spLocks noGrp="1"/>
          </p:cNvSpPr>
          <p:nvPr>
            <p:ph type="subTitle" idx="1"/>
          </p:nvPr>
        </p:nvSpPr>
        <p:spPr>
          <a:xfrm>
            <a:off x="720000" y="2543688"/>
            <a:ext cx="3103500" cy="1164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56" name="Google Shape;356;p47"/>
          <p:cNvGrpSpPr/>
          <p:nvPr/>
        </p:nvGrpSpPr>
        <p:grpSpPr>
          <a:xfrm>
            <a:off x="876149" y="-589501"/>
            <a:ext cx="6689450" cy="6267410"/>
            <a:chOff x="876149" y="-589501"/>
            <a:chExt cx="6689450" cy="6267410"/>
          </a:xfrm>
        </p:grpSpPr>
        <p:grpSp>
          <p:nvGrpSpPr>
            <p:cNvPr id="357" name="Google Shape;357;p47"/>
            <p:cNvGrpSpPr/>
            <p:nvPr/>
          </p:nvGrpSpPr>
          <p:grpSpPr>
            <a:xfrm>
              <a:off x="876149" y="3844399"/>
              <a:ext cx="2577275" cy="1833510"/>
              <a:chOff x="781874" y="1294774"/>
              <a:chExt cx="2577275" cy="1833510"/>
            </a:xfrm>
          </p:grpSpPr>
          <p:sp>
            <p:nvSpPr>
              <p:cNvPr id="358" name="Google Shape;358;p47"/>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47"/>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47"/>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47"/>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47"/>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47"/>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47"/>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47"/>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47"/>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47"/>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68" name="Google Shape;368;p47"/>
            <p:cNvGrpSpPr/>
            <p:nvPr/>
          </p:nvGrpSpPr>
          <p:grpSpPr>
            <a:xfrm>
              <a:off x="6629653" y="-589501"/>
              <a:ext cx="935946" cy="1829159"/>
              <a:chOff x="4738303" y="2509949"/>
              <a:chExt cx="935946" cy="1829159"/>
            </a:xfrm>
          </p:grpSpPr>
          <p:sp>
            <p:nvSpPr>
              <p:cNvPr id="369" name="Google Shape;369;p47"/>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47"/>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47"/>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47"/>
              <p:cNvSpPr/>
              <p:nvPr/>
            </p:nvSpPr>
            <p:spPr>
              <a:xfrm rot="10800000">
                <a:off x="5149225" y="3655392"/>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47"/>
              <p:cNvSpPr/>
              <p:nvPr/>
            </p:nvSpPr>
            <p:spPr>
              <a:xfrm rot="10800000">
                <a:off x="4739588" y="3881008"/>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47"/>
              <p:cNvSpPr/>
              <p:nvPr/>
            </p:nvSpPr>
            <p:spPr>
              <a:xfrm rot="10800000">
                <a:off x="4739588" y="342304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75"/>
        <p:cNvGrpSpPr/>
        <p:nvPr/>
      </p:nvGrpSpPr>
      <p:grpSpPr>
        <a:xfrm>
          <a:off x="0" y="0"/>
          <a:ext cx="0" cy="0"/>
          <a:chOff x="0" y="0"/>
          <a:chExt cx="0" cy="0"/>
        </a:xfrm>
      </p:grpSpPr>
      <p:sp>
        <p:nvSpPr>
          <p:cNvPr id="376" name="Google Shape;376;p48"/>
          <p:cNvSpPr txBox="1">
            <a:spLocks noGrp="1"/>
          </p:cNvSpPr>
          <p:nvPr>
            <p:ph type="title"/>
          </p:nvPr>
        </p:nvSpPr>
        <p:spPr>
          <a:xfrm>
            <a:off x="4038175" y="1712763"/>
            <a:ext cx="3968100" cy="687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77" name="Google Shape;377;p48"/>
          <p:cNvSpPr txBox="1">
            <a:spLocks noGrp="1"/>
          </p:cNvSpPr>
          <p:nvPr>
            <p:ph type="subTitle" idx="1"/>
          </p:nvPr>
        </p:nvSpPr>
        <p:spPr>
          <a:xfrm>
            <a:off x="4038375" y="2399638"/>
            <a:ext cx="3968100" cy="103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78" name="Google Shape;378;p48"/>
          <p:cNvGrpSpPr/>
          <p:nvPr/>
        </p:nvGrpSpPr>
        <p:grpSpPr>
          <a:xfrm>
            <a:off x="-627601" y="-377251"/>
            <a:ext cx="7883675" cy="5333955"/>
            <a:chOff x="-627601" y="-377251"/>
            <a:chExt cx="7883675" cy="5333955"/>
          </a:xfrm>
        </p:grpSpPr>
        <p:grpSp>
          <p:nvGrpSpPr>
            <p:cNvPr id="379" name="Google Shape;379;p48"/>
            <p:cNvGrpSpPr/>
            <p:nvPr/>
          </p:nvGrpSpPr>
          <p:grpSpPr>
            <a:xfrm>
              <a:off x="-627601" y="-377251"/>
              <a:ext cx="2577275" cy="1833510"/>
              <a:chOff x="781874" y="1294774"/>
              <a:chExt cx="2577275" cy="1833510"/>
            </a:xfrm>
          </p:grpSpPr>
          <p:sp>
            <p:nvSpPr>
              <p:cNvPr id="380" name="Google Shape;380;p48"/>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48"/>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48"/>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48"/>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48"/>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48"/>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48"/>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48"/>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48"/>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48"/>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0" name="Google Shape;390;p48"/>
            <p:cNvGrpSpPr/>
            <p:nvPr/>
          </p:nvGrpSpPr>
          <p:grpSpPr>
            <a:xfrm>
              <a:off x="5910299" y="4041949"/>
              <a:ext cx="1345775" cy="914755"/>
              <a:chOff x="2264799" y="3654374"/>
              <a:chExt cx="1345775" cy="914755"/>
            </a:xfrm>
          </p:grpSpPr>
          <p:sp>
            <p:nvSpPr>
              <p:cNvPr id="391" name="Google Shape;391;p48"/>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48"/>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48"/>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48"/>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395"/>
        <p:cNvGrpSpPr/>
        <p:nvPr/>
      </p:nvGrpSpPr>
      <p:grpSpPr>
        <a:xfrm>
          <a:off x="0" y="0"/>
          <a:ext cx="0" cy="0"/>
          <a:chOff x="0" y="0"/>
          <a:chExt cx="0" cy="0"/>
        </a:xfrm>
      </p:grpSpPr>
      <p:sp>
        <p:nvSpPr>
          <p:cNvPr id="396" name="Google Shape;396;p49"/>
          <p:cNvSpPr txBox="1">
            <a:spLocks noGrp="1"/>
          </p:cNvSpPr>
          <p:nvPr>
            <p:ph type="title"/>
          </p:nvPr>
        </p:nvSpPr>
        <p:spPr>
          <a:xfrm>
            <a:off x="1222825" y="1801800"/>
            <a:ext cx="4193100" cy="741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97" name="Google Shape;397;p49"/>
          <p:cNvSpPr txBox="1">
            <a:spLocks noGrp="1"/>
          </p:cNvSpPr>
          <p:nvPr>
            <p:ph type="subTitle" idx="1"/>
          </p:nvPr>
        </p:nvSpPr>
        <p:spPr>
          <a:xfrm>
            <a:off x="1222825" y="2543700"/>
            <a:ext cx="4193100" cy="93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98" name="Google Shape;398;p49"/>
          <p:cNvGrpSpPr/>
          <p:nvPr/>
        </p:nvGrpSpPr>
        <p:grpSpPr>
          <a:xfrm>
            <a:off x="150003" y="-316120"/>
            <a:ext cx="9703996" cy="3951429"/>
            <a:chOff x="150003" y="-316120"/>
            <a:chExt cx="9703996" cy="3951429"/>
          </a:xfrm>
        </p:grpSpPr>
        <p:grpSp>
          <p:nvGrpSpPr>
            <p:cNvPr id="399" name="Google Shape;399;p49"/>
            <p:cNvGrpSpPr/>
            <p:nvPr/>
          </p:nvGrpSpPr>
          <p:grpSpPr>
            <a:xfrm>
              <a:off x="7276724" y="1801799"/>
              <a:ext cx="2577275" cy="1833510"/>
              <a:chOff x="781874" y="1294774"/>
              <a:chExt cx="2577275" cy="1833510"/>
            </a:xfrm>
          </p:grpSpPr>
          <p:sp>
            <p:nvSpPr>
              <p:cNvPr id="400" name="Google Shape;400;p49"/>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49"/>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49"/>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4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49"/>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4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49"/>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49"/>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4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49"/>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0" name="Google Shape;410;p49"/>
            <p:cNvGrpSpPr/>
            <p:nvPr/>
          </p:nvGrpSpPr>
          <p:grpSpPr>
            <a:xfrm>
              <a:off x="1328289" y="-316120"/>
              <a:ext cx="936510" cy="688006"/>
              <a:chOff x="3235964" y="2587955"/>
              <a:chExt cx="936510" cy="688006"/>
            </a:xfrm>
          </p:grpSpPr>
          <p:sp>
            <p:nvSpPr>
              <p:cNvPr id="411" name="Google Shape;411;p49"/>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49"/>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3" name="Google Shape;413;p49"/>
            <p:cNvGrpSpPr/>
            <p:nvPr/>
          </p:nvGrpSpPr>
          <p:grpSpPr>
            <a:xfrm>
              <a:off x="150003" y="142474"/>
              <a:ext cx="935946" cy="1829159"/>
              <a:chOff x="4738303" y="2509949"/>
              <a:chExt cx="935946" cy="1829159"/>
            </a:xfrm>
          </p:grpSpPr>
          <p:sp>
            <p:nvSpPr>
              <p:cNvPr id="414" name="Google Shape;414;p49"/>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49"/>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49"/>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49"/>
              <p:cNvSpPr/>
              <p:nvPr/>
            </p:nvSpPr>
            <p:spPr>
              <a:xfrm rot="10800000">
                <a:off x="5149225" y="3655392"/>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49"/>
              <p:cNvSpPr/>
              <p:nvPr/>
            </p:nvSpPr>
            <p:spPr>
              <a:xfrm rot="10800000">
                <a:off x="4739588" y="3881008"/>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49"/>
              <p:cNvSpPr/>
              <p:nvPr/>
            </p:nvSpPr>
            <p:spPr>
              <a:xfrm rot="10800000">
                <a:off x="4739588" y="342304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420"/>
        <p:cNvGrpSpPr/>
        <p:nvPr/>
      </p:nvGrpSpPr>
      <p:grpSpPr>
        <a:xfrm>
          <a:off x="0" y="0"/>
          <a:ext cx="0" cy="0"/>
          <a:chOff x="0" y="0"/>
          <a:chExt cx="0" cy="0"/>
        </a:xfrm>
      </p:grpSpPr>
      <p:sp>
        <p:nvSpPr>
          <p:cNvPr id="421" name="Google Shape;421;p50"/>
          <p:cNvSpPr txBox="1">
            <a:spLocks noGrp="1"/>
          </p:cNvSpPr>
          <p:nvPr>
            <p:ph type="body" idx="1"/>
          </p:nvPr>
        </p:nvSpPr>
        <p:spPr>
          <a:xfrm>
            <a:off x="720000" y="1215750"/>
            <a:ext cx="5052000" cy="5727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lt2"/>
              </a:buClr>
              <a:buSzPts val="1400"/>
              <a:buFont typeface="Poppins Light"/>
              <a:buChar char="●"/>
              <a:defRPr/>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sp>
        <p:nvSpPr>
          <p:cNvPr id="422" name="Google Shape;422;p5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423" name="Google Shape;423;p50"/>
          <p:cNvGrpSpPr/>
          <p:nvPr/>
        </p:nvGrpSpPr>
        <p:grpSpPr>
          <a:xfrm>
            <a:off x="6492739" y="2722049"/>
            <a:ext cx="3057485" cy="2798710"/>
            <a:chOff x="6492739" y="2722049"/>
            <a:chExt cx="3057485" cy="2798710"/>
          </a:xfrm>
        </p:grpSpPr>
        <p:grpSp>
          <p:nvGrpSpPr>
            <p:cNvPr id="424" name="Google Shape;424;p50"/>
            <p:cNvGrpSpPr/>
            <p:nvPr/>
          </p:nvGrpSpPr>
          <p:grpSpPr>
            <a:xfrm>
              <a:off x="6972949" y="3687249"/>
              <a:ext cx="2577275" cy="1833510"/>
              <a:chOff x="781874" y="1294774"/>
              <a:chExt cx="2577275" cy="1833510"/>
            </a:xfrm>
          </p:grpSpPr>
          <p:sp>
            <p:nvSpPr>
              <p:cNvPr id="425" name="Google Shape;425;p50"/>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50"/>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50"/>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50"/>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50"/>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50"/>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50"/>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50"/>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50"/>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50"/>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35" name="Google Shape;435;p50"/>
            <p:cNvGrpSpPr/>
            <p:nvPr/>
          </p:nvGrpSpPr>
          <p:grpSpPr>
            <a:xfrm>
              <a:off x="6492739" y="4117380"/>
              <a:ext cx="936510" cy="688006"/>
              <a:chOff x="3235964" y="2587955"/>
              <a:chExt cx="936510" cy="688006"/>
            </a:xfrm>
          </p:grpSpPr>
          <p:sp>
            <p:nvSpPr>
              <p:cNvPr id="436" name="Google Shape;436;p50"/>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50"/>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38" name="Google Shape;438;p50"/>
            <p:cNvGrpSpPr/>
            <p:nvPr/>
          </p:nvGrpSpPr>
          <p:grpSpPr>
            <a:xfrm>
              <a:off x="7429249" y="2722049"/>
              <a:ext cx="1345775" cy="914755"/>
              <a:chOff x="2264799" y="3654374"/>
              <a:chExt cx="1345775" cy="914755"/>
            </a:xfrm>
          </p:grpSpPr>
          <p:sp>
            <p:nvSpPr>
              <p:cNvPr id="439" name="Google Shape;439;p50"/>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50"/>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50"/>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50"/>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43"/>
        <p:cNvGrpSpPr/>
        <p:nvPr/>
      </p:nvGrpSpPr>
      <p:grpSpPr>
        <a:xfrm>
          <a:off x="0" y="0"/>
          <a:ext cx="0" cy="0"/>
          <a:chOff x="0" y="0"/>
          <a:chExt cx="0" cy="0"/>
        </a:xfrm>
      </p:grpSpPr>
      <p:sp>
        <p:nvSpPr>
          <p:cNvPr id="444" name="Google Shape;444;p51"/>
          <p:cNvSpPr txBox="1">
            <a:spLocks noGrp="1"/>
          </p:cNvSpPr>
          <p:nvPr>
            <p:ph type="subTitle" idx="1"/>
          </p:nvPr>
        </p:nvSpPr>
        <p:spPr>
          <a:xfrm>
            <a:off x="4973485" y="2787779"/>
            <a:ext cx="3020100" cy="12519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5" name="Google Shape;445;p51"/>
          <p:cNvSpPr txBox="1">
            <a:spLocks noGrp="1"/>
          </p:cNvSpPr>
          <p:nvPr>
            <p:ph type="subTitle" idx="2"/>
          </p:nvPr>
        </p:nvSpPr>
        <p:spPr>
          <a:xfrm>
            <a:off x="1150407" y="2787779"/>
            <a:ext cx="3020100" cy="12519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6" name="Google Shape;446;p51"/>
          <p:cNvSpPr txBox="1">
            <a:spLocks noGrp="1"/>
          </p:cNvSpPr>
          <p:nvPr>
            <p:ph type="subTitle" idx="3"/>
          </p:nvPr>
        </p:nvSpPr>
        <p:spPr>
          <a:xfrm>
            <a:off x="1150408" y="2228879"/>
            <a:ext cx="30201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447" name="Google Shape;447;p51"/>
          <p:cNvSpPr txBox="1">
            <a:spLocks noGrp="1"/>
          </p:cNvSpPr>
          <p:nvPr>
            <p:ph type="subTitle" idx="4"/>
          </p:nvPr>
        </p:nvSpPr>
        <p:spPr>
          <a:xfrm>
            <a:off x="4973493" y="2228879"/>
            <a:ext cx="30201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448" name="Google Shape;448;p5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449" name="Google Shape;449;p51"/>
          <p:cNvGrpSpPr/>
          <p:nvPr/>
        </p:nvGrpSpPr>
        <p:grpSpPr>
          <a:xfrm>
            <a:off x="-625776" y="3465724"/>
            <a:ext cx="9463650" cy="2543547"/>
            <a:chOff x="-625776" y="3465724"/>
            <a:chExt cx="9463650" cy="2543547"/>
          </a:xfrm>
        </p:grpSpPr>
        <p:grpSp>
          <p:nvGrpSpPr>
            <p:cNvPr id="450" name="Google Shape;450;p51"/>
            <p:cNvGrpSpPr/>
            <p:nvPr/>
          </p:nvGrpSpPr>
          <p:grpSpPr>
            <a:xfrm>
              <a:off x="1927011" y="4175761"/>
              <a:ext cx="2577275" cy="1833510"/>
              <a:chOff x="781874" y="1294774"/>
              <a:chExt cx="2577275" cy="1833510"/>
            </a:xfrm>
          </p:grpSpPr>
          <p:sp>
            <p:nvSpPr>
              <p:cNvPr id="451" name="Google Shape;451;p51"/>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51"/>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51"/>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5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51"/>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5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51"/>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51"/>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5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51"/>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1" name="Google Shape;461;p51"/>
            <p:cNvGrpSpPr/>
            <p:nvPr/>
          </p:nvGrpSpPr>
          <p:grpSpPr>
            <a:xfrm>
              <a:off x="7901928" y="3813647"/>
              <a:ext cx="935946" cy="1829159"/>
              <a:chOff x="4738303" y="2514672"/>
              <a:chExt cx="935946" cy="1829159"/>
            </a:xfrm>
          </p:grpSpPr>
          <p:sp>
            <p:nvSpPr>
              <p:cNvPr id="462" name="Google Shape;462;p51"/>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51"/>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51"/>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51"/>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51"/>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51"/>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8" name="Google Shape;468;p51"/>
            <p:cNvGrpSpPr/>
            <p:nvPr/>
          </p:nvGrpSpPr>
          <p:grpSpPr>
            <a:xfrm>
              <a:off x="-625776" y="3465724"/>
              <a:ext cx="1345775" cy="914755"/>
              <a:chOff x="2264799" y="3654374"/>
              <a:chExt cx="1345775" cy="914755"/>
            </a:xfrm>
          </p:grpSpPr>
          <p:sp>
            <p:nvSpPr>
              <p:cNvPr id="469" name="Google Shape;469;p51"/>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51"/>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51"/>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51"/>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73"/>
        <p:cNvGrpSpPr/>
        <p:nvPr/>
      </p:nvGrpSpPr>
      <p:grpSpPr>
        <a:xfrm>
          <a:off x="0" y="0"/>
          <a:ext cx="0" cy="0"/>
          <a:chOff x="0" y="0"/>
          <a:chExt cx="0" cy="0"/>
        </a:xfrm>
      </p:grpSpPr>
      <p:sp>
        <p:nvSpPr>
          <p:cNvPr id="474" name="Google Shape;474;p52"/>
          <p:cNvSpPr txBox="1">
            <a:spLocks noGrp="1"/>
          </p:cNvSpPr>
          <p:nvPr>
            <p:ph type="subTitle" idx="1"/>
          </p:nvPr>
        </p:nvSpPr>
        <p:spPr>
          <a:xfrm>
            <a:off x="4832078" y="1667625"/>
            <a:ext cx="3254100" cy="220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5" name="Google Shape;475;p52"/>
          <p:cNvSpPr txBox="1">
            <a:spLocks noGrp="1"/>
          </p:cNvSpPr>
          <p:nvPr>
            <p:ph type="subTitle" idx="2"/>
          </p:nvPr>
        </p:nvSpPr>
        <p:spPr>
          <a:xfrm>
            <a:off x="1057900" y="1667625"/>
            <a:ext cx="3254100" cy="220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6" name="Google Shape;476;p5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477" name="Google Shape;477;p52"/>
          <p:cNvGrpSpPr/>
          <p:nvPr/>
        </p:nvGrpSpPr>
        <p:grpSpPr>
          <a:xfrm>
            <a:off x="965824" y="3077647"/>
            <a:ext cx="7932925" cy="1846319"/>
            <a:chOff x="965824" y="3077647"/>
            <a:chExt cx="7932925" cy="1846319"/>
          </a:xfrm>
        </p:grpSpPr>
        <p:grpSp>
          <p:nvGrpSpPr>
            <p:cNvPr id="478" name="Google Shape;478;p52"/>
            <p:cNvGrpSpPr/>
            <p:nvPr/>
          </p:nvGrpSpPr>
          <p:grpSpPr>
            <a:xfrm>
              <a:off x="7962803" y="3077647"/>
              <a:ext cx="935946" cy="1829159"/>
              <a:chOff x="4738303" y="2514672"/>
              <a:chExt cx="935946" cy="1829159"/>
            </a:xfrm>
          </p:grpSpPr>
          <p:sp>
            <p:nvSpPr>
              <p:cNvPr id="479" name="Google Shape;479;p52"/>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52"/>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52"/>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52"/>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52"/>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52"/>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85" name="Google Shape;485;p52"/>
            <p:cNvGrpSpPr/>
            <p:nvPr/>
          </p:nvGrpSpPr>
          <p:grpSpPr>
            <a:xfrm>
              <a:off x="965824" y="4009211"/>
              <a:ext cx="1345775" cy="914755"/>
              <a:chOff x="2264799" y="3654374"/>
              <a:chExt cx="1345775" cy="914755"/>
            </a:xfrm>
          </p:grpSpPr>
          <p:sp>
            <p:nvSpPr>
              <p:cNvPr id="486" name="Google Shape;486;p52"/>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52"/>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52"/>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52"/>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90"/>
        <p:cNvGrpSpPr/>
        <p:nvPr/>
      </p:nvGrpSpPr>
      <p:grpSpPr>
        <a:xfrm>
          <a:off x="0" y="0"/>
          <a:ext cx="0" cy="0"/>
          <a:chOff x="0" y="0"/>
          <a:chExt cx="0" cy="0"/>
        </a:xfrm>
      </p:grpSpPr>
      <p:sp>
        <p:nvSpPr>
          <p:cNvPr id="491" name="Google Shape;491;p53"/>
          <p:cNvSpPr txBox="1">
            <a:spLocks noGrp="1"/>
          </p:cNvSpPr>
          <p:nvPr>
            <p:ph type="subTitle" idx="1"/>
          </p:nvPr>
        </p:nvSpPr>
        <p:spPr>
          <a:xfrm>
            <a:off x="713225"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2" name="Google Shape;492;p53"/>
          <p:cNvSpPr txBox="1">
            <a:spLocks noGrp="1"/>
          </p:cNvSpPr>
          <p:nvPr>
            <p:ph type="subTitle" idx="2"/>
          </p:nvPr>
        </p:nvSpPr>
        <p:spPr>
          <a:xfrm>
            <a:off x="3393900"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3" name="Google Shape;493;p53"/>
          <p:cNvSpPr txBox="1">
            <a:spLocks noGrp="1"/>
          </p:cNvSpPr>
          <p:nvPr>
            <p:ph type="subTitle" idx="3"/>
          </p:nvPr>
        </p:nvSpPr>
        <p:spPr>
          <a:xfrm>
            <a:off x="6074574"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4" name="Google Shape;494;p53"/>
          <p:cNvSpPr txBox="1">
            <a:spLocks noGrp="1"/>
          </p:cNvSpPr>
          <p:nvPr>
            <p:ph type="subTitle" idx="4"/>
          </p:nvPr>
        </p:nvSpPr>
        <p:spPr>
          <a:xfrm>
            <a:off x="713225"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495" name="Google Shape;495;p53"/>
          <p:cNvSpPr txBox="1">
            <a:spLocks noGrp="1"/>
          </p:cNvSpPr>
          <p:nvPr>
            <p:ph type="subTitle" idx="5"/>
          </p:nvPr>
        </p:nvSpPr>
        <p:spPr>
          <a:xfrm>
            <a:off x="3393900"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496" name="Google Shape;496;p53"/>
          <p:cNvSpPr txBox="1">
            <a:spLocks noGrp="1"/>
          </p:cNvSpPr>
          <p:nvPr>
            <p:ph type="subTitle" idx="6"/>
          </p:nvPr>
        </p:nvSpPr>
        <p:spPr>
          <a:xfrm>
            <a:off x="6074575"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497" name="Google Shape;497;p5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498" name="Google Shape;498;p53"/>
          <p:cNvGrpSpPr/>
          <p:nvPr/>
        </p:nvGrpSpPr>
        <p:grpSpPr>
          <a:xfrm>
            <a:off x="-391401" y="1603297"/>
            <a:ext cx="9868275" cy="4284737"/>
            <a:chOff x="-391401" y="1603297"/>
            <a:chExt cx="9868275" cy="4284737"/>
          </a:xfrm>
        </p:grpSpPr>
        <p:grpSp>
          <p:nvGrpSpPr>
            <p:cNvPr id="499" name="Google Shape;499;p53"/>
            <p:cNvGrpSpPr/>
            <p:nvPr/>
          </p:nvGrpSpPr>
          <p:grpSpPr>
            <a:xfrm>
              <a:off x="-391401" y="4054524"/>
              <a:ext cx="2577275" cy="1833510"/>
              <a:chOff x="781874" y="1294774"/>
              <a:chExt cx="2577275" cy="1833510"/>
            </a:xfrm>
          </p:grpSpPr>
          <p:sp>
            <p:nvSpPr>
              <p:cNvPr id="500" name="Google Shape;500;p53"/>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53"/>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53"/>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53"/>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53"/>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53"/>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53"/>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53"/>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53"/>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53"/>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0" name="Google Shape;510;p53"/>
            <p:cNvGrpSpPr/>
            <p:nvPr/>
          </p:nvGrpSpPr>
          <p:grpSpPr>
            <a:xfrm>
              <a:off x="7394764" y="4054530"/>
              <a:ext cx="936510" cy="688006"/>
              <a:chOff x="3235964" y="2587955"/>
              <a:chExt cx="936510" cy="688006"/>
            </a:xfrm>
          </p:grpSpPr>
          <p:sp>
            <p:nvSpPr>
              <p:cNvPr id="511" name="Google Shape;511;p53"/>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53"/>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3" name="Google Shape;513;p53"/>
            <p:cNvGrpSpPr/>
            <p:nvPr/>
          </p:nvGrpSpPr>
          <p:grpSpPr>
            <a:xfrm>
              <a:off x="8540928" y="1603297"/>
              <a:ext cx="935946" cy="1829159"/>
              <a:chOff x="4738303" y="2514672"/>
              <a:chExt cx="935946" cy="1829159"/>
            </a:xfrm>
          </p:grpSpPr>
          <p:sp>
            <p:nvSpPr>
              <p:cNvPr id="514" name="Google Shape;514;p53"/>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53"/>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53"/>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53"/>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53"/>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53"/>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0" name="Google Shape;520;p53"/>
            <p:cNvGrpSpPr/>
            <p:nvPr/>
          </p:nvGrpSpPr>
          <p:grpSpPr>
            <a:xfrm>
              <a:off x="4915099" y="4146624"/>
              <a:ext cx="1345775" cy="914755"/>
              <a:chOff x="2264799" y="3654374"/>
              <a:chExt cx="1345775" cy="914755"/>
            </a:xfrm>
          </p:grpSpPr>
          <p:sp>
            <p:nvSpPr>
              <p:cNvPr id="521" name="Google Shape;521;p53"/>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53"/>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53"/>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5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25"/>
        <p:cNvGrpSpPr/>
        <p:nvPr/>
      </p:nvGrpSpPr>
      <p:grpSpPr>
        <a:xfrm>
          <a:off x="0" y="0"/>
          <a:ext cx="0" cy="0"/>
          <a:chOff x="0" y="0"/>
          <a:chExt cx="0" cy="0"/>
        </a:xfrm>
      </p:grpSpPr>
      <p:sp>
        <p:nvSpPr>
          <p:cNvPr id="526" name="Google Shape;526;p54"/>
          <p:cNvSpPr txBox="1">
            <a:spLocks noGrp="1"/>
          </p:cNvSpPr>
          <p:nvPr>
            <p:ph type="subTitle" idx="1"/>
          </p:nvPr>
        </p:nvSpPr>
        <p:spPr>
          <a:xfrm>
            <a:off x="2319753" y="1942803"/>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7" name="Google Shape;527;p54"/>
          <p:cNvSpPr txBox="1">
            <a:spLocks noGrp="1"/>
          </p:cNvSpPr>
          <p:nvPr>
            <p:ph type="subTitle" idx="2"/>
          </p:nvPr>
        </p:nvSpPr>
        <p:spPr>
          <a:xfrm>
            <a:off x="5467047" y="1942803"/>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8" name="Google Shape;528;p54"/>
          <p:cNvSpPr txBox="1">
            <a:spLocks noGrp="1"/>
          </p:cNvSpPr>
          <p:nvPr>
            <p:ph type="subTitle" idx="3"/>
          </p:nvPr>
        </p:nvSpPr>
        <p:spPr>
          <a:xfrm>
            <a:off x="2319753" y="3357078"/>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9" name="Google Shape;529;p54"/>
          <p:cNvSpPr txBox="1">
            <a:spLocks noGrp="1"/>
          </p:cNvSpPr>
          <p:nvPr>
            <p:ph type="subTitle" idx="4"/>
          </p:nvPr>
        </p:nvSpPr>
        <p:spPr>
          <a:xfrm>
            <a:off x="5467047" y="3357078"/>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30" name="Google Shape;530;p54"/>
          <p:cNvSpPr txBox="1">
            <a:spLocks noGrp="1"/>
          </p:cNvSpPr>
          <p:nvPr>
            <p:ph type="subTitle" idx="5"/>
          </p:nvPr>
        </p:nvSpPr>
        <p:spPr>
          <a:xfrm>
            <a:off x="2319753" y="1537106"/>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31" name="Google Shape;531;p54"/>
          <p:cNvSpPr txBox="1">
            <a:spLocks noGrp="1"/>
          </p:cNvSpPr>
          <p:nvPr>
            <p:ph type="subTitle" idx="6"/>
          </p:nvPr>
        </p:nvSpPr>
        <p:spPr>
          <a:xfrm>
            <a:off x="2319753" y="2951481"/>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32" name="Google Shape;532;p54"/>
          <p:cNvSpPr txBox="1">
            <a:spLocks noGrp="1"/>
          </p:cNvSpPr>
          <p:nvPr>
            <p:ph type="subTitle" idx="7"/>
          </p:nvPr>
        </p:nvSpPr>
        <p:spPr>
          <a:xfrm>
            <a:off x="5467043" y="1537106"/>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33" name="Google Shape;533;p54"/>
          <p:cNvSpPr txBox="1">
            <a:spLocks noGrp="1"/>
          </p:cNvSpPr>
          <p:nvPr>
            <p:ph type="subTitle" idx="8"/>
          </p:nvPr>
        </p:nvSpPr>
        <p:spPr>
          <a:xfrm>
            <a:off x="5467043" y="2951481"/>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34" name="Google Shape;534;p5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535" name="Google Shape;535;p54"/>
          <p:cNvGrpSpPr/>
          <p:nvPr/>
        </p:nvGrpSpPr>
        <p:grpSpPr>
          <a:xfrm>
            <a:off x="171639" y="3687249"/>
            <a:ext cx="9207610" cy="1833510"/>
            <a:chOff x="171639" y="3687249"/>
            <a:chExt cx="9207610" cy="1833510"/>
          </a:xfrm>
        </p:grpSpPr>
        <p:grpSp>
          <p:nvGrpSpPr>
            <p:cNvPr id="536" name="Google Shape;536;p54"/>
            <p:cNvGrpSpPr/>
            <p:nvPr/>
          </p:nvGrpSpPr>
          <p:grpSpPr>
            <a:xfrm>
              <a:off x="6801974" y="3687249"/>
              <a:ext cx="2577275" cy="1833510"/>
              <a:chOff x="781874" y="1294774"/>
              <a:chExt cx="2577275" cy="1833510"/>
            </a:xfrm>
          </p:grpSpPr>
          <p:sp>
            <p:nvSpPr>
              <p:cNvPr id="537" name="Google Shape;537;p54"/>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54"/>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54"/>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54"/>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54"/>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54"/>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54"/>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54"/>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54"/>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54"/>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47" name="Google Shape;547;p54"/>
            <p:cNvGrpSpPr/>
            <p:nvPr/>
          </p:nvGrpSpPr>
          <p:grpSpPr>
            <a:xfrm>
              <a:off x="171639" y="3767755"/>
              <a:ext cx="936510" cy="688006"/>
              <a:chOff x="3235964" y="2587955"/>
              <a:chExt cx="936510" cy="688006"/>
            </a:xfrm>
          </p:grpSpPr>
          <p:sp>
            <p:nvSpPr>
              <p:cNvPr id="548" name="Google Shape;548;p54"/>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54"/>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0" name="Google Shape;550;p54"/>
            <p:cNvGrpSpPr/>
            <p:nvPr/>
          </p:nvGrpSpPr>
          <p:grpSpPr>
            <a:xfrm>
              <a:off x="1108149" y="4146624"/>
              <a:ext cx="1345775" cy="914755"/>
              <a:chOff x="2264799" y="3654374"/>
              <a:chExt cx="1345775" cy="914755"/>
            </a:xfrm>
          </p:grpSpPr>
          <p:sp>
            <p:nvSpPr>
              <p:cNvPr id="551" name="Google Shape;551;p54"/>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54"/>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54"/>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54"/>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55"/>
        <p:cNvGrpSpPr/>
        <p:nvPr/>
      </p:nvGrpSpPr>
      <p:grpSpPr>
        <a:xfrm>
          <a:off x="0" y="0"/>
          <a:ext cx="0" cy="0"/>
          <a:chOff x="0" y="0"/>
          <a:chExt cx="0" cy="0"/>
        </a:xfrm>
      </p:grpSpPr>
      <p:sp>
        <p:nvSpPr>
          <p:cNvPr id="556" name="Google Shape;556;p55"/>
          <p:cNvSpPr txBox="1">
            <a:spLocks noGrp="1"/>
          </p:cNvSpPr>
          <p:nvPr>
            <p:ph type="subTitle" idx="1"/>
          </p:nvPr>
        </p:nvSpPr>
        <p:spPr>
          <a:xfrm>
            <a:off x="726651"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7" name="Google Shape;557;p55"/>
          <p:cNvSpPr txBox="1">
            <a:spLocks noGrp="1"/>
          </p:cNvSpPr>
          <p:nvPr>
            <p:ph type="subTitle" idx="2"/>
          </p:nvPr>
        </p:nvSpPr>
        <p:spPr>
          <a:xfrm>
            <a:off x="3474109"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8" name="Google Shape;558;p55"/>
          <p:cNvSpPr txBox="1">
            <a:spLocks noGrp="1"/>
          </p:cNvSpPr>
          <p:nvPr>
            <p:ph type="subTitle" idx="3"/>
          </p:nvPr>
        </p:nvSpPr>
        <p:spPr>
          <a:xfrm>
            <a:off x="726651"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9" name="Google Shape;559;p55"/>
          <p:cNvSpPr txBox="1">
            <a:spLocks noGrp="1"/>
          </p:cNvSpPr>
          <p:nvPr>
            <p:ph type="subTitle" idx="4"/>
          </p:nvPr>
        </p:nvSpPr>
        <p:spPr>
          <a:xfrm>
            <a:off x="3474109"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0" name="Google Shape;560;p55"/>
          <p:cNvSpPr txBox="1">
            <a:spLocks noGrp="1"/>
          </p:cNvSpPr>
          <p:nvPr>
            <p:ph type="subTitle" idx="5"/>
          </p:nvPr>
        </p:nvSpPr>
        <p:spPr>
          <a:xfrm>
            <a:off x="6221568"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1" name="Google Shape;561;p55"/>
          <p:cNvSpPr txBox="1">
            <a:spLocks noGrp="1"/>
          </p:cNvSpPr>
          <p:nvPr>
            <p:ph type="subTitle" idx="6"/>
          </p:nvPr>
        </p:nvSpPr>
        <p:spPr>
          <a:xfrm>
            <a:off x="6221568"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2" name="Google Shape;562;p55"/>
          <p:cNvSpPr txBox="1">
            <a:spLocks noGrp="1"/>
          </p:cNvSpPr>
          <p:nvPr>
            <p:ph type="subTitle" idx="7"/>
          </p:nvPr>
        </p:nvSpPr>
        <p:spPr>
          <a:xfrm>
            <a:off x="730989"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3" name="Google Shape;563;p55"/>
          <p:cNvSpPr txBox="1">
            <a:spLocks noGrp="1"/>
          </p:cNvSpPr>
          <p:nvPr>
            <p:ph type="subTitle" idx="8"/>
          </p:nvPr>
        </p:nvSpPr>
        <p:spPr>
          <a:xfrm>
            <a:off x="3478447"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4" name="Google Shape;564;p55"/>
          <p:cNvSpPr txBox="1">
            <a:spLocks noGrp="1"/>
          </p:cNvSpPr>
          <p:nvPr>
            <p:ph type="subTitle" idx="9"/>
          </p:nvPr>
        </p:nvSpPr>
        <p:spPr>
          <a:xfrm>
            <a:off x="6225906"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5" name="Google Shape;565;p55"/>
          <p:cNvSpPr txBox="1">
            <a:spLocks noGrp="1"/>
          </p:cNvSpPr>
          <p:nvPr>
            <p:ph type="subTitle" idx="13"/>
          </p:nvPr>
        </p:nvSpPr>
        <p:spPr>
          <a:xfrm>
            <a:off x="730989"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6" name="Google Shape;566;p55"/>
          <p:cNvSpPr txBox="1">
            <a:spLocks noGrp="1"/>
          </p:cNvSpPr>
          <p:nvPr>
            <p:ph type="subTitle" idx="14"/>
          </p:nvPr>
        </p:nvSpPr>
        <p:spPr>
          <a:xfrm>
            <a:off x="3478447"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7" name="Google Shape;567;p55"/>
          <p:cNvSpPr txBox="1">
            <a:spLocks noGrp="1"/>
          </p:cNvSpPr>
          <p:nvPr>
            <p:ph type="subTitle" idx="15"/>
          </p:nvPr>
        </p:nvSpPr>
        <p:spPr>
          <a:xfrm>
            <a:off x="6225906"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568" name="Google Shape;568;p5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569" name="Google Shape;569;p55"/>
          <p:cNvGrpSpPr/>
          <p:nvPr/>
        </p:nvGrpSpPr>
        <p:grpSpPr>
          <a:xfrm>
            <a:off x="324089" y="4387674"/>
            <a:ext cx="8509210" cy="926987"/>
            <a:chOff x="313264" y="4021024"/>
            <a:chExt cx="8509210" cy="926987"/>
          </a:xfrm>
        </p:grpSpPr>
        <p:grpSp>
          <p:nvGrpSpPr>
            <p:cNvPr id="570" name="Google Shape;570;p55"/>
            <p:cNvGrpSpPr/>
            <p:nvPr/>
          </p:nvGrpSpPr>
          <p:grpSpPr>
            <a:xfrm>
              <a:off x="313264" y="4260005"/>
              <a:ext cx="936510" cy="688006"/>
              <a:chOff x="3235964" y="2587955"/>
              <a:chExt cx="936510" cy="688006"/>
            </a:xfrm>
          </p:grpSpPr>
          <p:sp>
            <p:nvSpPr>
              <p:cNvPr id="571" name="Google Shape;571;p55"/>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55"/>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3" name="Google Shape;573;p55"/>
            <p:cNvGrpSpPr/>
            <p:nvPr/>
          </p:nvGrpSpPr>
          <p:grpSpPr>
            <a:xfrm>
              <a:off x="7476699" y="4021024"/>
              <a:ext cx="1345775" cy="914755"/>
              <a:chOff x="2264799" y="3654374"/>
              <a:chExt cx="1345775" cy="914755"/>
            </a:xfrm>
          </p:grpSpPr>
          <p:sp>
            <p:nvSpPr>
              <p:cNvPr id="574" name="Google Shape;574;p55"/>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55"/>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55"/>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55"/>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78"/>
        <p:cNvGrpSpPr/>
        <p:nvPr/>
      </p:nvGrpSpPr>
      <p:grpSpPr>
        <a:xfrm>
          <a:off x="0" y="0"/>
          <a:ext cx="0" cy="0"/>
          <a:chOff x="0" y="0"/>
          <a:chExt cx="0" cy="0"/>
        </a:xfrm>
      </p:grpSpPr>
      <p:pic>
        <p:nvPicPr>
          <p:cNvPr id="579" name="Google Shape;579;p5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580" name="Google Shape;580;p56"/>
          <p:cNvSpPr txBox="1">
            <a:spLocks noGrp="1"/>
          </p:cNvSpPr>
          <p:nvPr>
            <p:ph type="title"/>
          </p:nvPr>
        </p:nvSpPr>
        <p:spPr>
          <a:xfrm>
            <a:off x="2223600" y="638357"/>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81" name="Google Shape;581;p56"/>
          <p:cNvSpPr txBox="1">
            <a:spLocks noGrp="1"/>
          </p:cNvSpPr>
          <p:nvPr>
            <p:ph type="subTitle" idx="1"/>
          </p:nvPr>
        </p:nvSpPr>
        <p:spPr>
          <a:xfrm>
            <a:off x="2223600" y="1327275"/>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82" name="Google Shape;582;p56"/>
          <p:cNvSpPr txBox="1">
            <a:spLocks noGrp="1"/>
          </p:cNvSpPr>
          <p:nvPr>
            <p:ph type="title" idx="2"/>
          </p:nvPr>
        </p:nvSpPr>
        <p:spPr>
          <a:xfrm>
            <a:off x="2223600" y="1990612"/>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83" name="Google Shape;583;p56"/>
          <p:cNvSpPr txBox="1">
            <a:spLocks noGrp="1"/>
          </p:cNvSpPr>
          <p:nvPr>
            <p:ph type="subTitle" idx="3"/>
          </p:nvPr>
        </p:nvSpPr>
        <p:spPr>
          <a:xfrm>
            <a:off x="2223600" y="2679527"/>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84" name="Google Shape;584;p56"/>
          <p:cNvSpPr txBox="1">
            <a:spLocks noGrp="1"/>
          </p:cNvSpPr>
          <p:nvPr>
            <p:ph type="title" idx="4"/>
          </p:nvPr>
        </p:nvSpPr>
        <p:spPr>
          <a:xfrm>
            <a:off x="2223600" y="3342868"/>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85" name="Google Shape;585;p56"/>
          <p:cNvSpPr txBox="1">
            <a:spLocks noGrp="1"/>
          </p:cNvSpPr>
          <p:nvPr>
            <p:ph type="subTitle" idx="5"/>
          </p:nvPr>
        </p:nvSpPr>
        <p:spPr>
          <a:xfrm>
            <a:off x="2223600" y="4031797"/>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586" name="Google Shape;586;p56"/>
          <p:cNvGrpSpPr/>
          <p:nvPr/>
        </p:nvGrpSpPr>
        <p:grpSpPr>
          <a:xfrm>
            <a:off x="202374" y="239324"/>
            <a:ext cx="9683050" cy="4722185"/>
            <a:chOff x="202374" y="239324"/>
            <a:chExt cx="9683050" cy="4722185"/>
          </a:xfrm>
        </p:grpSpPr>
        <p:grpSp>
          <p:nvGrpSpPr>
            <p:cNvPr id="587" name="Google Shape;587;p56"/>
            <p:cNvGrpSpPr/>
            <p:nvPr/>
          </p:nvGrpSpPr>
          <p:grpSpPr>
            <a:xfrm>
              <a:off x="7308149" y="3127999"/>
              <a:ext cx="2577275" cy="1833510"/>
              <a:chOff x="781874" y="1294774"/>
              <a:chExt cx="2577275" cy="1833510"/>
            </a:xfrm>
          </p:grpSpPr>
          <p:sp>
            <p:nvSpPr>
              <p:cNvPr id="588" name="Google Shape;588;p56"/>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56"/>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56"/>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56"/>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56"/>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56"/>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56"/>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56"/>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56"/>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56"/>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98" name="Google Shape;598;p56"/>
            <p:cNvGrpSpPr/>
            <p:nvPr/>
          </p:nvGrpSpPr>
          <p:grpSpPr>
            <a:xfrm>
              <a:off x="7918539" y="1927980"/>
              <a:ext cx="936510" cy="688006"/>
              <a:chOff x="3235964" y="2587955"/>
              <a:chExt cx="936510" cy="688006"/>
            </a:xfrm>
          </p:grpSpPr>
          <p:sp>
            <p:nvSpPr>
              <p:cNvPr id="599" name="Google Shape;599;p56"/>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56"/>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1" name="Google Shape;601;p56"/>
            <p:cNvGrpSpPr/>
            <p:nvPr/>
          </p:nvGrpSpPr>
          <p:grpSpPr>
            <a:xfrm>
              <a:off x="202378" y="3017522"/>
              <a:ext cx="935946" cy="1829159"/>
              <a:chOff x="4738303" y="2514672"/>
              <a:chExt cx="935946" cy="1829159"/>
            </a:xfrm>
          </p:grpSpPr>
          <p:sp>
            <p:nvSpPr>
              <p:cNvPr id="602" name="Google Shape;602;p56"/>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56"/>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56"/>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5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56"/>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56"/>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8" name="Google Shape;608;p56"/>
            <p:cNvGrpSpPr/>
            <p:nvPr/>
          </p:nvGrpSpPr>
          <p:grpSpPr>
            <a:xfrm>
              <a:off x="202374" y="239324"/>
              <a:ext cx="1345775" cy="914755"/>
              <a:chOff x="2264799" y="3654374"/>
              <a:chExt cx="1345775" cy="914755"/>
            </a:xfrm>
          </p:grpSpPr>
          <p:sp>
            <p:nvSpPr>
              <p:cNvPr id="609" name="Google Shape;609;p56"/>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56"/>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56"/>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56"/>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613"/>
        <p:cNvGrpSpPr/>
        <p:nvPr/>
      </p:nvGrpSpPr>
      <p:grpSpPr>
        <a:xfrm>
          <a:off x="0" y="0"/>
          <a:ext cx="0" cy="0"/>
          <a:chOff x="0" y="0"/>
          <a:chExt cx="0" cy="0"/>
        </a:xfrm>
      </p:grpSpPr>
      <p:sp>
        <p:nvSpPr>
          <p:cNvPr id="614" name="Google Shape;614;p57"/>
          <p:cNvSpPr txBox="1">
            <a:spLocks noGrp="1"/>
          </p:cNvSpPr>
          <p:nvPr>
            <p:ph type="title"/>
          </p:nvPr>
        </p:nvSpPr>
        <p:spPr>
          <a:xfrm>
            <a:off x="1147374" y="1581150"/>
            <a:ext cx="15441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15" name="Google Shape;615;p57"/>
          <p:cNvSpPr txBox="1">
            <a:spLocks noGrp="1"/>
          </p:cNvSpPr>
          <p:nvPr>
            <p:ph type="subTitle" idx="1"/>
          </p:nvPr>
        </p:nvSpPr>
        <p:spPr>
          <a:xfrm>
            <a:off x="720043"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16" name="Google Shape;616;p57"/>
          <p:cNvSpPr txBox="1">
            <a:spLocks noGrp="1"/>
          </p:cNvSpPr>
          <p:nvPr>
            <p:ph type="subTitle" idx="2"/>
          </p:nvPr>
        </p:nvSpPr>
        <p:spPr>
          <a:xfrm>
            <a:off x="720043"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617" name="Google Shape;617;p57"/>
          <p:cNvSpPr txBox="1">
            <a:spLocks noGrp="1"/>
          </p:cNvSpPr>
          <p:nvPr>
            <p:ph type="title" idx="3"/>
          </p:nvPr>
        </p:nvSpPr>
        <p:spPr>
          <a:xfrm>
            <a:off x="3800538" y="1581150"/>
            <a:ext cx="15426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18" name="Google Shape;618;p57"/>
          <p:cNvSpPr txBox="1">
            <a:spLocks noGrp="1"/>
          </p:cNvSpPr>
          <p:nvPr>
            <p:ph type="subTitle" idx="4"/>
          </p:nvPr>
        </p:nvSpPr>
        <p:spPr>
          <a:xfrm>
            <a:off x="3372600"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19" name="Google Shape;619;p57"/>
          <p:cNvSpPr txBox="1">
            <a:spLocks noGrp="1"/>
          </p:cNvSpPr>
          <p:nvPr>
            <p:ph type="subTitle" idx="5"/>
          </p:nvPr>
        </p:nvSpPr>
        <p:spPr>
          <a:xfrm>
            <a:off x="3372600"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620" name="Google Shape;620;p57"/>
          <p:cNvSpPr txBox="1">
            <a:spLocks noGrp="1"/>
          </p:cNvSpPr>
          <p:nvPr>
            <p:ph type="title" idx="6"/>
          </p:nvPr>
        </p:nvSpPr>
        <p:spPr>
          <a:xfrm>
            <a:off x="6450528" y="1581150"/>
            <a:ext cx="15426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21" name="Google Shape;621;p57"/>
          <p:cNvSpPr txBox="1">
            <a:spLocks noGrp="1"/>
          </p:cNvSpPr>
          <p:nvPr>
            <p:ph type="subTitle" idx="7"/>
          </p:nvPr>
        </p:nvSpPr>
        <p:spPr>
          <a:xfrm>
            <a:off x="6025157"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22" name="Google Shape;622;p57"/>
          <p:cNvSpPr txBox="1">
            <a:spLocks noGrp="1"/>
          </p:cNvSpPr>
          <p:nvPr>
            <p:ph type="subTitle" idx="8"/>
          </p:nvPr>
        </p:nvSpPr>
        <p:spPr>
          <a:xfrm>
            <a:off x="6025157"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623" name="Google Shape;623;p57"/>
          <p:cNvSpPr txBox="1">
            <a:spLocks noGrp="1"/>
          </p:cNvSpPr>
          <p:nvPr>
            <p:ph type="title" idx="9"/>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624" name="Google Shape;624;p57"/>
          <p:cNvGrpSpPr/>
          <p:nvPr/>
        </p:nvGrpSpPr>
        <p:grpSpPr>
          <a:xfrm>
            <a:off x="-184236" y="1886080"/>
            <a:ext cx="9122035" cy="4187626"/>
            <a:chOff x="-223286" y="1666105"/>
            <a:chExt cx="9122035" cy="4187626"/>
          </a:xfrm>
        </p:grpSpPr>
        <p:grpSp>
          <p:nvGrpSpPr>
            <p:cNvPr id="625" name="Google Shape;625;p57"/>
            <p:cNvGrpSpPr/>
            <p:nvPr/>
          </p:nvGrpSpPr>
          <p:grpSpPr>
            <a:xfrm>
              <a:off x="-223286" y="1666105"/>
              <a:ext cx="936510" cy="688006"/>
              <a:chOff x="3235964" y="2587955"/>
              <a:chExt cx="936510" cy="688006"/>
            </a:xfrm>
          </p:grpSpPr>
          <p:sp>
            <p:nvSpPr>
              <p:cNvPr id="626" name="Google Shape;626;p57"/>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57"/>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8" name="Google Shape;628;p57"/>
            <p:cNvGrpSpPr/>
            <p:nvPr/>
          </p:nvGrpSpPr>
          <p:grpSpPr>
            <a:xfrm>
              <a:off x="7962803" y="4019849"/>
              <a:ext cx="935946" cy="1833882"/>
              <a:chOff x="4738303" y="2509949"/>
              <a:chExt cx="935946" cy="1833882"/>
            </a:xfrm>
          </p:grpSpPr>
          <p:sp>
            <p:nvSpPr>
              <p:cNvPr id="629" name="Google Shape;629;p57"/>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57"/>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57"/>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57"/>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57"/>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57"/>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35"/>
        <p:cNvGrpSpPr/>
        <p:nvPr/>
      </p:nvGrpSpPr>
      <p:grpSpPr>
        <a:xfrm>
          <a:off x="0" y="0"/>
          <a:ext cx="0" cy="0"/>
          <a:chOff x="0" y="0"/>
          <a:chExt cx="0" cy="0"/>
        </a:xfrm>
      </p:grpSpPr>
      <p:pic>
        <p:nvPicPr>
          <p:cNvPr id="636" name="Google Shape;636;p5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37" name="Google Shape;637;p58"/>
          <p:cNvSpPr txBox="1">
            <a:spLocks noGrp="1"/>
          </p:cNvSpPr>
          <p:nvPr>
            <p:ph type="title"/>
          </p:nvPr>
        </p:nvSpPr>
        <p:spPr>
          <a:xfrm>
            <a:off x="2347938" y="538472"/>
            <a:ext cx="4448100" cy="105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638" name="Google Shape;638;p58"/>
          <p:cNvSpPr txBox="1">
            <a:spLocks noGrp="1"/>
          </p:cNvSpPr>
          <p:nvPr>
            <p:ph type="subTitle" idx="1"/>
          </p:nvPr>
        </p:nvSpPr>
        <p:spPr>
          <a:xfrm>
            <a:off x="2347900" y="1841450"/>
            <a:ext cx="4448100" cy="1058700"/>
          </a:xfrm>
          <a:prstGeom prst="rect">
            <a:avLst/>
          </a:prstGeom>
          <a:no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9" name="Google Shape;639;p58"/>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Poppins"/>
                <a:ea typeface="Poppins"/>
                <a:cs typeface="Poppins"/>
                <a:sym typeface="Poppins"/>
              </a:rPr>
              <a:t>CREDITS:</a:t>
            </a:r>
            <a:r>
              <a:rPr lang="en" sz="1200" b="0" i="0" u="none" strike="noStrike" cap="none">
                <a:solidFill>
                  <a:schemeClr val="dk1"/>
                </a:solidFill>
                <a:latin typeface="Poppins"/>
                <a:ea typeface="Poppins"/>
                <a:cs typeface="Poppins"/>
                <a:sym typeface="Poppins"/>
              </a:rPr>
              <a:t> This presentation template was created by </a:t>
            </a:r>
            <a:r>
              <a:rPr lang="en" sz="1200" b="1" i="0" u="sng" strike="noStrike" cap="none">
                <a:solidFill>
                  <a:schemeClr val="hlink"/>
                </a:solidFill>
                <a:latin typeface="Poppins"/>
                <a:ea typeface="Poppins"/>
                <a:cs typeface="Poppins"/>
                <a:sym typeface="Poppins"/>
                <a:hlinkClick r:id="rId3"/>
              </a:rPr>
              <a:t>Slidesgo</a:t>
            </a:r>
            <a:r>
              <a:rPr lang="en" sz="1200" b="0" i="0" u="none" strike="noStrike" cap="none">
                <a:solidFill>
                  <a:schemeClr val="dk1"/>
                </a:solidFill>
                <a:latin typeface="Poppins"/>
                <a:ea typeface="Poppins"/>
                <a:cs typeface="Poppins"/>
                <a:sym typeface="Poppins"/>
              </a:rPr>
              <a:t>, and includes icons by </a:t>
            </a:r>
            <a:r>
              <a:rPr lang="en" sz="1200" b="1" i="0" u="sng" strike="noStrike" cap="none">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Flaticon</a:t>
            </a:r>
            <a:r>
              <a:rPr lang="en" sz="1200" b="0" i="0" u="none" strike="noStrike" cap="none">
                <a:solidFill>
                  <a:schemeClr val="dk1"/>
                </a:solidFill>
                <a:latin typeface="Poppins"/>
                <a:ea typeface="Poppins"/>
                <a:cs typeface="Poppins"/>
                <a:sym typeface="Poppins"/>
              </a:rPr>
              <a:t>, and infographics &amp; images by </a:t>
            </a:r>
            <a:r>
              <a:rPr lang="en" sz="1200" b="1" i="0" u="sng" strike="noStrike" cap="none">
                <a:solidFill>
                  <a:schemeClr val="dk1"/>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Freepik</a:t>
            </a:r>
            <a:r>
              <a:rPr lang="en" sz="1200" b="0" i="0" u="sng" strike="noStrike" cap="none">
                <a:solidFill>
                  <a:schemeClr val="dk1"/>
                </a:solidFill>
                <a:latin typeface="Poppins"/>
                <a:ea typeface="Poppins"/>
                <a:cs typeface="Poppins"/>
                <a:sym typeface="Poppins"/>
              </a:rPr>
              <a:t> </a:t>
            </a:r>
            <a:endParaRPr sz="1200" b="1" i="0" u="sng" strike="noStrike" cap="none">
              <a:solidFill>
                <a:schemeClr val="dk1"/>
              </a:solidFill>
              <a:latin typeface="Poppins"/>
              <a:ea typeface="Poppins"/>
              <a:cs typeface="Poppins"/>
              <a:sym typeface="Poppins"/>
            </a:endParaRPr>
          </a:p>
        </p:txBody>
      </p:sp>
      <p:grpSp>
        <p:nvGrpSpPr>
          <p:cNvPr id="640" name="Google Shape;640;p58"/>
          <p:cNvGrpSpPr/>
          <p:nvPr/>
        </p:nvGrpSpPr>
        <p:grpSpPr>
          <a:xfrm>
            <a:off x="202378" y="1912824"/>
            <a:ext cx="9621246" cy="3038210"/>
            <a:chOff x="202378" y="1912824"/>
            <a:chExt cx="9621246" cy="3038210"/>
          </a:xfrm>
        </p:grpSpPr>
        <p:grpSp>
          <p:nvGrpSpPr>
            <p:cNvPr id="641" name="Google Shape;641;p58"/>
            <p:cNvGrpSpPr/>
            <p:nvPr/>
          </p:nvGrpSpPr>
          <p:grpSpPr>
            <a:xfrm>
              <a:off x="7246349" y="3117524"/>
              <a:ext cx="2577275" cy="1833510"/>
              <a:chOff x="781874" y="1294774"/>
              <a:chExt cx="2577275" cy="1833510"/>
            </a:xfrm>
          </p:grpSpPr>
          <p:sp>
            <p:nvSpPr>
              <p:cNvPr id="642" name="Google Shape;642;p58"/>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58"/>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58"/>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58"/>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58"/>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58"/>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58"/>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58"/>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58"/>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58"/>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52" name="Google Shape;652;p58"/>
            <p:cNvGrpSpPr/>
            <p:nvPr/>
          </p:nvGrpSpPr>
          <p:grpSpPr>
            <a:xfrm>
              <a:off x="202378" y="1912824"/>
              <a:ext cx="935946" cy="1833882"/>
              <a:chOff x="4738303" y="2509949"/>
              <a:chExt cx="935946" cy="1833882"/>
            </a:xfrm>
          </p:grpSpPr>
          <p:sp>
            <p:nvSpPr>
              <p:cNvPr id="653" name="Google Shape;653;p58"/>
              <p:cNvSpPr/>
              <p:nvPr/>
            </p:nvSpPr>
            <p:spPr>
              <a:xfrm rot="10800000">
                <a:off x="5149249" y="273563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58"/>
              <p:cNvSpPr/>
              <p:nvPr/>
            </p:nvSpPr>
            <p:spPr>
              <a:xfrm rot="10800000">
                <a:off x="4739611" y="2966604"/>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58"/>
              <p:cNvSpPr/>
              <p:nvPr/>
            </p:nvSpPr>
            <p:spPr>
              <a:xfrm rot="10800000">
                <a:off x="4738303" y="2509949"/>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58"/>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58"/>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58"/>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59"/>
        <p:cNvGrpSpPr/>
        <p:nvPr/>
      </p:nvGrpSpPr>
      <p:grpSpPr>
        <a:xfrm>
          <a:off x="0" y="0"/>
          <a:ext cx="0" cy="0"/>
          <a:chOff x="0" y="0"/>
          <a:chExt cx="0" cy="0"/>
        </a:xfrm>
      </p:grpSpPr>
      <p:pic>
        <p:nvPicPr>
          <p:cNvPr id="660" name="Google Shape;660;p59"/>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661" name="Google Shape;661;p59"/>
          <p:cNvGrpSpPr/>
          <p:nvPr/>
        </p:nvGrpSpPr>
        <p:grpSpPr>
          <a:xfrm>
            <a:off x="-234251" y="-297501"/>
            <a:ext cx="9082600" cy="5165107"/>
            <a:chOff x="-234251" y="-297501"/>
            <a:chExt cx="9082600" cy="5165107"/>
          </a:xfrm>
        </p:grpSpPr>
        <p:grpSp>
          <p:nvGrpSpPr>
            <p:cNvPr id="662" name="Google Shape;662;p59"/>
            <p:cNvGrpSpPr/>
            <p:nvPr/>
          </p:nvGrpSpPr>
          <p:grpSpPr>
            <a:xfrm>
              <a:off x="-234251" y="-297501"/>
              <a:ext cx="2577275" cy="1833510"/>
              <a:chOff x="781874" y="1294774"/>
              <a:chExt cx="2577275" cy="1833510"/>
            </a:xfrm>
          </p:grpSpPr>
          <p:sp>
            <p:nvSpPr>
              <p:cNvPr id="663" name="Google Shape;663;p59"/>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59"/>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59"/>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5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59"/>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5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59"/>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59"/>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5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59"/>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3" name="Google Shape;673;p59"/>
            <p:cNvGrpSpPr/>
            <p:nvPr/>
          </p:nvGrpSpPr>
          <p:grpSpPr>
            <a:xfrm>
              <a:off x="7866164" y="275255"/>
              <a:ext cx="936510" cy="688006"/>
              <a:chOff x="3235964" y="2587955"/>
              <a:chExt cx="936510" cy="688006"/>
            </a:xfrm>
          </p:grpSpPr>
          <p:sp>
            <p:nvSpPr>
              <p:cNvPr id="674" name="Google Shape;674;p59"/>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59"/>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6" name="Google Shape;676;p59"/>
            <p:cNvGrpSpPr/>
            <p:nvPr/>
          </p:nvGrpSpPr>
          <p:grpSpPr>
            <a:xfrm>
              <a:off x="7912403" y="3038447"/>
              <a:ext cx="935946" cy="1829159"/>
              <a:chOff x="4738303" y="2514672"/>
              <a:chExt cx="935946" cy="1829159"/>
            </a:xfrm>
          </p:grpSpPr>
          <p:sp>
            <p:nvSpPr>
              <p:cNvPr id="677" name="Google Shape;677;p59"/>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59"/>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59"/>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59"/>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59"/>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59"/>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3" name="Google Shape;683;p59"/>
            <p:cNvGrpSpPr/>
            <p:nvPr/>
          </p:nvGrpSpPr>
          <p:grpSpPr>
            <a:xfrm>
              <a:off x="381499" y="3884824"/>
              <a:ext cx="1345775" cy="914755"/>
              <a:chOff x="2264799" y="3654374"/>
              <a:chExt cx="1345775" cy="914755"/>
            </a:xfrm>
          </p:grpSpPr>
          <p:sp>
            <p:nvSpPr>
              <p:cNvPr id="684" name="Google Shape;684;p59"/>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59"/>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59"/>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59"/>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88"/>
        <p:cNvGrpSpPr/>
        <p:nvPr/>
      </p:nvGrpSpPr>
      <p:grpSpPr>
        <a:xfrm>
          <a:off x="0" y="0"/>
          <a:ext cx="0" cy="0"/>
          <a:chOff x="0" y="0"/>
          <a:chExt cx="0" cy="0"/>
        </a:xfrm>
      </p:grpSpPr>
      <p:grpSp>
        <p:nvGrpSpPr>
          <p:cNvPr id="689" name="Google Shape;689;p60"/>
          <p:cNvGrpSpPr/>
          <p:nvPr/>
        </p:nvGrpSpPr>
        <p:grpSpPr>
          <a:xfrm>
            <a:off x="159224" y="251905"/>
            <a:ext cx="8751975" cy="4709604"/>
            <a:chOff x="159224" y="251905"/>
            <a:chExt cx="8751975" cy="4709604"/>
          </a:xfrm>
        </p:grpSpPr>
        <p:grpSp>
          <p:nvGrpSpPr>
            <p:cNvPr id="690" name="Google Shape;690;p60"/>
            <p:cNvGrpSpPr/>
            <p:nvPr/>
          </p:nvGrpSpPr>
          <p:grpSpPr>
            <a:xfrm>
              <a:off x="6333924" y="3127999"/>
              <a:ext cx="2577275" cy="1833510"/>
              <a:chOff x="781874" y="1294774"/>
              <a:chExt cx="2577275" cy="1833510"/>
            </a:xfrm>
          </p:grpSpPr>
          <p:sp>
            <p:nvSpPr>
              <p:cNvPr id="691" name="Google Shape;691;p60"/>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60"/>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60"/>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60"/>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60"/>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60"/>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60"/>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60"/>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60"/>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60"/>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1" name="Google Shape;701;p60"/>
            <p:cNvGrpSpPr/>
            <p:nvPr/>
          </p:nvGrpSpPr>
          <p:grpSpPr>
            <a:xfrm>
              <a:off x="1580814" y="251905"/>
              <a:ext cx="936510" cy="688006"/>
              <a:chOff x="3235964" y="2587955"/>
              <a:chExt cx="936510" cy="688006"/>
            </a:xfrm>
          </p:grpSpPr>
          <p:sp>
            <p:nvSpPr>
              <p:cNvPr id="702" name="Google Shape;702;p60"/>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60"/>
              <p:cNvSpPr/>
              <p:nvPr/>
            </p:nvSpPr>
            <p:spPr>
              <a:xfrm rot="10800000">
                <a:off x="3235964" y="28178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4" name="Google Shape;704;p60"/>
            <p:cNvGrpSpPr/>
            <p:nvPr/>
          </p:nvGrpSpPr>
          <p:grpSpPr>
            <a:xfrm>
              <a:off x="307128" y="346247"/>
              <a:ext cx="935946" cy="1829159"/>
              <a:chOff x="4738303" y="2514672"/>
              <a:chExt cx="935946" cy="1829159"/>
            </a:xfrm>
          </p:grpSpPr>
          <p:sp>
            <p:nvSpPr>
              <p:cNvPr id="705" name="Google Shape;705;p60"/>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60"/>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60"/>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60"/>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60"/>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60"/>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1" name="Google Shape;711;p60"/>
            <p:cNvGrpSpPr/>
            <p:nvPr/>
          </p:nvGrpSpPr>
          <p:grpSpPr>
            <a:xfrm>
              <a:off x="159224" y="2418249"/>
              <a:ext cx="1345775" cy="914755"/>
              <a:chOff x="2264799" y="3654374"/>
              <a:chExt cx="1345775" cy="914755"/>
            </a:xfrm>
          </p:grpSpPr>
          <p:sp>
            <p:nvSpPr>
              <p:cNvPr id="712" name="Google Shape;712;p60"/>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60"/>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60"/>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60"/>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719"/>
        <p:cNvGrpSpPr/>
        <p:nvPr/>
      </p:nvGrpSpPr>
      <p:grpSpPr>
        <a:xfrm>
          <a:off x="0" y="0"/>
          <a:ext cx="0" cy="0"/>
          <a:chOff x="0" y="0"/>
          <a:chExt cx="0" cy="0"/>
        </a:xfrm>
      </p:grpSpPr>
      <p:sp>
        <p:nvSpPr>
          <p:cNvPr id="720" name="Google Shape;720;p29"/>
          <p:cNvSpPr txBox="1">
            <a:spLocks noGrp="1"/>
          </p:cNvSpPr>
          <p:nvPr>
            <p:ph type="subTitle" idx="1"/>
          </p:nvPr>
        </p:nvSpPr>
        <p:spPr>
          <a:xfrm>
            <a:off x="4832078" y="1667625"/>
            <a:ext cx="3254100" cy="220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21" name="Google Shape;721;p29"/>
          <p:cNvSpPr txBox="1">
            <a:spLocks noGrp="1"/>
          </p:cNvSpPr>
          <p:nvPr>
            <p:ph type="subTitle" idx="2"/>
          </p:nvPr>
        </p:nvSpPr>
        <p:spPr>
          <a:xfrm>
            <a:off x="1057900" y="1667625"/>
            <a:ext cx="3254100" cy="220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22" name="Google Shape;722;p2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723" name="Google Shape;723;p29"/>
          <p:cNvGrpSpPr/>
          <p:nvPr/>
        </p:nvGrpSpPr>
        <p:grpSpPr>
          <a:xfrm>
            <a:off x="965824" y="3077647"/>
            <a:ext cx="7932925" cy="1846319"/>
            <a:chOff x="965824" y="3077647"/>
            <a:chExt cx="7932925" cy="1846319"/>
          </a:xfrm>
        </p:grpSpPr>
        <p:grpSp>
          <p:nvGrpSpPr>
            <p:cNvPr id="724" name="Google Shape;724;p29"/>
            <p:cNvGrpSpPr/>
            <p:nvPr/>
          </p:nvGrpSpPr>
          <p:grpSpPr>
            <a:xfrm>
              <a:off x="7962803" y="3077647"/>
              <a:ext cx="935946" cy="1829159"/>
              <a:chOff x="4738303" y="2514672"/>
              <a:chExt cx="935946" cy="1829159"/>
            </a:xfrm>
          </p:grpSpPr>
          <p:sp>
            <p:nvSpPr>
              <p:cNvPr id="725" name="Google Shape;725;p29"/>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29"/>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29"/>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29"/>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29"/>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29"/>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1" name="Google Shape;731;p29"/>
            <p:cNvGrpSpPr/>
            <p:nvPr/>
          </p:nvGrpSpPr>
          <p:grpSpPr>
            <a:xfrm>
              <a:off x="965824" y="4009211"/>
              <a:ext cx="1345775" cy="914755"/>
              <a:chOff x="2264799" y="3654374"/>
              <a:chExt cx="1345775" cy="914755"/>
            </a:xfrm>
          </p:grpSpPr>
          <p:sp>
            <p:nvSpPr>
              <p:cNvPr id="732" name="Google Shape;732;p29"/>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29"/>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29"/>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29"/>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_TITLE_AND_DESCRIPTION_1">
  <p:cSld name="SECTION_TITLE_AND_DESCRIPTION_1">
    <p:spTree>
      <p:nvGrpSpPr>
        <p:cNvPr id="1" name="Shape 736"/>
        <p:cNvGrpSpPr/>
        <p:nvPr/>
      </p:nvGrpSpPr>
      <p:grpSpPr>
        <a:xfrm>
          <a:off x="0" y="0"/>
          <a:ext cx="0" cy="0"/>
          <a:chOff x="0" y="0"/>
          <a:chExt cx="0" cy="0"/>
        </a:xfrm>
      </p:grpSpPr>
      <p:pic>
        <p:nvPicPr>
          <p:cNvPr id="737" name="Google Shape;737;p30"/>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38" name="Google Shape;738;p30"/>
          <p:cNvSpPr txBox="1">
            <a:spLocks noGrp="1"/>
          </p:cNvSpPr>
          <p:nvPr>
            <p:ph type="title"/>
          </p:nvPr>
        </p:nvSpPr>
        <p:spPr>
          <a:xfrm>
            <a:off x="2135550" y="15411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739" name="Google Shape;739;p30"/>
          <p:cNvSpPr txBox="1">
            <a:spLocks noGrp="1"/>
          </p:cNvSpPr>
          <p:nvPr>
            <p:ph type="subTitle" idx="1"/>
          </p:nvPr>
        </p:nvSpPr>
        <p:spPr>
          <a:xfrm>
            <a:off x="2135550" y="29312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40" name="Google Shape;740;p30"/>
          <p:cNvGrpSpPr/>
          <p:nvPr/>
        </p:nvGrpSpPr>
        <p:grpSpPr>
          <a:xfrm>
            <a:off x="-244726" y="136174"/>
            <a:ext cx="9143475" cy="4810080"/>
            <a:chOff x="-244726" y="136174"/>
            <a:chExt cx="9143475" cy="4810080"/>
          </a:xfrm>
        </p:grpSpPr>
        <p:grpSp>
          <p:nvGrpSpPr>
            <p:cNvPr id="741" name="Google Shape;741;p30"/>
            <p:cNvGrpSpPr/>
            <p:nvPr/>
          </p:nvGrpSpPr>
          <p:grpSpPr>
            <a:xfrm>
              <a:off x="7962803" y="2451822"/>
              <a:ext cx="935946" cy="1829159"/>
              <a:chOff x="4738303" y="2514672"/>
              <a:chExt cx="935946" cy="1829159"/>
            </a:xfrm>
          </p:grpSpPr>
          <p:sp>
            <p:nvSpPr>
              <p:cNvPr id="742" name="Google Shape;742;p30"/>
              <p:cNvSpPr/>
              <p:nvPr/>
            </p:nvSpPr>
            <p:spPr>
              <a:xfrm rot="10800000">
                <a:off x="5149249" y="274036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30"/>
              <p:cNvSpPr/>
              <p:nvPr/>
            </p:nvSpPr>
            <p:spPr>
              <a:xfrm rot="10800000">
                <a:off x="4739611" y="2971327"/>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30"/>
              <p:cNvSpPr/>
              <p:nvPr/>
            </p:nvSpPr>
            <p:spPr>
              <a:xfrm rot="10800000">
                <a:off x="4738303" y="2514672"/>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30"/>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30"/>
              <p:cNvSpPr/>
              <p:nvPr/>
            </p:nvSpPr>
            <p:spPr>
              <a:xfrm rot="10800000">
                <a:off x="4739588" y="388573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30"/>
              <p:cNvSpPr/>
              <p:nvPr/>
            </p:nvSpPr>
            <p:spPr>
              <a:xfrm rot="10800000">
                <a:off x="4739588" y="3427767"/>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8" name="Google Shape;748;p30"/>
            <p:cNvGrpSpPr/>
            <p:nvPr/>
          </p:nvGrpSpPr>
          <p:grpSpPr>
            <a:xfrm>
              <a:off x="2135549" y="4031499"/>
              <a:ext cx="1345775" cy="914755"/>
              <a:chOff x="2264799" y="3654374"/>
              <a:chExt cx="1345775" cy="914755"/>
            </a:xfrm>
          </p:grpSpPr>
          <p:sp>
            <p:nvSpPr>
              <p:cNvPr id="749" name="Google Shape;749;p30"/>
              <p:cNvSpPr/>
              <p:nvPr/>
            </p:nvSpPr>
            <p:spPr>
              <a:xfrm rot="10800000">
                <a:off x="3085574" y="38800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30"/>
              <p:cNvSpPr/>
              <p:nvPr/>
            </p:nvSpPr>
            <p:spPr>
              <a:xfrm rot="10800000">
                <a:off x="2675936" y="41110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30"/>
              <p:cNvSpPr/>
              <p:nvPr/>
            </p:nvSpPr>
            <p:spPr>
              <a:xfrm rot="10800000">
                <a:off x="2674628" y="36543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30"/>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53" name="Google Shape;753;p30"/>
            <p:cNvGrpSpPr/>
            <p:nvPr/>
          </p:nvGrpSpPr>
          <p:grpSpPr>
            <a:xfrm>
              <a:off x="-244726" y="136174"/>
              <a:ext cx="2577275" cy="1833510"/>
              <a:chOff x="781874" y="1294774"/>
              <a:chExt cx="2577275" cy="1833510"/>
            </a:xfrm>
          </p:grpSpPr>
          <p:sp>
            <p:nvSpPr>
              <p:cNvPr id="754" name="Google Shape;754;p30"/>
              <p:cNvSpPr/>
              <p:nvPr/>
            </p:nvSpPr>
            <p:spPr>
              <a:xfrm rot="10800000">
                <a:off x="2834149" y="1520462"/>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30"/>
              <p:cNvSpPr/>
              <p:nvPr/>
            </p:nvSpPr>
            <p:spPr>
              <a:xfrm rot="10800000">
                <a:off x="2424511" y="175142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30"/>
              <p:cNvSpPr/>
              <p:nvPr/>
            </p:nvSpPr>
            <p:spPr>
              <a:xfrm rot="10800000">
                <a:off x="2423203" y="129477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30"/>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30"/>
              <p:cNvSpPr/>
              <p:nvPr/>
            </p:nvSpPr>
            <p:spPr>
              <a:xfrm rot="10800000">
                <a:off x="1601864" y="1754411"/>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30"/>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30"/>
              <p:cNvSpPr/>
              <p:nvPr/>
            </p:nvSpPr>
            <p:spPr>
              <a:xfrm rot="10800000">
                <a:off x="1599288" y="2669819"/>
                <a:ext cx="525000" cy="458100"/>
              </a:xfrm>
              <a:prstGeom prst="hexagon">
                <a:avLst>
                  <a:gd name="adj" fmla="val 25000"/>
                  <a:gd name="vf" fmla="val 115470"/>
                </a:avLst>
              </a:prstGeom>
              <a:solidFill>
                <a:srgbClr val="FFFFFF">
                  <a:alpha val="1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30"/>
              <p:cNvSpPr/>
              <p:nvPr/>
            </p:nvSpPr>
            <p:spPr>
              <a:xfrm rot="10800000">
                <a:off x="1599288" y="2211855"/>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30"/>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0"/>
              <p:cNvSpPr/>
              <p:nvPr/>
            </p:nvSpPr>
            <p:spPr>
              <a:xfrm rot="10800000">
                <a:off x="781874" y="2670184"/>
                <a:ext cx="525000" cy="458100"/>
              </a:xfrm>
              <a:prstGeom prst="hexagon">
                <a:avLst>
                  <a:gd name="adj" fmla="val 25000"/>
                  <a:gd name="vf" fmla="val 115470"/>
                </a:avLst>
              </a:prstGeom>
              <a:solidFill>
                <a:srgbClr val="FFFFFF">
                  <a:alpha val="2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4"/>
        <p:cNvGrpSpPr/>
        <p:nvPr/>
      </p:nvGrpSpPr>
      <p:grpSpPr>
        <a:xfrm>
          <a:off x="0" y="0"/>
          <a:ext cx="0" cy="0"/>
          <a:chOff x="0" y="0"/>
          <a:chExt cx="0" cy="0"/>
        </a:xfrm>
      </p:grpSpPr>
      <p:pic>
        <p:nvPicPr>
          <p:cNvPr id="765" name="Google Shape;765;p31"/>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66" name="Google Shape;766;p31"/>
          <p:cNvSpPr txBox="1">
            <a:spLocks noGrp="1"/>
          </p:cNvSpPr>
          <p:nvPr>
            <p:ph type="title"/>
          </p:nvPr>
        </p:nvSpPr>
        <p:spPr>
          <a:xfrm>
            <a:off x="2135550" y="15411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767" name="Google Shape;767;p31"/>
          <p:cNvSpPr txBox="1">
            <a:spLocks noGrp="1"/>
          </p:cNvSpPr>
          <p:nvPr>
            <p:ph type="subTitle" idx="1"/>
          </p:nvPr>
        </p:nvSpPr>
        <p:spPr>
          <a:xfrm>
            <a:off x="2135550" y="29312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768" name="Google Shape;768;p31"/>
          <p:cNvGrpSpPr/>
          <p:nvPr/>
        </p:nvGrpSpPr>
        <p:grpSpPr>
          <a:xfrm>
            <a:off x="-244726" y="136174"/>
            <a:ext cx="9143475" cy="4810080"/>
            <a:chOff x="-244726" y="136174"/>
            <a:chExt cx="9143475" cy="4810080"/>
          </a:xfrm>
        </p:grpSpPr>
        <p:grpSp>
          <p:nvGrpSpPr>
            <p:cNvPr id="769" name="Google Shape;769;p31"/>
            <p:cNvGrpSpPr/>
            <p:nvPr/>
          </p:nvGrpSpPr>
          <p:grpSpPr>
            <a:xfrm>
              <a:off x="7962803" y="2451822"/>
              <a:ext cx="935946" cy="1829159"/>
              <a:chOff x="4738303" y="2514672"/>
              <a:chExt cx="935946" cy="1829159"/>
            </a:xfrm>
          </p:grpSpPr>
          <p:sp>
            <p:nvSpPr>
              <p:cNvPr id="770" name="Google Shape;770;p31"/>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31"/>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31"/>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31"/>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31"/>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31"/>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6" name="Google Shape;776;p31"/>
            <p:cNvGrpSpPr/>
            <p:nvPr/>
          </p:nvGrpSpPr>
          <p:grpSpPr>
            <a:xfrm>
              <a:off x="2135549" y="4031499"/>
              <a:ext cx="1345775" cy="914755"/>
              <a:chOff x="2264799" y="3654374"/>
              <a:chExt cx="1345775" cy="914755"/>
            </a:xfrm>
          </p:grpSpPr>
          <p:sp>
            <p:nvSpPr>
              <p:cNvPr id="777" name="Google Shape;777;p31"/>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31"/>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31"/>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31"/>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1" name="Google Shape;781;p31"/>
            <p:cNvGrpSpPr/>
            <p:nvPr/>
          </p:nvGrpSpPr>
          <p:grpSpPr>
            <a:xfrm>
              <a:off x="-244726" y="136174"/>
              <a:ext cx="2577275" cy="1833510"/>
              <a:chOff x="781874" y="1294774"/>
              <a:chExt cx="2577275" cy="1833510"/>
            </a:xfrm>
          </p:grpSpPr>
          <p:sp>
            <p:nvSpPr>
              <p:cNvPr id="782" name="Google Shape;782;p31"/>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31"/>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31"/>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3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31"/>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3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31"/>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31"/>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3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31"/>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92"/>
        <p:cNvGrpSpPr/>
        <p:nvPr/>
      </p:nvGrpSpPr>
      <p:grpSpPr>
        <a:xfrm>
          <a:off x="0" y="0"/>
          <a:ext cx="0" cy="0"/>
          <a:chOff x="0" y="0"/>
          <a:chExt cx="0" cy="0"/>
        </a:xfrm>
      </p:grpSpPr>
      <p:pic>
        <p:nvPicPr>
          <p:cNvPr id="793" name="Google Shape;793;p61"/>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94" name="Google Shape;794;p61"/>
          <p:cNvSpPr txBox="1">
            <a:spLocks noGrp="1"/>
          </p:cNvSpPr>
          <p:nvPr>
            <p:ph type="ctrTitle"/>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191919"/>
              </a:buClr>
              <a:buSzPts val="5200"/>
              <a:buNone/>
              <a:defRPr sz="7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795" name="Google Shape;795;p61"/>
          <p:cNvSpPr txBox="1">
            <a:spLocks noGrp="1"/>
          </p:cNvSpPr>
          <p:nvPr>
            <p:ph type="subTitle" idx="1"/>
          </p:nvPr>
        </p:nvSpPr>
        <p:spPr>
          <a:xfrm>
            <a:off x="846900" y="3728338"/>
            <a:ext cx="4528800" cy="475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796" name="Google Shape;796;p61"/>
          <p:cNvGrpSpPr/>
          <p:nvPr/>
        </p:nvGrpSpPr>
        <p:grpSpPr>
          <a:xfrm>
            <a:off x="-747801" y="-707126"/>
            <a:ext cx="10297750" cy="6227885"/>
            <a:chOff x="-747801" y="-707126"/>
            <a:chExt cx="10297750" cy="6227885"/>
          </a:xfrm>
        </p:grpSpPr>
        <p:grpSp>
          <p:nvGrpSpPr>
            <p:cNvPr id="797" name="Google Shape;797;p61"/>
            <p:cNvGrpSpPr/>
            <p:nvPr/>
          </p:nvGrpSpPr>
          <p:grpSpPr>
            <a:xfrm>
              <a:off x="-747801" y="-707126"/>
              <a:ext cx="2577275" cy="1833510"/>
              <a:chOff x="781874" y="1294774"/>
              <a:chExt cx="2577275" cy="1833510"/>
            </a:xfrm>
          </p:grpSpPr>
          <p:sp>
            <p:nvSpPr>
              <p:cNvPr id="798" name="Google Shape;798;p61"/>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61"/>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61"/>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6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61"/>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6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61"/>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61"/>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6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61"/>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08" name="Google Shape;808;p61"/>
            <p:cNvGrpSpPr/>
            <p:nvPr/>
          </p:nvGrpSpPr>
          <p:grpSpPr>
            <a:xfrm>
              <a:off x="6972674" y="3687249"/>
              <a:ext cx="2577275" cy="1833510"/>
              <a:chOff x="781874" y="1294774"/>
              <a:chExt cx="2577275" cy="1833510"/>
            </a:xfrm>
          </p:grpSpPr>
          <p:sp>
            <p:nvSpPr>
              <p:cNvPr id="809" name="Google Shape;809;p61"/>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61"/>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61"/>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6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61"/>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6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61"/>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61"/>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6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61"/>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9"/>
        <p:cNvGrpSpPr/>
        <p:nvPr/>
      </p:nvGrpSpPr>
      <p:grpSpPr>
        <a:xfrm>
          <a:off x="0" y="0"/>
          <a:ext cx="0" cy="0"/>
          <a:chOff x="0" y="0"/>
          <a:chExt cx="0" cy="0"/>
        </a:xfrm>
      </p:grpSpPr>
      <p:sp>
        <p:nvSpPr>
          <p:cNvPr id="820" name="Google Shape;820;p6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821" name="Google Shape;821;p62"/>
          <p:cNvGrpSpPr/>
          <p:nvPr/>
        </p:nvGrpSpPr>
        <p:grpSpPr>
          <a:xfrm>
            <a:off x="7481624" y="4031499"/>
            <a:ext cx="1345775" cy="914755"/>
            <a:chOff x="2264799" y="3654374"/>
            <a:chExt cx="1345775" cy="914755"/>
          </a:xfrm>
        </p:grpSpPr>
        <p:sp>
          <p:nvSpPr>
            <p:cNvPr id="822" name="Google Shape;822;p62"/>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62"/>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62"/>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62"/>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26"/>
        <p:cNvGrpSpPr/>
        <p:nvPr/>
      </p:nvGrpSpPr>
      <p:grpSpPr>
        <a:xfrm>
          <a:off x="0" y="0"/>
          <a:ext cx="0" cy="0"/>
          <a:chOff x="0" y="0"/>
          <a:chExt cx="0" cy="0"/>
        </a:xfrm>
      </p:grpSpPr>
      <p:pic>
        <p:nvPicPr>
          <p:cNvPr id="827" name="Google Shape;827;p63"/>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28" name="Google Shape;828;p63"/>
          <p:cNvSpPr txBox="1">
            <a:spLocks noGrp="1"/>
          </p:cNvSpPr>
          <p:nvPr>
            <p:ph type="title"/>
          </p:nvPr>
        </p:nvSpPr>
        <p:spPr>
          <a:xfrm>
            <a:off x="713225" y="2344050"/>
            <a:ext cx="5067600" cy="920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829" name="Google Shape;829;p63"/>
          <p:cNvSpPr txBox="1">
            <a:spLocks noGrp="1"/>
          </p:cNvSpPr>
          <p:nvPr>
            <p:ph type="title" idx="2"/>
          </p:nvPr>
        </p:nvSpPr>
        <p:spPr>
          <a:xfrm>
            <a:off x="713225" y="1353475"/>
            <a:ext cx="1652100" cy="91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6000"/>
              <a:buNone/>
              <a:defRPr sz="60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830" name="Google Shape;830;p63"/>
          <p:cNvSpPr txBox="1">
            <a:spLocks noGrp="1"/>
          </p:cNvSpPr>
          <p:nvPr>
            <p:ph type="subTitle" idx="1"/>
          </p:nvPr>
        </p:nvSpPr>
        <p:spPr>
          <a:xfrm>
            <a:off x="713225" y="3415025"/>
            <a:ext cx="5067600" cy="3750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831" name="Google Shape;831;p63"/>
          <p:cNvGrpSpPr/>
          <p:nvPr/>
        </p:nvGrpSpPr>
        <p:grpSpPr>
          <a:xfrm>
            <a:off x="6172199" y="136174"/>
            <a:ext cx="2791650" cy="4892530"/>
            <a:chOff x="6172199" y="136174"/>
            <a:chExt cx="2791650" cy="4892530"/>
          </a:xfrm>
        </p:grpSpPr>
        <p:grpSp>
          <p:nvGrpSpPr>
            <p:cNvPr id="832" name="Google Shape;832;p63"/>
            <p:cNvGrpSpPr/>
            <p:nvPr/>
          </p:nvGrpSpPr>
          <p:grpSpPr>
            <a:xfrm>
              <a:off x="6292024" y="136174"/>
              <a:ext cx="2577275" cy="1833510"/>
              <a:chOff x="781874" y="1294774"/>
              <a:chExt cx="2577275" cy="1833510"/>
            </a:xfrm>
          </p:grpSpPr>
          <p:sp>
            <p:nvSpPr>
              <p:cNvPr id="833" name="Google Shape;833;p63"/>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63"/>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63"/>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63"/>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63"/>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63"/>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63"/>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63"/>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63"/>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63"/>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3" name="Google Shape;843;p63"/>
            <p:cNvGrpSpPr/>
            <p:nvPr/>
          </p:nvGrpSpPr>
          <p:grpSpPr>
            <a:xfrm>
              <a:off x="8027339" y="2095605"/>
              <a:ext cx="936510" cy="688006"/>
              <a:chOff x="3235964" y="2587955"/>
              <a:chExt cx="936510" cy="688006"/>
            </a:xfrm>
          </p:grpSpPr>
          <p:sp>
            <p:nvSpPr>
              <p:cNvPr id="844" name="Google Shape;844;p63"/>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63"/>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6" name="Google Shape;846;p63"/>
            <p:cNvGrpSpPr/>
            <p:nvPr/>
          </p:nvGrpSpPr>
          <p:grpSpPr>
            <a:xfrm>
              <a:off x="8027628" y="3199534"/>
              <a:ext cx="935946" cy="1829159"/>
              <a:chOff x="4738303" y="2514672"/>
              <a:chExt cx="935946" cy="1829159"/>
            </a:xfrm>
          </p:grpSpPr>
          <p:sp>
            <p:nvSpPr>
              <p:cNvPr id="847" name="Google Shape;847;p63"/>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63"/>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63"/>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63"/>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63"/>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63"/>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53" name="Google Shape;853;p63"/>
            <p:cNvGrpSpPr/>
            <p:nvPr/>
          </p:nvGrpSpPr>
          <p:grpSpPr>
            <a:xfrm>
              <a:off x="6172199" y="4113949"/>
              <a:ext cx="1345775" cy="914755"/>
              <a:chOff x="2264799" y="3654374"/>
              <a:chExt cx="1345775" cy="914755"/>
            </a:xfrm>
          </p:grpSpPr>
          <p:sp>
            <p:nvSpPr>
              <p:cNvPr id="854" name="Google Shape;854;p63"/>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63"/>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63"/>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6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858"/>
        <p:cNvGrpSpPr/>
        <p:nvPr/>
      </p:nvGrpSpPr>
      <p:grpSpPr>
        <a:xfrm>
          <a:off x="0" y="0"/>
          <a:ext cx="0" cy="0"/>
          <a:chOff x="0" y="0"/>
          <a:chExt cx="0" cy="0"/>
        </a:xfrm>
      </p:grpSpPr>
      <p:sp>
        <p:nvSpPr>
          <p:cNvPr id="859" name="Google Shape;859;p64"/>
          <p:cNvSpPr txBox="1">
            <a:spLocks noGrp="1"/>
          </p:cNvSpPr>
          <p:nvPr>
            <p:ph type="subTitle" idx="1"/>
          </p:nvPr>
        </p:nvSpPr>
        <p:spPr>
          <a:xfrm>
            <a:off x="713225"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0" name="Google Shape;860;p64"/>
          <p:cNvSpPr txBox="1">
            <a:spLocks noGrp="1"/>
          </p:cNvSpPr>
          <p:nvPr>
            <p:ph type="subTitle" idx="2"/>
          </p:nvPr>
        </p:nvSpPr>
        <p:spPr>
          <a:xfrm>
            <a:off x="3393900"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1" name="Google Shape;861;p64"/>
          <p:cNvSpPr txBox="1">
            <a:spLocks noGrp="1"/>
          </p:cNvSpPr>
          <p:nvPr>
            <p:ph type="subTitle" idx="3"/>
          </p:nvPr>
        </p:nvSpPr>
        <p:spPr>
          <a:xfrm>
            <a:off x="6074574" y="2992402"/>
            <a:ext cx="2356200" cy="1015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2" name="Google Shape;862;p64"/>
          <p:cNvSpPr txBox="1">
            <a:spLocks noGrp="1"/>
          </p:cNvSpPr>
          <p:nvPr>
            <p:ph type="subTitle" idx="4"/>
          </p:nvPr>
        </p:nvSpPr>
        <p:spPr>
          <a:xfrm>
            <a:off x="713225"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863" name="Google Shape;863;p64"/>
          <p:cNvSpPr txBox="1">
            <a:spLocks noGrp="1"/>
          </p:cNvSpPr>
          <p:nvPr>
            <p:ph type="subTitle" idx="5"/>
          </p:nvPr>
        </p:nvSpPr>
        <p:spPr>
          <a:xfrm>
            <a:off x="3393900"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864" name="Google Shape;864;p64"/>
          <p:cNvSpPr txBox="1">
            <a:spLocks noGrp="1"/>
          </p:cNvSpPr>
          <p:nvPr>
            <p:ph type="subTitle" idx="6"/>
          </p:nvPr>
        </p:nvSpPr>
        <p:spPr>
          <a:xfrm>
            <a:off x="6074575" y="2332400"/>
            <a:ext cx="2356200" cy="6600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865" name="Google Shape;865;p6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866" name="Google Shape;866;p64"/>
          <p:cNvGrpSpPr/>
          <p:nvPr/>
        </p:nvGrpSpPr>
        <p:grpSpPr>
          <a:xfrm>
            <a:off x="-391401" y="1603297"/>
            <a:ext cx="9868275" cy="4284737"/>
            <a:chOff x="-391401" y="1603297"/>
            <a:chExt cx="9868275" cy="4284737"/>
          </a:xfrm>
        </p:grpSpPr>
        <p:grpSp>
          <p:nvGrpSpPr>
            <p:cNvPr id="867" name="Google Shape;867;p64"/>
            <p:cNvGrpSpPr/>
            <p:nvPr/>
          </p:nvGrpSpPr>
          <p:grpSpPr>
            <a:xfrm>
              <a:off x="-391401" y="4054524"/>
              <a:ext cx="2577275" cy="1833510"/>
              <a:chOff x="781874" y="1294774"/>
              <a:chExt cx="2577275" cy="1833510"/>
            </a:xfrm>
          </p:grpSpPr>
          <p:sp>
            <p:nvSpPr>
              <p:cNvPr id="868" name="Google Shape;868;p64"/>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64"/>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64"/>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64"/>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64"/>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64"/>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64"/>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64"/>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64"/>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64"/>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78" name="Google Shape;878;p64"/>
            <p:cNvGrpSpPr/>
            <p:nvPr/>
          </p:nvGrpSpPr>
          <p:grpSpPr>
            <a:xfrm>
              <a:off x="7394764" y="4054530"/>
              <a:ext cx="936510" cy="688006"/>
              <a:chOff x="3235964" y="2587955"/>
              <a:chExt cx="936510" cy="688006"/>
            </a:xfrm>
          </p:grpSpPr>
          <p:sp>
            <p:nvSpPr>
              <p:cNvPr id="879" name="Google Shape;879;p64"/>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64"/>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81" name="Google Shape;881;p64"/>
            <p:cNvGrpSpPr/>
            <p:nvPr/>
          </p:nvGrpSpPr>
          <p:grpSpPr>
            <a:xfrm>
              <a:off x="8540928" y="1603297"/>
              <a:ext cx="935946" cy="1829159"/>
              <a:chOff x="4738303" y="2514672"/>
              <a:chExt cx="935946" cy="1829159"/>
            </a:xfrm>
          </p:grpSpPr>
          <p:sp>
            <p:nvSpPr>
              <p:cNvPr id="882" name="Google Shape;882;p64"/>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64"/>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64"/>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64"/>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64"/>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64"/>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88" name="Google Shape;888;p64"/>
            <p:cNvGrpSpPr/>
            <p:nvPr/>
          </p:nvGrpSpPr>
          <p:grpSpPr>
            <a:xfrm>
              <a:off x="4915099" y="4146624"/>
              <a:ext cx="1345775" cy="914755"/>
              <a:chOff x="2264799" y="3654374"/>
              <a:chExt cx="1345775" cy="914755"/>
            </a:xfrm>
          </p:grpSpPr>
          <p:sp>
            <p:nvSpPr>
              <p:cNvPr id="889" name="Google Shape;889;p64"/>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64"/>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64"/>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64"/>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3"/>
        <p:cNvGrpSpPr/>
        <p:nvPr/>
      </p:nvGrpSpPr>
      <p:grpSpPr>
        <a:xfrm>
          <a:off x="0" y="0"/>
          <a:ext cx="0" cy="0"/>
          <a:chOff x="0" y="0"/>
          <a:chExt cx="0" cy="0"/>
        </a:xfrm>
      </p:grpSpPr>
      <p:sp>
        <p:nvSpPr>
          <p:cNvPr id="894" name="Google Shape;894;p65"/>
          <p:cNvSpPr txBox="1">
            <a:spLocks noGrp="1"/>
          </p:cNvSpPr>
          <p:nvPr>
            <p:ph type="title"/>
          </p:nvPr>
        </p:nvSpPr>
        <p:spPr>
          <a:xfrm>
            <a:off x="720000" y="445025"/>
            <a:ext cx="4294800" cy="1524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895" name="Google Shape;895;p65"/>
          <p:cNvSpPr txBox="1">
            <a:spLocks noGrp="1"/>
          </p:cNvSpPr>
          <p:nvPr>
            <p:ph type="subTitle" idx="1"/>
          </p:nvPr>
        </p:nvSpPr>
        <p:spPr>
          <a:xfrm>
            <a:off x="720000" y="2000900"/>
            <a:ext cx="4294800" cy="2298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lt2"/>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96"/>
        <p:cNvGrpSpPr/>
        <p:nvPr/>
      </p:nvGrpSpPr>
      <p:grpSpPr>
        <a:xfrm>
          <a:off x="0" y="0"/>
          <a:ext cx="0" cy="0"/>
          <a:chOff x="0" y="0"/>
          <a:chExt cx="0" cy="0"/>
        </a:xfrm>
      </p:grpSpPr>
      <p:sp>
        <p:nvSpPr>
          <p:cNvPr id="897" name="Google Shape;897;p66"/>
          <p:cNvSpPr txBox="1">
            <a:spLocks noGrp="1"/>
          </p:cNvSpPr>
          <p:nvPr>
            <p:ph type="subTitle" idx="1"/>
          </p:nvPr>
        </p:nvSpPr>
        <p:spPr>
          <a:xfrm>
            <a:off x="720000"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98" name="Google Shape;898;p66"/>
          <p:cNvSpPr txBox="1">
            <a:spLocks noGrp="1"/>
          </p:cNvSpPr>
          <p:nvPr>
            <p:ph type="subTitle" idx="2"/>
          </p:nvPr>
        </p:nvSpPr>
        <p:spPr>
          <a:xfrm>
            <a:off x="3346572"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99" name="Google Shape;899;p66"/>
          <p:cNvSpPr txBox="1">
            <a:spLocks noGrp="1"/>
          </p:cNvSpPr>
          <p:nvPr>
            <p:ph type="subTitle" idx="3"/>
          </p:nvPr>
        </p:nvSpPr>
        <p:spPr>
          <a:xfrm>
            <a:off x="720000"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0" name="Google Shape;900;p66"/>
          <p:cNvSpPr txBox="1">
            <a:spLocks noGrp="1"/>
          </p:cNvSpPr>
          <p:nvPr>
            <p:ph type="subTitle" idx="4"/>
          </p:nvPr>
        </p:nvSpPr>
        <p:spPr>
          <a:xfrm>
            <a:off x="3346572"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1" name="Google Shape;901;p66"/>
          <p:cNvSpPr txBox="1">
            <a:spLocks noGrp="1"/>
          </p:cNvSpPr>
          <p:nvPr>
            <p:ph type="subTitle" idx="5"/>
          </p:nvPr>
        </p:nvSpPr>
        <p:spPr>
          <a:xfrm>
            <a:off x="5973152" y="2285397"/>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2" name="Google Shape;902;p66"/>
          <p:cNvSpPr txBox="1">
            <a:spLocks noGrp="1"/>
          </p:cNvSpPr>
          <p:nvPr>
            <p:ph type="subTitle" idx="6"/>
          </p:nvPr>
        </p:nvSpPr>
        <p:spPr>
          <a:xfrm>
            <a:off x="5973152" y="4018575"/>
            <a:ext cx="245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3" name="Google Shape;903;p66"/>
          <p:cNvSpPr txBox="1">
            <a:spLocks noGrp="1"/>
          </p:cNvSpPr>
          <p:nvPr>
            <p:ph type="title"/>
          </p:nvPr>
        </p:nvSpPr>
        <p:spPr>
          <a:xfrm>
            <a:off x="720000"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4" name="Google Shape;904;p66"/>
          <p:cNvSpPr txBox="1">
            <a:spLocks noGrp="1"/>
          </p:cNvSpPr>
          <p:nvPr>
            <p:ph type="title" idx="7"/>
          </p:nvPr>
        </p:nvSpPr>
        <p:spPr>
          <a:xfrm>
            <a:off x="720000"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5" name="Google Shape;905;p66"/>
          <p:cNvSpPr txBox="1">
            <a:spLocks noGrp="1"/>
          </p:cNvSpPr>
          <p:nvPr>
            <p:ph type="title" idx="8"/>
          </p:nvPr>
        </p:nvSpPr>
        <p:spPr>
          <a:xfrm>
            <a:off x="3346572"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6" name="Google Shape;906;p66"/>
          <p:cNvSpPr txBox="1">
            <a:spLocks noGrp="1"/>
          </p:cNvSpPr>
          <p:nvPr>
            <p:ph type="title" idx="9"/>
          </p:nvPr>
        </p:nvSpPr>
        <p:spPr>
          <a:xfrm>
            <a:off x="3346572"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7" name="Google Shape;907;p66"/>
          <p:cNvSpPr txBox="1">
            <a:spLocks noGrp="1"/>
          </p:cNvSpPr>
          <p:nvPr>
            <p:ph type="title" idx="13"/>
          </p:nvPr>
        </p:nvSpPr>
        <p:spPr>
          <a:xfrm>
            <a:off x="5973152" y="1332025"/>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8" name="Google Shape;908;p66"/>
          <p:cNvSpPr txBox="1">
            <a:spLocks noGrp="1"/>
          </p:cNvSpPr>
          <p:nvPr>
            <p:ph type="title" idx="14"/>
          </p:nvPr>
        </p:nvSpPr>
        <p:spPr>
          <a:xfrm>
            <a:off x="5973152" y="3064618"/>
            <a:ext cx="780900" cy="44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909" name="Google Shape;909;p66"/>
          <p:cNvSpPr txBox="1">
            <a:spLocks noGrp="1"/>
          </p:cNvSpPr>
          <p:nvPr>
            <p:ph type="subTitle" idx="15"/>
          </p:nvPr>
        </p:nvSpPr>
        <p:spPr>
          <a:xfrm>
            <a:off x="720000"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0" name="Google Shape;910;p66"/>
          <p:cNvSpPr txBox="1">
            <a:spLocks noGrp="1"/>
          </p:cNvSpPr>
          <p:nvPr>
            <p:ph type="subTitle" idx="16"/>
          </p:nvPr>
        </p:nvSpPr>
        <p:spPr>
          <a:xfrm>
            <a:off x="3346572"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1" name="Google Shape;911;p66"/>
          <p:cNvSpPr txBox="1">
            <a:spLocks noGrp="1"/>
          </p:cNvSpPr>
          <p:nvPr>
            <p:ph type="subTitle" idx="17"/>
          </p:nvPr>
        </p:nvSpPr>
        <p:spPr>
          <a:xfrm>
            <a:off x="5973152" y="187731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2" name="Google Shape;912;p66"/>
          <p:cNvSpPr txBox="1">
            <a:spLocks noGrp="1"/>
          </p:cNvSpPr>
          <p:nvPr>
            <p:ph type="subTitle" idx="18"/>
          </p:nvPr>
        </p:nvSpPr>
        <p:spPr>
          <a:xfrm>
            <a:off x="720000"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3" name="Google Shape;913;p66"/>
          <p:cNvSpPr txBox="1">
            <a:spLocks noGrp="1"/>
          </p:cNvSpPr>
          <p:nvPr>
            <p:ph type="subTitle" idx="19"/>
          </p:nvPr>
        </p:nvSpPr>
        <p:spPr>
          <a:xfrm>
            <a:off x="3346572"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4" name="Google Shape;914;p66"/>
          <p:cNvSpPr txBox="1">
            <a:spLocks noGrp="1"/>
          </p:cNvSpPr>
          <p:nvPr>
            <p:ph type="subTitle" idx="20"/>
          </p:nvPr>
        </p:nvSpPr>
        <p:spPr>
          <a:xfrm>
            <a:off x="5973152" y="3609976"/>
            <a:ext cx="24507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l">
              <a:lnSpc>
                <a:spcPct val="100000"/>
              </a:lnSpc>
              <a:spcBef>
                <a:spcPts val="0"/>
              </a:spcBef>
              <a:spcAft>
                <a:spcPts val="0"/>
              </a:spcAft>
              <a:buSzPts val="2400"/>
              <a:buNone/>
              <a:defRPr sz="2400" b="1"/>
            </a:lvl2pPr>
            <a:lvl3pPr lvl="2" algn="l">
              <a:lnSpc>
                <a:spcPct val="100000"/>
              </a:lnSpc>
              <a:spcBef>
                <a:spcPts val="0"/>
              </a:spcBef>
              <a:spcAft>
                <a:spcPts val="0"/>
              </a:spcAft>
              <a:buSzPts val="2400"/>
              <a:buNone/>
              <a:defRPr sz="2400" b="1"/>
            </a:lvl3pPr>
            <a:lvl4pPr lvl="3" algn="l">
              <a:lnSpc>
                <a:spcPct val="100000"/>
              </a:lnSpc>
              <a:spcBef>
                <a:spcPts val="0"/>
              </a:spcBef>
              <a:spcAft>
                <a:spcPts val="0"/>
              </a:spcAft>
              <a:buSzPts val="2400"/>
              <a:buNone/>
              <a:defRPr sz="2400" b="1"/>
            </a:lvl4pPr>
            <a:lvl5pPr lvl="4" algn="l">
              <a:lnSpc>
                <a:spcPct val="100000"/>
              </a:lnSpc>
              <a:spcBef>
                <a:spcPts val="0"/>
              </a:spcBef>
              <a:spcAft>
                <a:spcPts val="0"/>
              </a:spcAft>
              <a:buSzPts val="2400"/>
              <a:buNone/>
              <a:defRPr sz="2400" b="1"/>
            </a:lvl5pPr>
            <a:lvl6pPr lvl="5" algn="l">
              <a:lnSpc>
                <a:spcPct val="100000"/>
              </a:lnSpc>
              <a:spcBef>
                <a:spcPts val="0"/>
              </a:spcBef>
              <a:spcAft>
                <a:spcPts val="0"/>
              </a:spcAft>
              <a:buSzPts val="2400"/>
              <a:buNone/>
              <a:defRPr sz="2400" b="1"/>
            </a:lvl6pPr>
            <a:lvl7pPr lvl="6" algn="l">
              <a:lnSpc>
                <a:spcPct val="100000"/>
              </a:lnSpc>
              <a:spcBef>
                <a:spcPts val="0"/>
              </a:spcBef>
              <a:spcAft>
                <a:spcPts val="0"/>
              </a:spcAft>
              <a:buSzPts val="2400"/>
              <a:buNone/>
              <a:defRPr sz="2400" b="1"/>
            </a:lvl7pPr>
            <a:lvl8pPr lvl="7" algn="l">
              <a:lnSpc>
                <a:spcPct val="100000"/>
              </a:lnSpc>
              <a:spcBef>
                <a:spcPts val="0"/>
              </a:spcBef>
              <a:spcAft>
                <a:spcPts val="0"/>
              </a:spcAft>
              <a:buSzPts val="2400"/>
              <a:buNone/>
              <a:defRPr sz="2400" b="1"/>
            </a:lvl8pPr>
            <a:lvl9pPr lvl="8" algn="l">
              <a:lnSpc>
                <a:spcPct val="100000"/>
              </a:lnSpc>
              <a:spcBef>
                <a:spcPts val="0"/>
              </a:spcBef>
              <a:spcAft>
                <a:spcPts val="0"/>
              </a:spcAft>
              <a:buSzPts val="2400"/>
              <a:buNone/>
              <a:defRPr sz="2400" b="1"/>
            </a:lvl9pPr>
          </a:lstStyle>
          <a:p>
            <a:endParaRPr/>
          </a:p>
        </p:txBody>
      </p:sp>
      <p:sp>
        <p:nvSpPr>
          <p:cNvPr id="915" name="Google Shape;915;p66"/>
          <p:cNvSpPr txBox="1">
            <a:spLocks noGrp="1"/>
          </p:cNvSpPr>
          <p:nvPr>
            <p:ph type="title" idx="21"/>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916" name="Google Shape;916;p66"/>
          <p:cNvGrpSpPr/>
          <p:nvPr/>
        </p:nvGrpSpPr>
        <p:grpSpPr>
          <a:xfrm>
            <a:off x="-257850" y="1718480"/>
            <a:ext cx="9618199" cy="3180026"/>
            <a:chOff x="-257850" y="1718480"/>
            <a:chExt cx="9618199" cy="3180026"/>
          </a:xfrm>
        </p:grpSpPr>
        <p:grpSp>
          <p:nvGrpSpPr>
            <p:cNvPr id="917" name="Google Shape;917;p66"/>
            <p:cNvGrpSpPr/>
            <p:nvPr/>
          </p:nvGrpSpPr>
          <p:grpSpPr>
            <a:xfrm>
              <a:off x="8423839" y="1718480"/>
              <a:ext cx="936510" cy="688006"/>
              <a:chOff x="3235964" y="2587955"/>
              <a:chExt cx="936510" cy="688006"/>
            </a:xfrm>
          </p:grpSpPr>
          <p:sp>
            <p:nvSpPr>
              <p:cNvPr id="918" name="Google Shape;918;p66"/>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66"/>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20" name="Google Shape;920;p66"/>
            <p:cNvGrpSpPr/>
            <p:nvPr/>
          </p:nvGrpSpPr>
          <p:grpSpPr>
            <a:xfrm>
              <a:off x="-257850" y="3064624"/>
              <a:ext cx="935946" cy="1833882"/>
              <a:chOff x="4738303" y="2509949"/>
              <a:chExt cx="935946" cy="1833882"/>
            </a:xfrm>
          </p:grpSpPr>
          <p:sp>
            <p:nvSpPr>
              <p:cNvPr id="921" name="Google Shape;921;p66"/>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66"/>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66"/>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6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66"/>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66"/>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27"/>
        <p:cNvGrpSpPr/>
        <p:nvPr/>
      </p:nvGrpSpPr>
      <p:grpSpPr>
        <a:xfrm>
          <a:off x="0" y="0"/>
          <a:ext cx="0" cy="0"/>
          <a:chOff x="0" y="0"/>
          <a:chExt cx="0" cy="0"/>
        </a:xfrm>
      </p:grpSpPr>
      <p:sp>
        <p:nvSpPr>
          <p:cNvPr id="928" name="Google Shape;928;p67"/>
          <p:cNvSpPr txBox="1">
            <a:spLocks noGrp="1"/>
          </p:cNvSpPr>
          <p:nvPr>
            <p:ph type="subTitle" idx="1"/>
          </p:nvPr>
        </p:nvSpPr>
        <p:spPr>
          <a:xfrm>
            <a:off x="4973485" y="2787779"/>
            <a:ext cx="3020100" cy="12519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29" name="Google Shape;929;p67"/>
          <p:cNvSpPr txBox="1">
            <a:spLocks noGrp="1"/>
          </p:cNvSpPr>
          <p:nvPr>
            <p:ph type="subTitle" idx="2"/>
          </p:nvPr>
        </p:nvSpPr>
        <p:spPr>
          <a:xfrm>
            <a:off x="1150407" y="2787779"/>
            <a:ext cx="3020100" cy="12519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30" name="Google Shape;930;p67"/>
          <p:cNvSpPr txBox="1">
            <a:spLocks noGrp="1"/>
          </p:cNvSpPr>
          <p:nvPr>
            <p:ph type="subTitle" idx="3"/>
          </p:nvPr>
        </p:nvSpPr>
        <p:spPr>
          <a:xfrm>
            <a:off x="1150408" y="2228879"/>
            <a:ext cx="30201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31" name="Google Shape;931;p67"/>
          <p:cNvSpPr txBox="1">
            <a:spLocks noGrp="1"/>
          </p:cNvSpPr>
          <p:nvPr>
            <p:ph type="subTitle" idx="4"/>
          </p:nvPr>
        </p:nvSpPr>
        <p:spPr>
          <a:xfrm>
            <a:off x="4973493" y="2228879"/>
            <a:ext cx="30201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32" name="Google Shape;932;p6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933" name="Google Shape;933;p67"/>
          <p:cNvGrpSpPr/>
          <p:nvPr/>
        </p:nvGrpSpPr>
        <p:grpSpPr>
          <a:xfrm>
            <a:off x="-625776" y="3465724"/>
            <a:ext cx="9463650" cy="2543547"/>
            <a:chOff x="-625776" y="3465724"/>
            <a:chExt cx="9463650" cy="2543547"/>
          </a:xfrm>
        </p:grpSpPr>
        <p:grpSp>
          <p:nvGrpSpPr>
            <p:cNvPr id="934" name="Google Shape;934;p67"/>
            <p:cNvGrpSpPr/>
            <p:nvPr/>
          </p:nvGrpSpPr>
          <p:grpSpPr>
            <a:xfrm>
              <a:off x="1927011" y="4175761"/>
              <a:ext cx="2577275" cy="1833510"/>
              <a:chOff x="781874" y="1294774"/>
              <a:chExt cx="2577275" cy="1833510"/>
            </a:xfrm>
          </p:grpSpPr>
          <p:sp>
            <p:nvSpPr>
              <p:cNvPr id="935" name="Google Shape;935;p67"/>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67"/>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67"/>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67"/>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67"/>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67"/>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67"/>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67"/>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67"/>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67"/>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45" name="Google Shape;945;p67"/>
            <p:cNvGrpSpPr/>
            <p:nvPr/>
          </p:nvGrpSpPr>
          <p:grpSpPr>
            <a:xfrm>
              <a:off x="7901928" y="3813647"/>
              <a:ext cx="935946" cy="1829159"/>
              <a:chOff x="4738303" y="2514672"/>
              <a:chExt cx="935946" cy="1829159"/>
            </a:xfrm>
          </p:grpSpPr>
          <p:sp>
            <p:nvSpPr>
              <p:cNvPr id="946" name="Google Shape;946;p67"/>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67"/>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67"/>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67"/>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67"/>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67"/>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52" name="Google Shape;952;p67"/>
            <p:cNvGrpSpPr/>
            <p:nvPr/>
          </p:nvGrpSpPr>
          <p:grpSpPr>
            <a:xfrm>
              <a:off x="-625776" y="3465724"/>
              <a:ext cx="1345775" cy="914755"/>
              <a:chOff x="2264799" y="3654374"/>
              <a:chExt cx="1345775" cy="914755"/>
            </a:xfrm>
          </p:grpSpPr>
          <p:sp>
            <p:nvSpPr>
              <p:cNvPr id="953" name="Google Shape;953;p67"/>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67"/>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67"/>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67"/>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957"/>
        <p:cNvGrpSpPr/>
        <p:nvPr/>
      </p:nvGrpSpPr>
      <p:grpSpPr>
        <a:xfrm>
          <a:off x="0" y="0"/>
          <a:ext cx="0" cy="0"/>
          <a:chOff x="0" y="0"/>
          <a:chExt cx="0" cy="0"/>
        </a:xfrm>
      </p:grpSpPr>
      <p:sp>
        <p:nvSpPr>
          <p:cNvPr id="958" name="Google Shape;958;p68"/>
          <p:cNvSpPr txBox="1">
            <a:spLocks noGrp="1"/>
          </p:cNvSpPr>
          <p:nvPr>
            <p:ph type="subTitle" idx="1"/>
          </p:nvPr>
        </p:nvSpPr>
        <p:spPr>
          <a:xfrm>
            <a:off x="2319753" y="1942803"/>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59" name="Google Shape;959;p68"/>
          <p:cNvSpPr txBox="1">
            <a:spLocks noGrp="1"/>
          </p:cNvSpPr>
          <p:nvPr>
            <p:ph type="subTitle" idx="2"/>
          </p:nvPr>
        </p:nvSpPr>
        <p:spPr>
          <a:xfrm>
            <a:off x="5467047" y="1942803"/>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60" name="Google Shape;960;p68"/>
          <p:cNvSpPr txBox="1">
            <a:spLocks noGrp="1"/>
          </p:cNvSpPr>
          <p:nvPr>
            <p:ph type="subTitle" idx="3"/>
          </p:nvPr>
        </p:nvSpPr>
        <p:spPr>
          <a:xfrm>
            <a:off x="2319753" y="3357078"/>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61" name="Google Shape;961;p68"/>
          <p:cNvSpPr txBox="1">
            <a:spLocks noGrp="1"/>
          </p:cNvSpPr>
          <p:nvPr>
            <p:ph type="subTitle" idx="4"/>
          </p:nvPr>
        </p:nvSpPr>
        <p:spPr>
          <a:xfrm>
            <a:off x="5467047" y="3357078"/>
            <a:ext cx="2114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62" name="Google Shape;962;p68"/>
          <p:cNvSpPr txBox="1">
            <a:spLocks noGrp="1"/>
          </p:cNvSpPr>
          <p:nvPr>
            <p:ph type="subTitle" idx="5"/>
          </p:nvPr>
        </p:nvSpPr>
        <p:spPr>
          <a:xfrm>
            <a:off x="2319753" y="1537106"/>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63" name="Google Shape;963;p68"/>
          <p:cNvSpPr txBox="1">
            <a:spLocks noGrp="1"/>
          </p:cNvSpPr>
          <p:nvPr>
            <p:ph type="subTitle" idx="6"/>
          </p:nvPr>
        </p:nvSpPr>
        <p:spPr>
          <a:xfrm>
            <a:off x="2319753" y="2951481"/>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64" name="Google Shape;964;p68"/>
          <p:cNvSpPr txBox="1">
            <a:spLocks noGrp="1"/>
          </p:cNvSpPr>
          <p:nvPr>
            <p:ph type="subTitle" idx="7"/>
          </p:nvPr>
        </p:nvSpPr>
        <p:spPr>
          <a:xfrm>
            <a:off x="5467043" y="1537106"/>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65" name="Google Shape;965;p68"/>
          <p:cNvSpPr txBox="1">
            <a:spLocks noGrp="1"/>
          </p:cNvSpPr>
          <p:nvPr>
            <p:ph type="subTitle" idx="8"/>
          </p:nvPr>
        </p:nvSpPr>
        <p:spPr>
          <a:xfrm>
            <a:off x="5467043" y="2951481"/>
            <a:ext cx="2114100" cy="505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966" name="Google Shape;966;p6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967" name="Google Shape;967;p68"/>
          <p:cNvGrpSpPr/>
          <p:nvPr/>
        </p:nvGrpSpPr>
        <p:grpSpPr>
          <a:xfrm>
            <a:off x="171639" y="3687249"/>
            <a:ext cx="9207610" cy="1833510"/>
            <a:chOff x="171639" y="3687249"/>
            <a:chExt cx="9207610" cy="1833510"/>
          </a:xfrm>
        </p:grpSpPr>
        <p:grpSp>
          <p:nvGrpSpPr>
            <p:cNvPr id="968" name="Google Shape;968;p68"/>
            <p:cNvGrpSpPr/>
            <p:nvPr/>
          </p:nvGrpSpPr>
          <p:grpSpPr>
            <a:xfrm>
              <a:off x="6801974" y="3687249"/>
              <a:ext cx="2577275" cy="1833510"/>
              <a:chOff x="781874" y="1294774"/>
              <a:chExt cx="2577275" cy="1833510"/>
            </a:xfrm>
          </p:grpSpPr>
          <p:sp>
            <p:nvSpPr>
              <p:cNvPr id="969" name="Google Shape;969;p68"/>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68"/>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68"/>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68"/>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68"/>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68"/>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68"/>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68"/>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68"/>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68"/>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79" name="Google Shape;979;p68"/>
            <p:cNvGrpSpPr/>
            <p:nvPr/>
          </p:nvGrpSpPr>
          <p:grpSpPr>
            <a:xfrm>
              <a:off x="171639" y="3767755"/>
              <a:ext cx="936510" cy="688006"/>
              <a:chOff x="3235964" y="2587955"/>
              <a:chExt cx="936510" cy="688006"/>
            </a:xfrm>
          </p:grpSpPr>
          <p:sp>
            <p:nvSpPr>
              <p:cNvPr id="980" name="Google Shape;980;p68"/>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68"/>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82" name="Google Shape;982;p68"/>
            <p:cNvGrpSpPr/>
            <p:nvPr/>
          </p:nvGrpSpPr>
          <p:grpSpPr>
            <a:xfrm>
              <a:off x="1108149" y="4146624"/>
              <a:ext cx="1345775" cy="914755"/>
              <a:chOff x="2264799" y="3654374"/>
              <a:chExt cx="1345775" cy="914755"/>
            </a:xfrm>
          </p:grpSpPr>
          <p:sp>
            <p:nvSpPr>
              <p:cNvPr id="983" name="Google Shape;983;p68"/>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68"/>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68"/>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68"/>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87"/>
        <p:cNvGrpSpPr/>
        <p:nvPr/>
      </p:nvGrpSpPr>
      <p:grpSpPr>
        <a:xfrm>
          <a:off x="0" y="0"/>
          <a:ext cx="0" cy="0"/>
          <a:chOff x="0" y="0"/>
          <a:chExt cx="0" cy="0"/>
        </a:xfrm>
      </p:grpSpPr>
      <p:sp>
        <p:nvSpPr>
          <p:cNvPr id="988" name="Google Shape;988;p69"/>
          <p:cNvSpPr txBox="1">
            <a:spLocks noGrp="1"/>
          </p:cNvSpPr>
          <p:nvPr>
            <p:ph type="body" idx="1"/>
          </p:nvPr>
        </p:nvSpPr>
        <p:spPr>
          <a:xfrm>
            <a:off x="720000" y="1215752"/>
            <a:ext cx="77040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lt2"/>
              </a:buClr>
              <a:buSzPts val="1400"/>
              <a:buFont typeface="Poppins Light"/>
              <a:buChar char="●"/>
              <a:defRPr/>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sp>
        <p:nvSpPr>
          <p:cNvPr id="989" name="Google Shape;989;p6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990" name="Google Shape;990;p69"/>
          <p:cNvGrpSpPr/>
          <p:nvPr/>
        </p:nvGrpSpPr>
        <p:grpSpPr>
          <a:xfrm>
            <a:off x="6899599" y="2745080"/>
            <a:ext cx="2577275" cy="2677354"/>
            <a:chOff x="6899599" y="2745080"/>
            <a:chExt cx="2577275" cy="2677354"/>
          </a:xfrm>
        </p:grpSpPr>
        <p:grpSp>
          <p:nvGrpSpPr>
            <p:cNvPr id="991" name="Google Shape;991;p69"/>
            <p:cNvGrpSpPr/>
            <p:nvPr/>
          </p:nvGrpSpPr>
          <p:grpSpPr>
            <a:xfrm>
              <a:off x="6899599" y="3588924"/>
              <a:ext cx="2577275" cy="1833510"/>
              <a:chOff x="781874" y="1294774"/>
              <a:chExt cx="2577275" cy="1833510"/>
            </a:xfrm>
          </p:grpSpPr>
          <p:sp>
            <p:nvSpPr>
              <p:cNvPr id="992" name="Google Shape;992;p69"/>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69"/>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69"/>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6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69"/>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6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69"/>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69"/>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6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69"/>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02" name="Google Shape;1002;p69"/>
            <p:cNvGrpSpPr/>
            <p:nvPr/>
          </p:nvGrpSpPr>
          <p:grpSpPr>
            <a:xfrm>
              <a:off x="7887114" y="2745080"/>
              <a:ext cx="936510" cy="688006"/>
              <a:chOff x="3235964" y="2587955"/>
              <a:chExt cx="936510" cy="688006"/>
            </a:xfrm>
          </p:grpSpPr>
          <p:sp>
            <p:nvSpPr>
              <p:cNvPr id="1003" name="Google Shape;1003;p69"/>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4" name="Google Shape;1004;p69"/>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05"/>
        <p:cNvGrpSpPr/>
        <p:nvPr/>
      </p:nvGrpSpPr>
      <p:grpSpPr>
        <a:xfrm>
          <a:off x="0" y="0"/>
          <a:ext cx="0" cy="0"/>
          <a:chOff x="0" y="0"/>
          <a:chExt cx="0" cy="0"/>
        </a:xfrm>
      </p:grpSpPr>
      <p:sp>
        <p:nvSpPr>
          <p:cNvPr id="1006" name="Google Shape;1006;p70"/>
          <p:cNvSpPr txBox="1">
            <a:spLocks noGrp="1"/>
          </p:cNvSpPr>
          <p:nvPr>
            <p:ph type="subTitle" idx="1"/>
          </p:nvPr>
        </p:nvSpPr>
        <p:spPr>
          <a:xfrm>
            <a:off x="5055284" y="369522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07" name="Google Shape;1007;p70"/>
          <p:cNvSpPr txBox="1">
            <a:spLocks noGrp="1"/>
          </p:cNvSpPr>
          <p:nvPr>
            <p:ph type="subTitle" idx="2"/>
          </p:nvPr>
        </p:nvSpPr>
        <p:spPr>
          <a:xfrm>
            <a:off x="1583300" y="369522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08" name="Google Shape;1008;p70"/>
          <p:cNvSpPr txBox="1">
            <a:spLocks noGrp="1"/>
          </p:cNvSpPr>
          <p:nvPr>
            <p:ph type="subTitle" idx="3"/>
          </p:nvPr>
        </p:nvSpPr>
        <p:spPr>
          <a:xfrm>
            <a:off x="5055275" y="312252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009" name="Google Shape;1009;p70"/>
          <p:cNvSpPr txBox="1">
            <a:spLocks noGrp="1"/>
          </p:cNvSpPr>
          <p:nvPr>
            <p:ph type="subTitle" idx="4"/>
          </p:nvPr>
        </p:nvSpPr>
        <p:spPr>
          <a:xfrm>
            <a:off x="1583075" y="312252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010" name="Google Shape;1010;p7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011" name="Google Shape;1011;p70"/>
          <p:cNvGrpSpPr/>
          <p:nvPr/>
        </p:nvGrpSpPr>
        <p:grpSpPr>
          <a:xfrm>
            <a:off x="117324" y="1944274"/>
            <a:ext cx="9242625" cy="3033405"/>
            <a:chOff x="117324" y="1944274"/>
            <a:chExt cx="9242625" cy="3033405"/>
          </a:xfrm>
        </p:grpSpPr>
        <p:grpSp>
          <p:nvGrpSpPr>
            <p:cNvPr id="1012" name="Google Shape;1012;p70"/>
            <p:cNvGrpSpPr/>
            <p:nvPr/>
          </p:nvGrpSpPr>
          <p:grpSpPr>
            <a:xfrm>
              <a:off x="8424003" y="1944274"/>
              <a:ext cx="935946" cy="1833882"/>
              <a:chOff x="4738303" y="2509949"/>
              <a:chExt cx="935946" cy="1833882"/>
            </a:xfrm>
          </p:grpSpPr>
          <p:sp>
            <p:nvSpPr>
              <p:cNvPr id="1013" name="Google Shape;1013;p70"/>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70"/>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5" name="Google Shape;1015;p70"/>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70"/>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70"/>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70"/>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9" name="Google Shape;1019;p70"/>
            <p:cNvGrpSpPr/>
            <p:nvPr/>
          </p:nvGrpSpPr>
          <p:grpSpPr>
            <a:xfrm>
              <a:off x="117324" y="4062924"/>
              <a:ext cx="1345775" cy="914755"/>
              <a:chOff x="2264799" y="3654374"/>
              <a:chExt cx="1345775" cy="914755"/>
            </a:xfrm>
          </p:grpSpPr>
          <p:sp>
            <p:nvSpPr>
              <p:cNvPr id="1020" name="Google Shape;1020;p70"/>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70"/>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70"/>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70"/>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24"/>
        <p:cNvGrpSpPr/>
        <p:nvPr/>
      </p:nvGrpSpPr>
      <p:grpSpPr>
        <a:xfrm>
          <a:off x="0" y="0"/>
          <a:ext cx="0" cy="0"/>
          <a:chOff x="0" y="0"/>
          <a:chExt cx="0" cy="0"/>
        </a:xfrm>
      </p:grpSpPr>
      <p:pic>
        <p:nvPicPr>
          <p:cNvPr id="1025" name="Google Shape;1025;p71"/>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026" name="Google Shape;1026;p71"/>
          <p:cNvSpPr txBox="1">
            <a:spLocks noGrp="1"/>
          </p:cNvSpPr>
          <p:nvPr>
            <p:ph type="title"/>
          </p:nvPr>
        </p:nvSpPr>
        <p:spPr>
          <a:xfrm>
            <a:off x="1768550" y="1307100"/>
            <a:ext cx="56070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grpSp>
        <p:nvGrpSpPr>
          <p:cNvPr id="1027" name="Google Shape;1027;p71"/>
          <p:cNvGrpSpPr/>
          <p:nvPr/>
        </p:nvGrpSpPr>
        <p:grpSpPr>
          <a:xfrm>
            <a:off x="-684701" y="-255601"/>
            <a:ext cx="9583450" cy="5227957"/>
            <a:chOff x="-684701" y="-255601"/>
            <a:chExt cx="9583450" cy="5227957"/>
          </a:xfrm>
        </p:grpSpPr>
        <p:grpSp>
          <p:nvGrpSpPr>
            <p:cNvPr id="1028" name="Google Shape;1028;p71"/>
            <p:cNvGrpSpPr/>
            <p:nvPr/>
          </p:nvGrpSpPr>
          <p:grpSpPr>
            <a:xfrm>
              <a:off x="-684701" y="-255601"/>
              <a:ext cx="2577275" cy="1833510"/>
              <a:chOff x="781874" y="1294774"/>
              <a:chExt cx="2577275" cy="1833510"/>
            </a:xfrm>
          </p:grpSpPr>
          <p:sp>
            <p:nvSpPr>
              <p:cNvPr id="1029" name="Google Shape;1029;p71"/>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71"/>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71"/>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7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71"/>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7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71"/>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71"/>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7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71"/>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39" name="Google Shape;1039;p71"/>
            <p:cNvGrpSpPr/>
            <p:nvPr/>
          </p:nvGrpSpPr>
          <p:grpSpPr>
            <a:xfrm>
              <a:off x="7962803" y="3143197"/>
              <a:ext cx="935946" cy="1829159"/>
              <a:chOff x="4738303" y="2514672"/>
              <a:chExt cx="935946" cy="1829159"/>
            </a:xfrm>
          </p:grpSpPr>
          <p:sp>
            <p:nvSpPr>
              <p:cNvPr id="1040" name="Google Shape;1040;p71"/>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p71"/>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71"/>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p71"/>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71"/>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71"/>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6" name="Google Shape;1046;p71"/>
            <p:cNvGrpSpPr/>
            <p:nvPr/>
          </p:nvGrpSpPr>
          <p:grpSpPr>
            <a:xfrm>
              <a:off x="6360749" y="4057599"/>
              <a:ext cx="1345775" cy="914755"/>
              <a:chOff x="2264799" y="3654374"/>
              <a:chExt cx="1345775" cy="914755"/>
            </a:xfrm>
          </p:grpSpPr>
          <p:sp>
            <p:nvSpPr>
              <p:cNvPr id="1047" name="Google Shape;1047;p71"/>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71"/>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p71"/>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0" name="Google Shape;1050;p71"/>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51"/>
        <p:cNvGrpSpPr/>
        <p:nvPr/>
      </p:nvGrpSpPr>
      <p:grpSpPr>
        <a:xfrm>
          <a:off x="0" y="0"/>
          <a:ext cx="0" cy="0"/>
          <a:chOff x="0" y="0"/>
          <a:chExt cx="0" cy="0"/>
        </a:xfrm>
      </p:grpSpPr>
      <p:sp>
        <p:nvSpPr>
          <p:cNvPr id="1052" name="Google Shape;1052;p72"/>
          <p:cNvSpPr>
            <a:spLocks noGrp="1"/>
          </p:cNvSpPr>
          <p:nvPr>
            <p:ph type="pic" idx="2"/>
          </p:nvPr>
        </p:nvSpPr>
        <p:spPr>
          <a:xfrm>
            <a:off x="-25" y="-13725"/>
            <a:ext cx="9144000" cy="5157300"/>
          </a:xfrm>
          <a:prstGeom prst="rect">
            <a:avLst/>
          </a:prstGeom>
          <a:noFill/>
          <a:ln>
            <a:noFill/>
          </a:ln>
        </p:spPr>
      </p:sp>
      <p:sp>
        <p:nvSpPr>
          <p:cNvPr id="1053" name="Google Shape;1053;p72"/>
          <p:cNvSpPr txBox="1">
            <a:spLocks noGrp="1"/>
          </p:cNvSpPr>
          <p:nvPr>
            <p:ph type="title"/>
          </p:nvPr>
        </p:nvSpPr>
        <p:spPr>
          <a:xfrm>
            <a:off x="720000" y="4014450"/>
            <a:ext cx="7704000" cy="5727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4"/>
        <p:cNvGrpSpPr/>
        <p:nvPr/>
      </p:nvGrpSpPr>
      <p:grpSpPr>
        <a:xfrm>
          <a:off x="0" y="0"/>
          <a:ext cx="0" cy="0"/>
          <a:chOff x="0" y="0"/>
          <a:chExt cx="0" cy="0"/>
        </a:xfrm>
      </p:grpSpPr>
      <p:pic>
        <p:nvPicPr>
          <p:cNvPr id="1055" name="Google Shape;1055;p73"/>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056" name="Google Shape;1056;p73"/>
          <p:cNvSpPr txBox="1">
            <a:spLocks noGrp="1"/>
          </p:cNvSpPr>
          <p:nvPr>
            <p:ph type="title" hasCustomPrompt="1"/>
          </p:nvPr>
        </p:nvSpPr>
        <p:spPr>
          <a:xfrm>
            <a:off x="1284000" y="1215175"/>
            <a:ext cx="6576000" cy="1334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6000">
                <a:solidFill>
                  <a:schemeClr val="lt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057" name="Google Shape;1057;p73"/>
          <p:cNvSpPr txBox="1">
            <a:spLocks noGrp="1"/>
          </p:cNvSpPr>
          <p:nvPr>
            <p:ph type="subTitle" idx="1"/>
          </p:nvPr>
        </p:nvSpPr>
        <p:spPr>
          <a:xfrm>
            <a:off x="1284000" y="2850299"/>
            <a:ext cx="6576000" cy="497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058" name="Google Shape;1058;p73"/>
          <p:cNvGrpSpPr/>
          <p:nvPr/>
        </p:nvGrpSpPr>
        <p:grpSpPr>
          <a:xfrm>
            <a:off x="-575414" y="236724"/>
            <a:ext cx="9256138" cy="4578762"/>
            <a:chOff x="-575414" y="236724"/>
            <a:chExt cx="9256138" cy="4578762"/>
          </a:xfrm>
        </p:grpSpPr>
        <p:grpSp>
          <p:nvGrpSpPr>
            <p:cNvPr id="1059" name="Google Shape;1059;p73"/>
            <p:cNvGrpSpPr/>
            <p:nvPr/>
          </p:nvGrpSpPr>
          <p:grpSpPr>
            <a:xfrm>
              <a:off x="-575414" y="236724"/>
              <a:ext cx="2577275" cy="1833510"/>
              <a:chOff x="781874" y="1294774"/>
              <a:chExt cx="2577275" cy="1833510"/>
            </a:xfrm>
          </p:grpSpPr>
          <p:sp>
            <p:nvSpPr>
              <p:cNvPr id="1060" name="Google Shape;1060;p73"/>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73"/>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p73"/>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73"/>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73"/>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p73"/>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p73"/>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p73"/>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73"/>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73"/>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70" name="Google Shape;1070;p73"/>
            <p:cNvGrpSpPr/>
            <p:nvPr/>
          </p:nvGrpSpPr>
          <p:grpSpPr>
            <a:xfrm>
              <a:off x="952289" y="4127480"/>
              <a:ext cx="936510" cy="688006"/>
              <a:chOff x="3235964" y="2587955"/>
              <a:chExt cx="936510" cy="688006"/>
            </a:xfrm>
          </p:grpSpPr>
          <p:sp>
            <p:nvSpPr>
              <p:cNvPr id="1071" name="Google Shape;1071;p73"/>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p73"/>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73" name="Google Shape;1073;p73"/>
            <p:cNvGrpSpPr/>
            <p:nvPr/>
          </p:nvGrpSpPr>
          <p:grpSpPr>
            <a:xfrm>
              <a:off x="7744778" y="2850299"/>
              <a:ext cx="935946" cy="1833882"/>
              <a:chOff x="4738303" y="2509949"/>
              <a:chExt cx="935946" cy="1833882"/>
            </a:xfrm>
          </p:grpSpPr>
          <p:sp>
            <p:nvSpPr>
              <p:cNvPr id="1074" name="Google Shape;1074;p73"/>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73"/>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p73"/>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p73"/>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73"/>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p73"/>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80" name="Google Shape;1080;p73"/>
            <p:cNvGrpSpPr/>
            <p:nvPr/>
          </p:nvGrpSpPr>
          <p:grpSpPr>
            <a:xfrm>
              <a:off x="6109324" y="236724"/>
              <a:ext cx="1345775" cy="914755"/>
              <a:chOff x="2264799" y="3654374"/>
              <a:chExt cx="1345775" cy="914755"/>
            </a:xfrm>
          </p:grpSpPr>
          <p:sp>
            <p:nvSpPr>
              <p:cNvPr id="1081" name="Google Shape;1081;p73"/>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p73"/>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p73"/>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4" name="Google Shape;1084;p7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85"/>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086"/>
        <p:cNvGrpSpPr/>
        <p:nvPr/>
      </p:nvGrpSpPr>
      <p:grpSpPr>
        <a:xfrm>
          <a:off x="0" y="0"/>
          <a:ext cx="0" cy="0"/>
          <a:chOff x="0" y="0"/>
          <a:chExt cx="0" cy="0"/>
        </a:xfrm>
      </p:grpSpPr>
      <p:sp>
        <p:nvSpPr>
          <p:cNvPr id="1087" name="Google Shape;1087;p7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088" name="Google Shape;1088;p75"/>
          <p:cNvGrpSpPr/>
          <p:nvPr/>
        </p:nvGrpSpPr>
        <p:grpSpPr>
          <a:xfrm>
            <a:off x="-289972" y="1493824"/>
            <a:ext cx="9188996" cy="3454187"/>
            <a:chOff x="-289972" y="1493824"/>
            <a:chExt cx="9188996" cy="3454187"/>
          </a:xfrm>
        </p:grpSpPr>
        <p:grpSp>
          <p:nvGrpSpPr>
            <p:cNvPr id="1089" name="Google Shape;1089;p75"/>
            <p:cNvGrpSpPr/>
            <p:nvPr/>
          </p:nvGrpSpPr>
          <p:grpSpPr>
            <a:xfrm>
              <a:off x="7962514" y="4260005"/>
              <a:ext cx="936510" cy="688006"/>
              <a:chOff x="3235964" y="2587955"/>
              <a:chExt cx="936510" cy="688006"/>
            </a:xfrm>
          </p:grpSpPr>
          <p:sp>
            <p:nvSpPr>
              <p:cNvPr id="1090" name="Google Shape;1090;p75"/>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p75"/>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92" name="Google Shape;1092;p75"/>
            <p:cNvGrpSpPr/>
            <p:nvPr/>
          </p:nvGrpSpPr>
          <p:grpSpPr>
            <a:xfrm>
              <a:off x="-289972" y="1493824"/>
              <a:ext cx="935946" cy="1833882"/>
              <a:chOff x="4738303" y="2509949"/>
              <a:chExt cx="935946" cy="1833882"/>
            </a:xfrm>
          </p:grpSpPr>
          <p:sp>
            <p:nvSpPr>
              <p:cNvPr id="1093" name="Google Shape;1093;p75"/>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75"/>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75"/>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p75"/>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7" name="Google Shape;1097;p75"/>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75"/>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099"/>
        <p:cNvGrpSpPr/>
        <p:nvPr/>
      </p:nvGrpSpPr>
      <p:grpSpPr>
        <a:xfrm>
          <a:off x="0" y="0"/>
          <a:ext cx="0" cy="0"/>
          <a:chOff x="0" y="0"/>
          <a:chExt cx="0" cy="0"/>
        </a:xfrm>
      </p:grpSpPr>
      <p:sp>
        <p:nvSpPr>
          <p:cNvPr id="1100" name="Google Shape;1100;p7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101" name="Google Shape;1101;p76"/>
          <p:cNvGrpSpPr/>
          <p:nvPr/>
        </p:nvGrpSpPr>
        <p:grpSpPr>
          <a:xfrm>
            <a:off x="1081074" y="1933799"/>
            <a:ext cx="9631925" cy="3127580"/>
            <a:chOff x="1081074" y="1933799"/>
            <a:chExt cx="9631925" cy="3127580"/>
          </a:xfrm>
        </p:grpSpPr>
        <p:grpSp>
          <p:nvGrpSpPr>
            <p:cNvPr id="1102" name="Google Shape;1102;p76"/>
            <p:cNvGrpSpPr/>
            <p:nvPr/>
          </p:nvGrpSpPr>
          <p:grpSpPr>
            <a:xfrm>
              <a:off x="8135724" y="1933799"/>
              <a:ext cx="2577275" cy="1833510"/>
              <a:chOff x="781874" y="1294774"/>
              <a:chExt cx="2577275" cy="1833510"/>
            </a:xfrm>
          </p:grpSpPr>
          <p:sp>
            <p:nvSpPr>
              <p:cNvPr id="1103" name="Google Shape;1103;p76"/>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4" name="Google Shape;1104;p76"/>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5" name="Google Shape;1105;p76"/>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6" name="Google Shape;1106;p76"/>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7" name="Google Shape;1107;p76"/>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8" name="Google Shape;1108;p76"/>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9" name="Google Shape;1109;p76"/>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p76"/>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p76"/>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2" name="Google Shape;1112;p76"/>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13" name="Google Shape;1113;p76"/>
            <p:cNvGrpSpPr/>
            <p:nvPr/>
          </p:nvGrpSpPr>
          <p:grpSpPr>
            <a:xfrm>
              <a:off x="1081074" y="4146624"/>
              <a:ext cx="1345775" cy="914755"/>
              <a:chOff x="2264799" y="3654374"/>
              <a:chExt cx="1345775" cy="914755"/>
            </a:xfrm>
          </p:grpSpPr>
          <p:sp>
            <p:nvSpPr>
              <p:cNvPr id="1114" name="Google Shape;1114;p76"/>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p76"/>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p76"/>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p76"/>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1118"/>
        <p:cNvGrpSpPr/>
        <p:nvPr/>
      </p:nvGrpSpPr>
      <p:grpSpPr>
        <a:xfrm>
          <a:off x="0" y="0"/>
          <a:ext cx="0" cy="0"/>
          <a:chOff x="0" y="0"/>
          <a:chExt cx="0" cy="0"/>
        </a:xfrm>
      </p:grpSpPr>
      <p:sp>
        <p:nvSpPr>
          <p:cNvPr id="1119" name="Google Shape;1119;p7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120" name="Google Shape;1120;p77"/>
          <p:cNvGrpSpPr/>
          <p:nvPr/>
        </p:nvGrpSpPr>
        <p:grpSpPr>
          <a:xfrm>
            <a:off x="6263389" y="-492526"/>
            <a:ext cx="2480210" cy="914755"/>
            <a:chOff x="6263389" y="-492526"/>
            <a:chExt cx="2480210" cy="914755"/>
          </a:xfrm>
        </p:grpSpPr>
        <p:grpSp>
          <p:nvGrpSpPr>
            <p:cNvPr id="1121" name="Google Shape;1121;p77"/>
            <p:cNvGrpSpPr/>
            <p:nvPr/>
          </p:nvGrpSpPr>
          <p:grpSpPr>
            <a:xfrm>
              <a:off x="6263389" y="-379145"/>
              <a:ext cx="936510" cy="688006"/>
              <a:chOff x="3235964" y="2587955"/>
              <a:chExt cx="936510" cy="688006"/>
            </a:xfrm>
          </p:grpSpPr>
          <p:sp>
            <p:nvSpPr>
              <p:cNvPr id="1122" name="Google Shape;1122;p77"/>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p77"/>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24" name="Google Shape;1124;p77"/>
            <p:cNvGrpSpPr/>
            <p:nvPr/>
          </p:nvGrpSpPr>
          <p:grpSpPr>
            <a:xfrm>
              <a:off x="7397824" y="-492526"/>
              <a:ext cx="1345775" cy="914755"/>
              <a:chOff x="2264799" y="3654374"/>
              <a:chExt cx="1345775" cy="914755"/>
            </a:xfrm>
          </p:grpSpPr>
          <p:sp>
            <p:nvSpPr>
              <p:cNvPr id="1125" name="Google Shape;1125;p77"/>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77"/>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77"/>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1128;p77"/>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29"/>
        <p:cNvGrpSpPr/>
        <p:nvPr/>
      </p:nvGrpSpPr>
      <p:grpSpPr>
        <a:xfrm>
          <a:off x="0" y="0"/>
          <a:ext cx="0" cy="0"/>
          <a:chOff x="0" y="0"/>
          <a:chExt cx="0" cy="0"/>
        </a:xfrm>
      </p:grpSpPr>
      <p:pic>
        <p:nvPicPr>
          <p:cNvPr id="1130" name="Google Shape;1130;p78"/>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131" name="Google Shape;1131;p78"/>
          <p:cNvSpPr txBox="1">
            <a:spLocks noGrp="1"/>
          </p:cNvSpPr>
          <p:nvPr>
            <p:ph type="title"/>
          </p:nvPr>
        </p:nvSpPr>
        <p:spPr>
          <a:xfrm>
            <a:off x="1226400" y="3128675"/>
            <a:ext cx="6691200" cy="66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132" name="Google Shape;1132;p78"/>
          <p:cNvSpPr txBox="1">
            <a:spLocks noGrp="1"/>
          </p:cNvSpPr>
          <p:nvPr>
            <p:ph type="subTitle" idx="1"/>
          </p:nvPr>
        </p:nvSpPr>
        <p:spPr>
          <a:xfrm>
            <a:off x="1226400" y="1429225"/>
            <a:ext cx="6691200" cy="151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grpSp>
        <p:nvGrpSpPr>
          <p:cNvPr id="1133" name="Google Shape;1133;p78"/>
          <p:cNvGrpSpPr/>
          <p:nvPr/>
        </p:nvGrpSpPr>
        <p:grpSpPr>
          <a:xfrm>
            <a:off x="-312476" y="134499"/>
            <a:ext cx="9211500" cy="5489485"/>
            <a:chOff x="-312476" y="134499"/>
            <a:chExt cx="9211500" cy="5489485"/>
          </a:xfrm>
        </p:grpSpPr>
        <p:grpSp>
          <p:nvGrpSpPr>
            <p:cNvPr id="1134" name="Google Shape;1134;p78"/>
            <p:cNvGrpSpPr/>
            <p:nvPr/>
          </p:nvGrpSpPr>
          <p:grpSpPr>
            <a:xfrm>
              <a:off x="-312476" y="3790474"/>
              <a:ext cx="2577275" cy="1833510"/>
              <a:chOff x="781874" y="1294774"/>
              <a:chExt cx="2577275" cy="1833510"/>
            </a:xfrm>
          </p:grpSpPr>
          <p:sp>
            <p:nvSpPr>
              <p:cNvPr id="1135" name="Google Shape;1135;p78"/>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p78"/>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78"/>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78"/>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78"/>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0" name="Google Shape;1140;p78"/>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78"/>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p78"/>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p78"/>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p78"/>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45" name="Google Shape;1145;p78"/>
            <p:cNvGrpSpPr/>
            <p:nvPr/>
          </p:nvGrpSpPr>
          <p:grpSpPr>
            <a:xfrm>
              <a:off x="7962514" y="1163280"/>
              <a:ext cx="936510" cy="688006"/>
              <a:chOff x="3235964" y="2587955"/>
              <a:chExt cx="936510" cy="688006"/>
            </a:xfrm>
          </p:grpSpPr>
          <p:sp>
            <p:nvSpPr>
              <p:cNvPr id="1146" name="Google Shape;1146;p78"/>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p78"/>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48" name="Google Shape;1148;p78"/>
            <p:cNvGrpSpPr/>
            <p:nvPr/>
          </p:nvGrpSpPr>
          <p:grpSpPr>
            <a:xfrm>
              <a:off x="6905474" y="134499"/>
              <a:ext cx="1345775" cy="914755"/>
              <a:chOff x="2264799" y="3654374"/>
              <a:chExt cx="1345775" cy="914755"/>
            </a:xfrm>
          </p:grpSpPr>
          <p:sp>
            <p:nvSpPr>
              <p:cNvPr id="1149" name="Google Shape;1149;p78"/>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0" name="Google Shape;1150;p78"/>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1" name="Google Shape;1151;p78"/>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2" name="Google Shape;1152;p78"/>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53"/>
        <p:cNvGrpSpPr/>
        <p:nvPr/>
      </p:nvGrpSpPr>
      <p:grpSpPr>
        <a:xfrm>
          <a:off x="0" y="0"/>
          <a:ext cx="0" cy="0"/>
          <a:chOff x="0" y="0"/>
          <a:chExt cx="0" cy="0"/>
        </a:xfrm>
      </p:grpSpPr>
      <p:grpSp>
        <p:nvGrpSpPr>
          <p:cNvPr id="1154" name="Google Shape;1154;p79"/>
          <p:cNvGrpSpPr/>
          <p:nvPr/>
        </p:nvGrpSpPr>
        <p:grpSpPr>
          <a:xfrm>
            <a:off x="5605824" y="-266076"/>
            <a:ext cx="3292925" cy="5294769"/>
            <a:chOff x="5605824" y="-266076"/>
            <a:chExt cx="3292925" cy="5294769"/>
          </a:xfrm>
        </p:grpSpPr>
        <p:grpSp>
          <p:nvGrpSpPr>
            <p:cNvPr id="1155" name="Google Shape;1155;p79"/>
            <p:cNvGrpSpPr/>
            <p:nvPr/>
          </p:nvGrpSpPr>
          <p:grpSpPr>
            <a:xfrm>
              <a:off x="5605824" y="-266076"/>
              <a:ext cx="2577275" cy="1833510"/>
              <a:chOff x="781874" y="1294774"/>
              <a:chExt cx="2577275" cy="1833510"/>
            </a:xfrm>
          </p:grpSpPr>
          <p:sp>
            <p:nvSpPr>
              <p:cNvPr id="1156" name="Google Shape;1156;p79"/>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7" name="Google Shape;1157;p79"/>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8" name="Google Shape;1158;p79"/>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9" name="Google Shape;1159;p7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0" name="Google Shape;1160;p79"/>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p7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2" name="Google Shape;1162;p79"/>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3" name="Google Shape;1163;p79"/>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4" name="Google Shape;1164;p7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79"/>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66" name="Google Shape;1166;p79"/>
            <p:cNvGrpSpPr/>
            <p:nvPr/>
          </p:nvGrpSpPr>
          <p:grpSpPr>
            <a:xfrm>
              <a:off x="7962803" y="3199534"/>
              <a:ext cx="935946" cy="1829159"/>
              <a:chOff x="4738303" y="2514672"/>
              <a:chExt cx="935946" cy="1829159"/>
            </a:xfrm>
          </p:grpSpPr>
          <p:sp>
            <p:nvSpPr>
              <p:cNvPr id="1167" name="Google Shape;1167;p79"/>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79"/>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p79"/>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79"/>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79"/>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79"/>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173" name="Google Shape;1173;p79"/>
          <p:cNvSpPr>
            <a:spLocks noGrp="1"/>
          </p:cNvSpPr>
          <p:nvPr>
            <p:ph type="pic" idx="2"/>
          </p:nvPr>
        </p:nvSpPr>
        <p:spPr>
          <a:xfrm>
            <a:off x="5273100" y="533863"/>
            <a:ext cx="2910000" cy="4075800"/>
          </a:xfrm>
          <a:prstGeom prst="rect">
            <a:avLst/>
          </a:prstGeom>
          <a:noFill/>
          <a:ln>
            <a:noFill/>
          </a:ln>
        </p:spPr>
      </p:sp>
      <p:sp>
        <p:nvSpPr>
          <p:cNvPr id="1174" name="Google Shape;1174;p79"/>
          <p:cNvSpPr txBox="1">
            <a:spLocks noGrp="1"/>
          </p:cNvSpPr>
          <p:nvPr>
            <p:ph type="title"/>
          </p:nvPr>
        </p:nvSpPr>
        <p:spPr>
          <a:xfrm>
            <a:off x="720000" y="836175"/>
            <a:ext cx="3519600" cy="229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175" name="Google Shape;1175;p79"/>
          <p:cNvSpPr txBox="1">
            <a:spLocks noGrp="1"/>
          </p:cNvSpPr>
          <p:nvPr>
            <p:ph type="subTitle" idx="1"/>
          </p:nvPr>
        </p:nvSpPr>
        <p:spPr>
          <a:xfrm>
            <a:off x="720000" y="3132225"/>
            <a:ext cx="3519600" cy="1116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176"/>
        <p:cNvGrpSpPr/>
        <p:nvPr/>
      </p:nvGrpSpPr>
      <p:grpSpPr>
        <a:xfrm>
          <a:off x="0" y="0"/>
          <a:ext cx="0" cy="0"/>
          <a:chOff x="0" y="0"/>
          <a:chExt cx="0" cy="0"/>
        </a:xfrm>
      </p:grpSpPr>
      <p:sp>
        <p:nvSpPr>
          <p:cNvPr id="1177" name="Google Shape;1177;p80"/>
          <p:cNvSpPr txBox="1">
            <a:spLocks noGrp="1"/>
          </p:cNvSpPr>
          <p:nvPr>
            <p:ph type="title"/>
          </p:nvPr>
        </p:nvSpPr>
        <p:spPr>
          <a:xfrm>
            <a:off x="720000" y="1435213"/>
            <a:ext cx="31035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178" name="Google Shape;1178;p80"/>
          <p:cNvSpPr txBox="1">
            <a:spLocks noGrp="1"/>
          </p:cNvSpPr>
          <p:nvPr>
            <p:ph type="subTitle" idx="1"/>
          </p:nvPr>
        </p:nvSpPr>
        <p:spPr>
          <a:xfrm>
            <a:off x="720000" y="2543688"/>
            <a:ext cx="3103500" cy="1164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179" name="Google Shape;1179;p80"/>
          <p:cNvGrpSpPr/>
          <p:nvPr/>
        </p:nvGrpSpPr>
        <p:grpSpPr>
          <a:xfrm>
            <a:off x="876149" y="-589501"/>
            <a:ext cx="6689450" cy="6267410"/>
            <a:chOff x="876149" y="-589501"/>
            <a:chExt cx="6689450" cy="6267410"/>
          </a:xfrm>
        </p:grpSpPr>
        <p:grpSp>
          <p:nvGrpSpPr>
            <p:cNvPr id="1180" name="Google Shape;1180;p80"/>
            <p:cNvGrpSpPr/>
            <p:nvPr/>
          </p:nvGrpSpPr>
          <p:grpSpPr>
            <a:xfrm>
              <a:off x="876149" y="3844399"/>
              <a:ext cx="2577275" cy="1833510"/>
              <a:chOff x="781874" y="1294774"/>
              <a:chExt cx="2577275" cy="1833510"/>
            </a:xfrm>
          </p:grpSpPr>
          <p:sp>
            <p:nvSpPr>
              <p:cNvPr id="1181" name="Google Shape;1181;p80"/>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80"/>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80"/>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80"/>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80"/>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80"/>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80"/>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80"/>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80"/>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80"/>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1" name="Google Shape;1191;p80"/>
            <p:cNvGrpSpPr/>
            <p:nvPr/>
          </p:nvGrpSpPr>
          <p:grpSpPr>
            <a:xfrm>
              <a:off x="6629653" y="-589501"/>
              <a:ext cx="935946" cy="1829159"/>
              <a:chOff x="4738303" y="2509949"/>
              <a:chExt cx="935946" cy="1829159"/>
            </a:xfrm>
          </p:grpSpPr>
          <p:sp>
            <p:nvSpPr>
              <p:cNvPr id="1192" name="Google Shape;1192;p80"/>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80"/>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4" name="Google Shape;1194;p80"/>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80"/>
              <p:cNvSpPr/>
              <p:nvPr/>
            </p:nvSpPr>
            <p:spPr>
              <a:xfrm rot="10800000">
                <a:off x="5149225" y="3655392"/>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80"/>
              <p:cNvSpPr/>
              <p:nvPr/>
            </p:nvSpPr>
            <p:spPr>
              <a:xfrm rot="10800000">
                <a:off x="4739588" y="3881008"/>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80"/>
              <p:cNvSpPr/>
              <p:nvPr/>
            </p:nvSpPr>
            <p:spPr>
              <a:xfrm rot="10800000">
                <a:off x="4739588" y="342304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198"/>
        <p:cNvGrpSpPr/>
        <p:nvPr/>
      </p:nvGrpSpPr>
      <p:grpSpPr>
        <a:xfrm>
          <a:off x="0" y="0"/>
          <a:ext cx="0" cy="0"/>
          <a:chOff x="0" y="0"/>
          <a:chExt cx="0" cy="0"/>
        </a:xfrm>
      </p:grpSpPr>
      <p:sp>
        <p:nvSpPr>
          <p:cNvPr id="1199" name="Google Shape;1199;p81"/>
          <p:cNvSpPr txBox="1">
            <a:spLocks noGrp="1"/>
          </p:cNvSpPr>
          <p:nvPr>
            <p:ph type="title"/>
          </p:nvPr>
        </p:nvSpPr>
        <p:spPr>
          <a:xfrm>
            <a:off x="4038175" y="1712763"/>
            <a:ext cx="3968100" cy="687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200" name="Google Shape;1200;p81"/>
          <p:cNvSpPr txBox="1">
            <a:spLocks noGrp="1"/>
          </p:cNvSpPr>
          <p:nvPr>
            <p:ph type="subTitle" idx="1"/>
          </p:nvPr>
        </p:nvSpPr>
        <p:spPr>
          <a:xfrm>
            <a:off x="4038375" y="2399638"/>
            <a:ext cx="3968100" cy="103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201" name="Google Shape;1201;p81"/>
          <p:cNvGrpSpPr/>
          <p:nvPr/>
        </p:nvGrpSpPr>
        <p:grpSpPr>
          <a:xfrm>
            <a:off x="-627601" y="-377251"/>
            <a:ext cx="7883675" cy="5333955"/>
            <a:chOff x="-627601" y="-377251"/>
            <a:chExt cx="7883675" cy="5333955"/>
          </a:xfrm>
        </p:grpSpPr>
        <p:grpSp>
          <p:nvGrpSpPr>
            <p:cNvPr id="1202" name="Google Shape;1202;p81"/>
            <p:cNvGrpSpPr/>
            <p:nvPr/>
          </p:nvGrpSpPr>
          <p:grpSpPr>
            <a:xfrm>
              <a:off x="-627601" y="-377251"/>
              <a:ext cx="2577275" cy="1833510"/>
              <a:chOff x="781874" y="1294774"/>
              <a:chExt cx="2577275" cy="1833510"/>
            </a:xfrm>
          </p:grpSpPr>
          <p:sp>
            <p:nvSpPr>
              <p:cNvPr id="1203" name="Google Shape;1203;p81"/>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81"/>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81"/>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81"/>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81"/>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81"/>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81"/>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81"/>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81"/>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81"/>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13" name="Google Shape;1213;p81"/>
            <p:cNvGrpSpPr/>
            <p:nvPr/>
          </p:nvGrpSpPr>
          <p:grpSpPr>
            <a:xfrm>
              <a:off x="5910299" y="4041949"/>
              <a:ext cx="1345775" cy="914755"/>
              <a:chOff x="2264799" y="3654374"/>
              <a:chExt cx="1345775" cy="914755"/>
            </a:xfrm>
          </p:grpSpPr>
          <p:sp>
            <p:nvSpPr>
              <p:cNvPr id="1214" name="Google Shape;1214;p81"/>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81"/>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81"/>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p81"/>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1218"/>
        <p:cNvGrpSpPr/>
        <p:nvPr/>
      </p:nvGrpSpPr>
      <p:grpSpPr>
        <a:xfrm>
          <a:off x="0" y="0"/>
          <a:ext cx="0" cy="0"/>
          <a:chOff x="0" y="0"/>
          <a:chExt cx="0" cy="0"/>
        </a:xfrm>
      </p:grpSpPr>
      <p:sp>
        <p:nvSpPr>
          <p:cNvPr id="1219" name="Google Shape;1219;p82"/>
          <p:cNvSpPr txBox="1">
            <a:spLocks noGrp="1"/>
          </p:cNvSpPr>
          <p:nvPr>
            <p:ph type="title"/>
          </p:nvPr>
        </p:nvSpPr>
        <p:spPr>
          <a:xfrm>
            <a:off x="1222825" y="1801800"/>
            <a:ext cx="4193100" cy="741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220" name="Google Shape;1220;p82"/>
          <p:cNvSpPr txBox="1">
            <a:spLocks noGrp="1"/>
          </p:cNvSpPr>
          <p:nvPr>
            <p:ph type="subTitle" idx="1"/>
          </p:nvPr>
        </p:nvSpPr>
        <p:spPr>
          <a:xfrm>
            <a:off x="1222825" y="2543700"/>
            <a:ext cx="4193100" cy="93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221" name="Google Shape;1221;p82"/>
          <p:cNvGrpSpPr/>
          <p:nvPr/>
        </p:nvGrpSpPr>
        <p:grpSpPr>
          <a:xfrm>
            <a:off x="150003" y="-316120"/>
            <a:ext cx="9703996" cy="3951429"/>
            <a:chOff x="150003" y="-316120"/>
            <a:chExt cx="9703996" cy="3951429"/>
          </a:xfrm>
        </p:grpSpPr>
        <p:grpSp>
          <p:nvGrpSpPr>
            <p:cNvPr id="1222" name="Google Shape;1222;p82"/>
            <p:cNvGrpSpPr/>
            <p:nvPr/>
          </p:nvGrpSpPr>
          <p:grpSpPr>
            <a:xfrm>
              <a:off x="7276724" y="1801799"/>
              <a:ext cx="2577275" cy="1833510"/>
              <a:chOff x="781874" y="1294774"/>
              <a:chExt cx="2577275" cy="1833510"/>
            </a:xfrm>
          </p:grpSpPr>
          <p:sp>
            <p:nvSpPr>
              <p:cNvPr id="1223" name="Google Shape;1223;p82"/>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82"/>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p82"/>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82"/>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82"/>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82"/>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p82"/>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82"/>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p82"/>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p82"/>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33" name="Google Shape;1233;p82"/>
            <p:cNvGrpSpPr/>
            <p:nvPr/>
          </p:nvGrpSpPr>
          <p:grpSpPr>
            <a:xfrm>
              <a:off x="1328289" y="-316120"/>
              <a:ext cx="936510" cy="688006"/>
              <a:chOff x="3235964" y="2587955"/>
              <a:chExt cx="936510" cy="688006"/>
            </a:xfrm>
          </p:grpSpPr>
          <p:sp>
            <p:nvSpPr>
              <p:cNvPr id="1234" name="Google Shape;1234;p82"/>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p82"/>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36" name="Google Shape;1236;p82"/>
            <p:cNvGrpSpPr/>
            <p:nvPr/>
          </p:nvGrpSpPr>
          <p:grpSpPr>
            <a:xfrm>
              <a:off x="150003" y="142474"/>
              <a:ext cx="935946" cy="1829159"/>
              <a:chOff x="4738303" y="2509949"/>
              <a:chExt cx="935946" cy="1829159"/>
            </a:xfrm>
          </p:grpSpPr>
          <p:sp>
            <p:nvSpPr>
              <p:cNvPr id="1237" name="Google Shape;1237;p82"/>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82"/>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82"/>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82"/>
              <p:cNvSpPr/>
              <p:nvPr/>
            </p:nvSpPr>
            <p:spPr>
              <a:xfrm rot="10800000">
                <a:off x="5149225" y="3655392"/>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82"/>
              <p:cNvSpPr/>
              <p:nvPr/>
            </p:nvSpPr>
            <p:spPr>
              <a:xfrm rot="10800000">
                <a:off x="4739588" y="3881008"/>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82"/>
              <p:cNvSpPr/>
              <p:nvPr/>
            </p:nvSpPr>
            <p:spPr>
              <a:xfrm rot="10800000">
                <a:off x="4739588" y="342304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1243"/>
        <p:cNvGrpSpPr/>
        <p:nvPr/>
      </p:nvGrpSpPr>
      <p:grpSpPr>
        <a:xfrm>
          <a:off x="0" y="0"/>
          <a:ext cx="0" cy="0"/>
          <a:chOff x="0" y="0"/>
          <a:chExt cx="0" cy="0"/>
        </a:xfrm>
      </p:grpSpPr>
      <p:sp>
        <p:nvSpPr>
          <p:cNvPr id="1244" name="Google Shape;1244;p83"/>
          <p:cNvSpPr txBox="1">
            <a:spLocks noGrp="1"/>
          </p:cNvSpPr>
          <p:nvPr>
            <p:ph type="body" idx="1"/>
          </p:nvPr>
        </p:nvSpPr>
        <p:spPr>
          <a:xfrm>
            <a:off x="720000" y="1215750"/>
            <a:ext cx="5052000" cy="5727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lt2"/>
              </a:buClr>
              <a:buSzPts val="1400"/>
              <a:buFont typeface="Poppins Light"/>
              <a:buChar char="●"/>
              <a:defRPr/>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sp>
        <p:nvSpPr>
          <p:cNvPr id="1245" name="Google Shape;1245;p8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246" name="Google Shape;1246;p83"/>
          <p:cNvGrpSpPr/>
          <p:nvPr/>
        </p:nvGrpSpPr>
        <p:grpSpPr>
          <a:xfrm>
            <a:off x="6492739" y="2722049"/>
            <a:ext cx="3057485" cy="2798710"/>
            <a:chOff x="6492739" y="2722049"/>
            <a:chExt cx="3057485" cy="2798710"/>
          </a:xfrm>
        </p:grpSpPr>
        <p:grpSp>
          <p:nvGrpSpPr>
            <p:cNvPr id="1247" name="Google Shape;1247;p83"/>
            <p:cNvGrpSpPr/>
            <p:nvPr/>
          </p:nvGrpSpPr>
          <p:grpSpPr>
            <a:xfrm>
              <a:off x="6972949" y="3687249"/>
              <a:ext cx="2577275" cy="1833510"/>
              <a:chOff x="781874" y="1294774"/>
              <a:chExt cx="2577275" cy="1833510"/>
            </a:xfrm>
          </p:grpSpPr>
          <p:sp>
            <p:nvSpPr>
              <p:cNvPr id="1248" name="Google Shape;1248;p83"/>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83"/>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83"/>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83"/>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83"/>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83"/>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83"/>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p83"/>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p83"/>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83"/>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8" name="Google Shape;1258;p83"/>
            <p:cNvGrpSpPr/>
            <p:nvPr/>
          </p:nvGrpSpPr>
          <p:grpSpPr>
            <a:xfrm>
              <a:off x="6492739" y="4117380"/>
              <a:ext cx="936510" cy="688006"/>
              <a:chOff x="3235964" y="2587955"/>
              <a:chExt cx="936510" cy="688006"/>
            </a:xfrm>
          </p:grpSpPr>
          <p:sp>
            <p:nvSpPr>
              <p:cNvPr id="1259" name="Google Shape;1259;p83"/>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83"/>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61" name="Google Shape;1261;p83"/>
            <p:cNvGrpSpPr/>
            <p:nvPr/>
          </p:nvGrpSpPr>
          <p:grpSpPr>
            <a:xfrm>
              <a:off x="7429249" y="2722049"/>
              <a:ext cx="1345775" cy="914755"/>
              <a:chOff x="2264799" y="3654374"/>
              <a:chExt cx="1345775" cy="914755"/>
            </a:xfrm>
          </p:grpSpPr>
          <p:sp>
            <p:nvSpPr>
              <p:cNvPr id="1262" name="Google Shape;1262;p83"/>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83"/>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4" name="Google Shape;1264;p83"/>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p83"/>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66"/>
        <p:cNvGrpSpPr/>
        <p:nvPr/>
      </p:nvGrpSpPr>
      <p:grpSpPr>
        <a:xfrm>
          <a:off x="0" y="0"/>
          <a:ext cx="0" cy="0"/>
          <a:chOff x="0" y="0"/>
          <a:chExt cx="0" cy="0"/>
        </a:xfrm>
      </p:grpSpPr>
      <p:sp>
        <p:nvSpPr>
          <p:cNvPr id="1267" name="Google Shape;1267;p84"/>
          <p:cNvSpPr txBox="1">
            <a:spLocks noGrp="1"/>
          </p:cNvSpPr>
          <p:nvPr>
            <p:ph type="subTitle" idx="1"/>
          </p:nvPr>
        </p:nvSpPr>
        <p:spPr>
          <a:xfrm>
            <a:off x="726651"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8" name="Google Shape;1268;p84"/>
          <p:cNvSpPr txBox="1">
            <a:spLocks noGrp="1"/>
          </p:cNvSpPr>
          <p:nvPr>
            <p:ph type="subTitle" idx="2"/>
          </p:nvPr>
        </p:nvSpPr>
        <p:spPr>
          <a:xfrm>
            <a:off x="3474109"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9" name="Google Shape;1269;p84"/>
          <p:cNvSpPr txBox="1">
            <a:spLocks noGrp="1"/>
          </p:cNvSpPr>
          <p:nvPr>
            <p:ph type="subTitle" idx="3"/>
          </p:nvPr>
        </p:nvSpPr>
        <p:spPr>
          <a:xfrm>
            <a:off x="726651"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0" name="Google Shape;1270;p84"/>
          <p:cNvSpPr txBox="1">
            <a:spLocks noGrp="1"/>
          </p:cNvSpPr>
          <p:nvPr>
            <p:ph type="subTitle" idx="4"/>
          </p:nvPr>
        </p:nvSpPr>
        <p:spPr>
          <a:xfrm>
            <a:off x="3474109"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1" name="Google Shape;1271;p84"/>
          <p:cNvSpPr txBox="1">
            <a:spLocks noGrp="1"/>
          </p:cNvSpPr>
          <p:nvPr>
            <p:ph type="subTitle" idx="5"/>
          </p:nvPr>
        </p:nvSpPr>
        <p:spPr>
          <a:xfrm>
            <a:off x="6221568" y="2073001"/>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2" name="Google Shape;1272;p84"/>
          <p:cNvSpPr txBox="1">
            <a:spLocks noGrp="1"/>
          </p:cNvSpPr>
          <p:nvPr>
            <p:ph type="subTitle" idx="6"/>
          </p:nvPr>
        </p:nvSpPr>
        <p:spPr>
          <a:xfrm>
            <a:off x="6221568" y="3503225"/>
            <a:ext cx="22092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73" name="Google Shape;1273;p84"/>
          <p:cNvSpPr txBox="1">
            <a:spLocks noGrp="1"/>
          </p:cNvSpPr>
          <p:nvPr>
            <p:ph type="subTitle" idx="7"/>
          </p:nvPr>
        </p:nvSpPr>
        <p:spPr>
          <a:xfrm>
            <a:off x="730989"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4" name="Google Shape;1274;p84"/>
          <p:cNvSpPr txBox="1">
            <a:spLocks noGrp="1"/>
          </p:cNvSpPr>
          <p:nvPr>
            <p:ph type="subTitle" idx="8"/>
          </p:nvPr>
        </p:nvSpPr>
        <p:spPr>
          <a:xfrm>
            <a:off x="3478447"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5" name="Google Shape;1275;p84"/>
          <p:cNvSpPr txBox="1">
            <a:spLocks noGrp="1"/>
          </p:cNvSpPr>
          <p:nvPr>
            <p:ph type="subTitle" idx="9"/>
          </p:nvPr>
        </p:nvSpPr>
        <p:spPr>
          <a:xfrm>
            <a:off x="6225906" y="16566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6" name="Google Shape;1276;p84"/>
          <p:cNvSpPr txBox="1">
            <a:spLocks noGrp="1"/>
          </p:cNvSpPr>
          <p:nvPr>
            <p:ph type="subTitle" idx="13"/>
          </p:nvPr>
        </p:nvSpPr>
        <p:spPr>
          <a:xfrm>
            <a:off x="730989"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7" name="Google Shape;1277;p84"/>
          <p:cNvSpPr txBox="1">
            <a:spLocks noGrp="1"/>
          </p:cNvSpPr>
          <p:nvPr>
            <p:ph type="subTitle" idx="14"/>
          </p:nvPr>
        </p:nvSpPr>
        <p:spPr>
          <a:xfrm>
            <a:off x="3478447"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8" name="Google Shape;1278;p84"/>
          <p:cNvSpPr txBox="1">
            <a:spLocks noGrp="1"/>
          </p:cNvSpPr>
          <p:nvPr>
            <p:ph type="subTitle" idx="15"/>
          </p:nvPr>
        </p:nvSpPr>
        <p:spPr>
          <a:xfrm>
            <a:off x="6225906" y="3086800"/>
            <a:ext cx="22005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400" b="1">
                <a:solidFill>
                  <a:schemeClr val="dk1"/>
                </a:solidFill>
              </a:defRPr>
            </a:lvl1pPr>
            <a:lvl2pPr lvl="1" algn="ctr">
              <a:lnSpc>
                <a:spcPct val="100000"/>
              </a:lnSpc>
              <a:spcBef>
                <a:spcPts val="0"/>
              </a:spcBef>
              <a:spcAft>
                <a:spcPts val="0"/>
              </a:spcAft>
              <a:buSzPts val="2400"/>
              <a:buNone/>
              <a:defRPr sz="2400" b="1"/>
            </a:lvl2pPr>
            <a:lvl3pPr lvl="2" algn="ctr">
              <a:lnSpc>
                <a:spcPct val="100000"/>
              </a:lnSpc>
              <a:spcBef>
                <a:spcPts val="0"/>
              </a:spcBef>
              <a:spcAft>
                <a:spcPts val="0"/>
              </a:spcAft>
              <a:buSzPts val="2400"/>
              <a:buNone/>
              <a:defRPr sz="2400" b="1"/>
            </a:lvl3pPr>
            <a:lvl4pPr lvl="3" algn="ctr">
              <a:lnSpc>
                <a:spcPct val="100000"/>
              </a:lnSpc>
              <a:spcBef>
                <a:spcPts val="0"/>
              </a:spcBef>
              <a:spcAft>
                <a:spcPts val="0"/>
              </a:spcAft>
              <a:buSzPts val="2400"/>
              <a:buNone/>
              <a:defRPr sz="2400" b="1"/>
            </a:lvl4pPr>
            <a:lvl5pPr lvl="4" algn="ctr">
              <a:lnSpc>
                <a:spcPct val="100000"/>
              </a:lnSpc>
              <a:spcBef>
                <a:spcPts val="0"/>
              </a:spcBef>
              <a:spcAft>
                <a:spcPts val="0"/>
              </a:spcAft>
              <a:buSzPts val="2400"/>
              <a:buNone/>
              <a:defRPr sz="2400" b="1"/>
            </a:lvl5pPr>
            <a:lvl6pPr lvl="5" algn="ctr">
              <a:lnSpc>
                <a:spcPct val="100000"/>
              </a:lnSpc>
              <a:spcBef>
                <a:spcPts val="0"/>
              </a:spcBef>
              <a:spcAft>
                <a:spcPts val="0"/>
              </a:spcAft>
              <a:buSzPts val="2400"/>
              <a:buNone/>
              <a:defRPr sz="2400" b="1"/>
            </a:lvl6pPr>
            <a:lvl7pPr lvl="6" algn="ctr">
              <a:lnSpc>
                <a:spcPct val="100000"/>
              </a:lnSpc>
              <a:spcBef>
                <a:spcPts val="0"/>
              </a:spcBef>
              <a:spcAft>
                <a:spcPts val="0"/>
              </a:spcAft>
              <a:buSzPts val="2400"/>
              <a:buNone/>
              <a:defRPr sz="2400" b="1"/>
            </a:lvl7pPr>
            <a:lvl8pPr lvl="7" algn="ctr">
              <a:lnSpc>
                <a:spcPct val="100000"/>
              </a:lnSpc>
              <a:spcBef>
                <a:spcPts val="0"/>
              </a:spcBef>
              <a:spcAft>
                <a:spcPts val="0"/>
              </a:spcAft>
              <a:buSzPts val="2400"/>
              <a:buNone/>
              <a:defRPr sz="2400" b="1"/>
            </a:lvl8pPr>
            <a:lvl9pPr lvl="8" algn="ctr">
              <a:lnSpc>
                <a:spcPct val="100000"/>
              </a:lnSpc>
              <a:spcBef>
                <a:spcPts val="0"/>
              </a:spcBef>
              <a:spcAft>
                <a:spcPts val="0"/>
              </a:spcAft>
              <a:buSzPts val="2400"/>
              <a:buNone/>
              <a:defRPr sz="2400" b="1"/>
            </a:lvl9pPr>
          </a:lstStyle>
          <a:p>
            <a:endParaRPr/>
          </a:p>
        </p:txBody>
      </p:sp>
      <p:sp>
        <p:nvSpPr>
          <p:cNvPr id="1279" name="Google Shape;1279;p8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280" name="Google Shape;1280;p84"/>
          <p:cNvGrpSpPr/>
          <p:nvPr/>
        </p:nvGrpSpPr>
        <p:grpSpPr>
          <a:xfrm>
            <a:off x="324089" y="4387674"/>
            <a:ext cx="8509210" cy="926987"/>
            <a:chOff x="313264" y="4021024"/>
            <a:chExt cx="8509210" cy="926987"/>
          </a:xfrm>
        </p:grpSpPr>
        <p:grpSp>
          <p:nvGrpSpPr>
            <p:cNvPr id="1281" name="Google Shape;1281;p84"/>
            <p:cNvGrpSpPr/>
            <p:nvPr/>
          </p:nvGrpSpPr>
          <p:grpSpPr>
            <a:xfrm>
              <a:off x="313264" y="4260005"/>
              <a:ext cx="936510" cy="688006"/>
              <a:chOff x="3235964" y="2587955"/>
              <a:chExt cx="936510" cy="688006"/>
            </a:xfrm>
          </p:grpSpPr>
          <p:sp>
            <p:nvSpPr>
              <p:cNvPr id="1282" name="Google Shape;1282;p84"/>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84"/>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4" name="Google Shape;1284;p84"/>
            <p:cNvGrpSpPr/>
            <p:nvPr/>
          </p:nvGrpSpPr>
          <p:grpSpPr>
            <a:xfrm>
              <a:off x="7476699" y="4021024"/>
              <a:ext cx="1345775" cy="914755"/>
              <a:chOff x="2264799" y="3654374"/>
              <a:chExt cx="1345775" cy="914755"/>
            </a:xfrm>
          </p:grpSpPr>
          <p:sp>
            <p:nvSpPr>
              <p:cNvPr id="1285" name="Google Shape;1285;p84"/>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84"/>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7" name="Google Shape;1287;p84"/>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p84"/>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89"/>
        <p:cNvGrpSpPr/>
        <p:nvPr/>
      </p:nvGrpSpPr>
      <p:grpSpPr>
        <a:xfrm>
          <a:off x="0" y="0"/>
          <a:ext cx="0" cy="0"/>
          <a:chOff x="0" y="0"/>
          <a:chExt cx="0" cy="0"/>
        </a:xfrm>
      </p:grpSpPr>
      <p:pic>
        <p:nvPicPr>
          <p:cNvPr id="1290" name="Google Shape;1290;p8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291" name="Google Shape;1291;p85"/>
          <p:cNvSpPr txBox="1">
            <a:spLocks noGrp="1"/>
          </p:cNvSpPr>
          <p:nvPr>
            <p:ph type="title"/>
          </p:nvPr>
        </p:nvSpPr>
        <p:spPr>
          <a:xfrm>
            <a:off x="2223600" y="638357"/>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292" name="Google Shape;1292;p85"/>
          <p:cNvSpPr txBox="1">
            <a:spLocks noGrp="1"/>
          </p:cNvSpPr>
          <p:nvPr>
            <p:ph type="subTitle" idx="1"/>
          </p:nvPr>
        </p:nvSpPr>
        <p:spPr>
          <a:xfrm>
            <a:off x="2223600" y="1327275"/>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93" name="Google Shape;1293;p85"/>
          <p:cNvSpPr txBox="1">
            <a:spLocks noGrp="1"/>
          </p:cNvSpPr>
          <p:nvPr>
            <p:ph type="title" idx="2"/>
          </p:nvPr>
        </p:nvSpPr>
        <p:spPr>
          <a:xfrm>
            <a:off x="2223600" y="1990612"/>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294" name="Google Shape;1294;p85"/>
          <p:cNvSpPr txBox="1">
            <a:spLocks noGrp="1"/>
          </p:cNvSpPr>
          <p:nvPr>
            <p:ph type="subTitle" idx="3"/>
          </p:nvPr>
        </p:nvSpPr>
        <p:spPr>
          <a:xfrm>
            <a:off x="2223600" y="2679527"/>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95" name="Google Shape;1295;p85"/>
          <p:cNvSpPr txBox="1">
            <a:spLocks noGrp="1"/>
          </p:cNvSpPr>
          <p:nvPr>
            <p:ph type="title" idx="4"/>
          </p:nvPr>
        </p:nvSpPr>
        <p:spPr>
          <a:xfrm>
            <a:off x="2223600" y="3342868"/>
            <a:ext cx="4696800" cy="768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296" name="Google Shape;1296;p85"/>
          <p:cNvSpPr txBox="1">
            <a:spLocks noGrp="1"/>
          </p:cNvSpPr>
          <p:nvPr>
            <p:ph type="subTitle" idx="5"/>
          </p:nvPr>
        </p:nvSpPr>
        <p:spPr>
          <a:xfrm>
            <a:off x="2223600" y="4031797"/>
            <a:ext cx="4696800" cy="402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297" name="Google Shape;1297;p85"/>
          <p:cNvGrpSpPr/>
          <p:nvPr/>
        </p:nvGrpSpPr>
        <p:grpSpPr>
          <a:xfrm>
            <a:off x="202374" y="239324"/>
            <a:ext cx="9683050" cy="4722185"/>
            <a:chOff x="202374" y="239324"/>
            <a:chExt cx="9683050" cy="4722185"/>
          </a:xfrm>
        </p:grpSpPr>
        <p:grpSp>
          <p:nvGrpSpPr>
            <p:cNvPr id="1298" name="Google Shape;1298;p85"/>
            <p:cNvGrpSpPr/>
            <p:nvPr/>
          </p:nvGrpSpPr>
          <p:grpSpPr>
            <a:xfrm>
              <a:off x="7308149" y="3127999"/>
              <a:ext cx="2577275" cy="1833510"/>
              <a:chOff x="781874" y="1294774"/>
              <a:chExt cx="2577275" cy="1833510"/>
            </a:xfrm>
          </p:grpSpPr>
          <p:sp>
            <p:nvSpPr>
              <p:cNvPr id="1299" name="Google Shape;1299;p85"/>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85"/>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85"/>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85"/>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85"/>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85"/>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85"/>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85"/>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p85"/>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85"/>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09" name="Google Shape;1309;p85"/>
            <p:cNvGrpSpPr/>
            <p:nvPr/>
          </p:nvGrpSpPr>
          <p:grpSpPr>
            <a:xfrm>
              <a:off x="7918539" y="1927980"/>
              <a:ext cx="936510" cy="688006"/>
              <a:chOff x="3235964" y="2587955"/>
              <a:chExt cx="936510" cy="688006"/>
            </a:xfrm>
          </p:grpSpPr>
          <p:sp>
            <p:nvSpPr>
              <p:cNvPr id="1310" name="Google Shape;1310;p85"/>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85"/>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12" name="Google Shape;1312;p85"/>
            <p:cNvGrpSpPr/>
            <p:nvPr/>
          </p:nvGrpSpPr>
          <p:grpSpPr>
            <a:xfrm>
              <a:off x="202378" y="3017522"/>
              <a:ext cx="935946" cy="1829159"/>
              <a:chOff x="4738303" y="2514672"/>
              <a:chExt cx="935946" cy="1829159"/>
            </a:xfrm>
          </p:grpSpPr>
          <p:sp>
            <p:nvSpPr>
              <p:cNvPr id="1313" name="Google Shape;1313;p85"/>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85"/>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85"/>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85"/>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85"/>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85"/>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19" name="Google Shape;1319;p85"/>
            <p:cNvGrpSpPr/>
            <p:nvPr/>
          </p:nvGrpSpPr>
          <p:grpSpPr>
            <a:xfrm>
              <a:off x="202374" y="239324"/>
              <a:ext cx="1345775" cy="914755"/>
              <a:chOff x="2264799" y="3654374"/>
              <a:chExt cx="1345775" cy="914755"/>
            </a:xfrm>
          </p:grpSpPr>
          <p:sp>
            <p:nvSpPr>
              <p:cNvPr id="1320" name="Google Shape;1320;p85"/>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85"/>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85"/>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p85"/>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1324"/>
        <p:cNvGrpSpPr/>
        <p:nvPr/>
      </p:nvGrpSpPr>
      <p:grpSpPr>
        <a:xfrm>
          <a:off x="0" y="0"/>
          <a:ext cx="0" cy="0"/>
          <a:chOff x="0" y="0"/>
          <a:chExt cx="0" cy="0"/>
        </a:xfrm>
      </p:grpSpPr>
      <p:sp>
        <p:nvSpPr>
          <p:cNvPr id="1325" name="Google Shape;1325;p86"/>
          <p:cNvSpPr txBox="1">
            <a:spLocks noGrp="1"/>
          </p:cNvSpPr>
          <p:nvPr>
            <p:ph type="title"/>
          </p:nvPr>
        </p:nvSpPr>
        <p:spPr>
          <a:xfrm>
            <a:off x="1147374" y="1581150"/>
            <a:ext cx="15441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326" name="Google Shape;1326;p86"/>
          <p:cNvSpPr txBox="1">
            <a:spLocks noGrp="1"/>
          </p:cNvSpPr>
          <p:nvPr>
            <p:ph type="subTitle" idx="1"/>
          </p:nvPr>
        </p:nvSpPr>
        <p:spPr>
          <a:xfrm>
            <a:off x="720043"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27" name="Google Shape;1327;p86"/>
          <p:cNvSpPr txBox="1">
            <a:spLocks noGrp="1"/>
          </p:cNvSpPr>
          <p:nvPr>
            <p:ph type="subTitle" idx="2"/>
          </p:nvPr>
        </p:nvSpPr>
        <p:spPr>
          <a:xfrm>
            <a:off x="720043"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1328" name="Google Shape;1328;p86"/>
          <p:cNvSpPr txBox="1">
            <a:spLocks noGrp="1"/>
          </p:cNvSpPr>
          <p:nvPr>
            <p:ph type="title" idx="3"/>
          </p:nvPr>
        </p:nvSpPr>
        <p:spPr>
          <a:xfrm>
            <a:off x="3800538" y="1581150"/>
            <a:ext cx="15426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329" name="Google Shape;1329;p86"/>
          <p:cNvSpPr txBox="1">
            <a:spLocks noGrp="1"/>
          </p:cNvSpPr>
          <p:nvPr>
            <p:ph type="subTitle" idx="4"/>
          </p:nvPr>
        </p:nvSpPr>
        <p:spPr>
          <a:xfrm>
            <a:off x="3372600"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30" name="Google Shape;1330;p86"/>
          <p:cNvSpPr txBox="1">
            <a:spLocks noGrp="1"/>
          </p:cNvSpPr>
          <p:nvPr>
            <p:ph type="subTitle" idx="5"/>
          </p:nvPr>
        </p:nvSpPr>
        <p:spPr>
          <a:xfrm>
            <a:off x="3372600"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1331" name="Google Shape;1331;p86"/>
          <p:cNvSpPr txBox="1">
            <a:spLocks noGrp="1"/>
          </p:cNvSpPr>
          <p:nvPr>
            <p:ph type="title" idx="6"/>
          </p:nvPr>
        </p:nvSpPr>
        <p:spPr>
          <a:xfrm>
            <a:off x="6450528" y="1581150"/>
            <a:ext cx="1542600" cy="40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332" name="Google Shape;1332;p86"/>
          <p:cNvSpPr txBox="1">
            <a:spLocks noGrp="1"/>
          </p:cNvSpPr>
          <p:nvPr>
            <p:ph type="subTitle" idx="7"/>
          </p:nvPr>
        </p:nvSpPr>
        <p:spPr>
          <a:xfrm>
            <a:off x="6025157" y="3248175"/>
            <a:ext cx="2398800" cy="881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33" name="Google Shape;1333;p86"/>
          <p:cNvSpPr txBox="1">
            <a:spLocks noGrp="1"/>
          </p:cNvSpPr>
          <p:nvPr>
            <p:ph type="subTitle" idx="8"/>
          </p:nvPr>
        </p:nvSpPr>
        <p:spPr>
          <a:xfrm>
            <a:off x="6025157" y="2751150"/>
            <a:ext cx="2398800" cy="5055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Clr>
                <a:schemeClr val="dk1"/>
              </a:buClr>
              <a:buSzPts val="2400"/>
              <a:buNone/>
              <a:defRPr sz="2400" b="1">
                <a:solidFill>
                  <a:schemeClr val="dk1"/>
                </a:solidFill>
              </a:defRPr>
            </a:lvl1pPr>
            <a:lvl2pPr lvl="1" algn="ctr">
              <a:lnSpc>
                <a:spcPct val="100000"/>
              </a:lnSpc>
              <a:spcBef>
                <a:spcPts val="0"/>
              </a:spcBef>
              <a:spcAft>
                <a:spcPts val="0"/>
              </a:spcAft>
              <a:buClr>
                <a:schemeClr val="dk1"/>
              </a:buClr>
              <a:buSzPts val="2400"/>
              <a:buNone/>
              <a:defRPr sz="2400" b="1">
                <a:solidFill>
                  <a:schemeClr val="dk1"/>
                </a:solidFill>
              </a:defRPr>
            </a:lvl2pPr>
            <a:lvl3pPr lvl="2" algn="ctr">
              <a:lnSpc>
                <a:spcPct val="100000"/>
              </a:lnSpc>
              <a:spcBef>
                <a:spcPts val="0"/>
              </a:spcBef>
              <a:spcAft>
                <a:spcPts val="0"/>
              </a:spcAft>
              <a:buClr>
                <a:schemeClr val="dk1"/>
              </a:buClr>
              <a:buSzPts val="2400"/>
              <a:buNone/>
              <a:defRPr sz="2400" b="1">
                <a:solidFill>
                  <a:schemeClr val="dk1"/>
                </a:solidFill>
              </a:defRPr>
            </a:lvl3pPr>
            <a:lvl4pPr lvl="3" algn="ctr">
              <a:lnSpc>
                <a:spcPct val="100000"/>
              </a:lnSpc>
              <a:spcBef>
                <a:spcPts val="0"/>
              </a:spcBef>
              <a:spcAft>
                <a:spcPts val="0"/>
              </a:spcAft>
              <a:buClr>
                <a:schemeClr val="dk1"/>
              </a:buClr>
              <a:buSzPts val="2400"/>
              <a:buNone/>
              <a:defRPr sz="2400" b="1">
                <a:solidFill>
                  <a:schemeClr val="dk1"/>
                </a:solidFill>
              </a:defRPr>
            </a:lvl4pPr>
            <a:lvl5pPr lvl="4" algn="ctr">
              <a:lnSpc>
                <a:spcPct val="100000"/>
              </a:lnSpc>
              <a:spcBef>
                <a:spcPts val="0"/>
              </a:spcBef>
              <a:spcAft>
                <a:spcPts val="0"/>
              </a:spcAft>
              <a:buClr>
                <a:schemeClr val="dk1"/>
              </a:buClr>
              <a:buSzPts val="2400"/>
              <a:buNone/>
              <a:defRPr sz="2400" b="1">
                <a:solidFill>
                  <a:schemeClr val="dk1"/>
                </a:solidFill>
              </a:defRPr>
            </a:lvl5pPr>
            <a:lvl6pPr lvl="5" algn="ctr">
              <a:lnSpc>
                <a:spcPct val="100000"/>
              </a:lnSpc>
              <a:spcBef>
                <a:spcPts val="0"/>
              </a:spcBef>
              <a:spcAft>
                <a:spcPts val="0"/>
              </a:spcAft>
              <a:buClr>
                <a:schemeClr val="dk1"/>
              </a:buClr>
              <a:buSzPts val="2400"/>
              <a:buNone/>
              <a:defRPr sz="2400" b="1">
                <a:solidFill>
                  <a:schemeClr val="dk1"/>
                </a:solidFill>
              </a:defRPr>
            </a:lvl6pPr>
            <a:lvl7pPr lvl="6" algn="ctr">
              <a:lnSpc>
                <a:spcPct val="100000"/>
              </a:lnSpc>
              <a:spcBef>
                <a:spcPts val="0"/>
              </a:spcBef>
              <a:spcAft>
                <a:spcPts val="0"/>
              </a:spcAft>
              <a:buClr>
                <a:schemeClr val="dk1"/>
              </a:buClr>
              <a:buSzPts val="2400"/>
              <a:buNone/>
              <a:defRPr sz="2400" b="1">
                <a:solidFill>
                  <a:schemeClr val="dk1"/>
                </a:solidFill>
              </a:defRPr>
            </a:lvl7pPr>
            <a:lvl8pPr lvl="7" algn="ctr">
              <a:lnSpc>
                <a:spcPct val="100000"/>
              </a:lnSpc>
              <a:spcBef>
                <a:spcPts val="0"/>
              </a:spcBef>
              <a:spcAft>
                <a:spcPts val="0"/>
              </a:spcAft>
              <a:buClr>
                <a:schemeClr val="dk1"/>
              </a:buClr>
              <a:buSzPts val="2400"/>
              <a:buNone/>
              <a:defRPr sz="2400" b="1">
                <a:solidFill>
                  <a:schemeClr val="dk1"/>
                </a:solidFill>
              </a:defRPr>
            </a:lvl8pPr>
            <a:lvl9pPr lvl="8" algn="ctr">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1334" name="Google Shape;1334;p86"/>
          <p:cNvSpPr txBox="1">
            <a:spLocks noGrp="1"/>
          </p:cNvSpPr>
          <p:nvPr>
            <p:ph type="title" idx="9"/>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1335" name="Google Shape;1335;p86"/>
          <p:cNvGrpSpPr/>
          <p:nvPr/>
        </p:nvGrpSpPr>
        <p:grpSpPr>
          <a:xfrm>
            <a:off x="-184236" y="1886080"/>
            <a:ext cx="9122035" cy="4187626"/>
            <a:chOff x="-223286" y="1666105"/>
            <a:chExt cx="9122035" cy="4187626"/>
          </a:xfrm>
        </p:grpSpPr>
        <p:grpSp>
          <p:nvGrpSpPr>
            <p:cNvPr id="1336" name="Google Shape;1336;p86"/>
            <p:cNvGrpSpPr/>
            <p:nvPr/>
          </p:nvGrpSpPr>
          <p:grpSpPr>
            <a:xfrm>
              <a:off x="-223286" y="1666105"/>
              <a:ext cx="936510" cy="688006"/>
              <a:chOff x="3235964" y="2587955"/>
              <a:chExt cx="936510" cy="688006"/>
            </a:xfrm>
          </p:grpSpPr>
          <p:sp>
            <p:nvSpPr>
              <p:cNvPr id="1337" name="Google Shape;1337;p86"/>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86"/>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39" name="Google Shape;1339;p86"/>
            <p:cNvGrpSpPr/>
            <p:nvPr/>
          </p:nvGrpSpPr>
          <p:grpSpPr>
            <a:xfrm>
              <a:off x="7962803" y="4019849"/>
              <a:ext cx="935946" cy="1833882"/>
              <a:chOff x="4738303" y="2509949"/>
              <a:chExt cx="935946" cy="1833882"/>
            </a:xfrm>
          </p:grpSpPr>
          <p:sp>
            <p:nvSpPr>
              <p:cNvPr id="1340" name="Google Shape;1340;p86"/>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86"/>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86"/>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86"/>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86"/>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86"/>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346"/>
        <p:cNvGrpSpPr/>
        <p:nvPr/>
      </p:nvGrpSpPr>
      <p:grpSpPr>
        <a:xfrm>
          <a:off x="0" y="0"/>
          <a:ext cx="0" cy="0"/>
          <a:chOff x="0" y="0"/>
          <a:chExt cx="0" cy="0"/>
        </a:xfrm>
      </p:grpSpPr>
      <p:pic>
        <p:nvPicPr>
          <p:cNvPr id="1347" name="Google Shape;1347;p8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348" name="Google Shape;1348;p87"/>
          <p:cNvSpPr txBox="1">
            <a:spLocks noGrp="1"/>
          </p:cNvSpPr>
          <p:nvPr>
            <p:ph type="title"/>
          </p:nvPr>
        </p:nvSpPr>
        <p:spPr>
          <a:xfrm>
            <a:off x="2347938" y="538472"/>
            <a:ext cx="4448100" cy="105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349" name="Google Shape;1349;p87"/>
          <p:cNvSpPr txBox="1">
            <a:spLocks noGrp="1"/>
          </p:cNvSpPr>
          <p:nvPr>
            <p:ph type="subTitle" idx="1"/>
          </p:nvPr>
        </p:nvSpPr>
        <p:spPr>
          <a:xfrm>
            <a:off x="2347900" y="1841450"/>
            <a:ext cx="4448100" cy="1058700"/>
          </a:xfrm>
          <a:prstGeom prst="rect">
            <a:avLst/>
          </a:prstGeom>
          <a:no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50" name="Google Shape;1350;p87"/>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Poppins"/>
                <a:ea typeface="Poppins"/>
                <a:cs typeface="Poppins"/>
                <a:sym typeface="Poppins"/>
              </a:rPr>
              <a:t>CREDITS:</a:t>
            </a:r>
            <a:r>
              <a:rPr lang="en" sz="1200" b="0" i="0" u="none" strike="noStrike" cap="none">
                <a:solidFill>
                  <a:schemeClr val="dk1"/>
                </a:solidFill>
                <a:latin typeface="Poppins"/>
                <a:ea typeface="Poppins"/>
                <a:cs typeface="Poppins"/>
                <a:sym typeface="Poppins"/>
              </a:rPr>
              <a:t> This presentation template was created by </a:t>
            </a:r>
            <a:r>
              <a:rPr lang="en" sz="1200" b="1" i="0" u="sng" strike="noStrike" cap="none">
                <a:solidFill>
                  <a:schemeClr val="hlink"/>
                </a:solidFill>
                <a:latin typeface="Poppins"/>
                <a:ea typeface="Poppins"/>
                <a:cs typeface="Poppins"/>
                <a:sym typeface="Poppins"/>
                <a:hlinkClick r:id="rId3"/>
              </a:rPr>
              <a:t>Slidesgo</a:t>
            </a:r>
            <a:r>
              <a:rPr lang="en" sz="1200" b="0" i="0" u="none" strike="noStrike" cap="none">
                <a:solidFill>
                  <a:schemeClr val="dk1"/>
                </a:solidFill>
                <a:latin typeface="Poppins"/>
                <a:ea typeface="Poppins"/>
                <a:cs typeface="Poppins"/>
                <a:sym typeface="Poppins"/>
              </a:rPr>
              <a:t>, and includes icons by </a:t>
            </a:r>
            <a:r>
              <a:rPr lang="en" sz="1200" b="1" i="0" u="sng" strike="noStrike" cap="none">
                <a:solidFill>
                  <a:schemeClr val="hlink"/>
                </a:solidFill>
                <a:latin typeface="Poppins"/>
                <a:ea typeface="Poppins"/>
                <a:cs typeface="Poppins"/>
                <a:sym typeface="Poppins"/>
                <a:hlinkClick r:id="rId4"/>
              </a:rPr>
              <a:t>Flaticon</a:t>
            </a:r>
            <a:r>
              <a:rPr lang="en" sz="1200" b="0" i="0" u="none" strike="noStrike" cap="none">
                <a:solidFill>
                  <a:schemeClr val="dk1"/>
                </a:solidFill>
                <a:latin typeface="Poppins"/>
                <a:ea typeface="Poppins"/>
                <a:cs typeface="Poppins"/>
                <a:sym typeface="Poppins"/>
              </a:rPr>
              <a:t>, and infographics &amp; images by </a:t>
            </a:r>
            <a:r>
              <a:rPr lang="en" sz="1200" b="1" i="0" u="sng" strike="noStrike" cap="none">
                <a:solidFill>
                  <a:schemeClr val="hlink"/>
                </a:solidFill>
                <a:latin typeface="Poppins"/>
                <a:ea typeface="Poppins"/>
                <a:cs typeface="Poppins"/>
                <a:sym typeface="Poppins"/>
                <a:hlinkClick r:id="rId5"/>
              </a:rPr>
              <a:t>Freepik</a:t>
            </a:r>
            <a:r>
              <a:rPr lang="en" sz="1200" b="0" i="0" u="sng" strike="noStrike" cap="none">
                <a:solidFill>
                  <a:schemeClr val="dk1"/>
                </a:solidFill>
                <a:latin typeface="Poppins"/>
                <a:ea typeface="Poppins"/>
                <a:cs typeface="Poppins"/>
                <a:sym typeface="Poppins"/>
              </a:rPr>
              <a:t> </a:t>
            </a:r>
            <a:endParaRPr sz="1200" b="1" i="0" u="sng" strike="noStrike" cap="none">
              <a:solidFill>
                <a:schemeClr val="dk1"/>
              </a:solidFill>
              <a:latin typeface="Poppins"/>
              <a:ea typeface="Poppins"/>
              <a:cs typeface="Poppins"/>
              <a:sym typeface="Poppins"/>
            </a:endParaRPr>
          </a:p>
        </p:txBody>
      </p:sp>
      <p:grpSp>
        <p:nvGrpSpPr>
          <p:cNvPr id="1351" name="Google Shape;1351;p87"/>
          <p:cNvGrpSpPr/>
          <p:nvPr/>
        </p:nvGrpSpPr>
        <p:grpSpPr>
          <a:xfrm>
            <a:off x="202378" y="1912824"/>
            <a:ext cx="9621246" cy="3038210"/>
            <a:chOff x="202378" y="1912824"/>
            <a:chExt cx="9621246" cy="3038210"/>
          </a:xfrm>
        </p:grpSpPr>
        <p:grpSp>
          <p:nvGrpSpPr>
            <p:cNvPr id="1352" name="Google Shape;1352;p87"/>
            <p:cNvGrpSpPr/>
            <p:nvPr/>
          </p:nvGrpSpPr>
          <p:grpSpPr>
            <a:xfrm>
              <a:off x="7246349" y="3117524"/>
              <a:ext cx="2577275" cy="1833510"/>
              <a:chOff x="781874" y="1294774"/>
              <a:chExt cx="2577275" cy="1833510"/>
            </a:xfrm>
          </p:grpSpPr>
          <p:sp>
            <p:nvSpPr>
              <p:cNvPr id="1353" name="Google Shape;1353;p87"/>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87"/>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87"/>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p87"/>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87"/>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87"/>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9" name="Google Shape;1359;p87"/>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87"/>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87"/>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87"/>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63" name="Google Shape;1363;p87"/>
            <p:cNvGrpSpPr/>
            <p:nvPr/>
          </p:nvGrpSpPr>
          <p:grpSpPr>
            <a:xfrm>
              <a:off x="202378" y="1912824"/>
              <a:ext cx="935946" cy="1833882"/>
              <a:chOff x="4738303" y="2509949"/>
              <a:chExt cx="935946" cy="1833882"/>
            </a:xfrm>
          </p:grpSpPr>
          <p:sp>
            <p:nvSpPr>
              <p:cNvPr id="1364" name="Google Shape;1364;p87"/>
              <p:cNvSpPr/>
              <p:nvPr/>
            </p:nvSpPr>
            <p:spPr>
              <a:xfrm rot="10800000">
                <a:off x="5149249" y="273563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87"/>
              <p:cNvSpPr/>
              <p:nvPr/>
            </p:nvSpPr>
            <p:spPr>
              <a:xfrm rot="10800000">
                <a:off x="4739611" y="2966604"/>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87"/>
              <p:cNvSpPr/>
              <p:nvPr/>
            </p:nvSpPr>
            <p:spPr>
              <a:xfrm rot="10800000">
                <a:off x="4738303" y="2509949"/>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87"/>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8" name="Google Shape;1368;p87"/>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9" name="Google Shape;1369;p87"/>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70"/>
        <p:cNvGrpSpPr/>
        <p:nvPr/>
      </p:nvGrpSpPr>
      <p:grpSpPr>
        <a:xfrm>
          <a:off x="0" y="0"/>
          <a:ext cx="0" cy="0"/>
          <a:chOff x="0" y="0"/>
          <a:chExt cx="0" cy="0"/>
        </a:xfrm>
      </p:grpSpPr>
      <p:pic>
        <p:nvPicPr>
          <p:cNvPr id="1371" name="Google Shape;1371;p88"/>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372" name="Google Shape;1372;p88"/>
          <p:cNvGrpSpPr/>
          <p:nvPr/>
        </p:nvGrpSpPr>
        <p:grpSpPr>
          <a:xfrm>
            <a:off x="-234251" y="-297501"/>
            <a:ext cx="9082600" cy="5165107"/>
            <a:chOff x="-234251" y="-297501"/>
            <a:chExt cx="9082600" cy="5165107"/>
          </a:xfrm>
        </p:grpSpPr>
        <p:grpSp>
          <p:nvGrpSpPr>
            <p:cNvPr id="1373" name="Google Shape;1373;p88"/>
            <p:cNvGrpSpPr/>
            <p:nvPr/>
          </p:nvGrpSpPr>
          <p:grpSpPr>
            <a:xfrm>
              <a:off x="-234251" y="-297501"/>
              <a:ext cx="2577275" cy="1833510"/>
              <a:chOff x="781874" y="1294774"/>
              <a:chExt cx="2577275" cy="1833510"/>
            </a:xfrm>
          </p:grpSpPr>
          <p:sp>
            <p:nvSpPr>
              <p:cNvPr id="1374" name="Google Shape;1374;p88"/>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88"/>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p88"/>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88"/>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88"/>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88"/>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88"/>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1" name="Google Shape;1381;p88"/>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2" name="Google Shape;1382;p88"/>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3" name="Google Shape;1383;p88"/>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4" name="Google Shape;1384;p88"/>
            <p:cNvGrpSpPr/>
            <p:nvPr/>
          </p:nvGrpSpPr>
          <p:grpSpPr>
            <a:xfrm>
              <a:off x="7866164" y="275255"/>
              <a:ext cx="936510" cy="688006"/>
              <a:chOff x="3235964" y="2587955"/>
              <a:chExt cx="936510" cy="688006"/>
            </a:xfrm>
          </p:grpSpPr>
          <p:sp>
            <p:nvSpPr>
              <p:cNvPr id="1385" name="Google Shape;1385;p88"/>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88"/>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7" name="Google Shape;1387;p88"/>
            <p:cNvGrpSpPr/>
            <p:nvPr/>
          </p:nvGrpSpPr>
          <p:grpSpPr>
            <a:xfrm>
              <a:off x="7912403" y="3038447"/>
              <a:ext cx="935946" cy="1829159"/>
              <a:chOff x="4738303" y="2514672"/>
              <a:chExt cx="935946" cy="1829159"/>
            </a:xfrm>
          </p:grpSpPr>
          <p:sp>
            <p:nvSpPr>
              <p:cNvPr id="1388" name="Google Shape;1388;p88"/>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p88"/>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p88"/>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p88"/>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88"/>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p88"/>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4" name="Google Shape;1394;p88"/>
            <p:cNvGrpSpPr/>
            <p:nvPr/>
          </p:nvGrpSpPr>
          <p:grpSpPr>
            <a:xfrm>
              <a:off x="381499" y="3884824"/>
              <a:ext cx="1345775" cy="914755"/>
              <a:chOff x="2264799" y="3654374"/>
              <a:chExt cx="1345775" cy="914755"/>
            </a:xfrm>
          </p:grpSpPr>
          <p:sp>
            <p:nvSpPr>
              <p:cNvPr id="1395" name="Google Shape;1395;p88"/>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p88"/>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88"/>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88"/>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99"/>
        <p:cNvGrpSpPr/>
        <p:nvPr/>
      </p:nvGrpSpPr>
      <p:grpSpPr>
        <a:xfrm>
          <a:off x="0" y="0"/>
          <a:ext cx="0" cy="0"/>
          <a:chOff x="0" y="0"/>
          <a:chExt cx="0" cy="0"/>
        </a:xfrm>
      </p:grpSpPr>
      <p:grpSp>
        <p:nvGrpSpPr>
          <p:cNvPr id="1400" name="Google Shape;1400;p89"/>
          <p:cNvGrpSpPr/>
          <p:nvPr/>
        </p:nvGrpSpPr>
        <p:grpSpPr>
          <a:xfrm>
            <a:off x="159224" y="251905"/>
            <a:ext cx="8751975" cy="4709604"/>
            <a:chOff x="159224" y="251905"/>
            <a:chExt cx="8751975" cy="4709604"/>
          </a:xfrm>
        </p:grpSpPr>
        <p:grpSp>
          <p:nvGrpSpPr>
            <p:cNvPr id="1401" name="Google Shape;1401;p89"/>
            <p:cNvGrpSpPr/>
            <p:nvPr/>
          </p:nvGrpSpPr>
          <p:grpSpPr>
            <a:xfrm>
              <a:off x="6333924" y="3127999"/>
              <a:ext cx="2577275" cy="1833510"/>
              <a:chOff x="781874" y="1294774"/>
              <a:chExt cx="2577275" cy="1833510"/>
            </a:xfrm>
          </p:grpSpPr>
          <p:sp>
            <p:nvSpPr>
              <p:cNvPr id="1402" name="Google Shape;1402;p89"/>
              <p:cNvSpPr/>
              <p:nvPr/>
            </p:nvSpPr>
            <p:spPr>
              <a:xfrm rot="10800000">
                <a:off x="2834149" y="15204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89"/>
              <p:cNvSpPr/>
              <p:nvPr/>
            </p:nvSpPr>
            <p:spPr>
              <a:xfrm rot="10800000">
                <a:off x="2424511" y="17514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89"/>
              <p:cNvSpPr/>
              <p:nvPr/>
            </p:nvSpPr>
            <p:spPr>
              <a:xfrm rot="10800000">
                <a:off x="2423203" y="12947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5" name="Google Shape;1405;p89"/>
              <p:cNvSpPr/>
              <p:nvPr/>
            </p:nvSpPr>
            <p:spPr>
              <a:xfrm rot="10800000">
                <a:off x="2013374" y="15245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6" name="Google Shape;1406;p89"/>
              <p:cNvSpPr/>
              <p:nvPr/>
            </p:nvSpPr>
            <p:spPr>
              <a:xfrm rot="10800000">
                <a:off x="1601864" y="175441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7" name="Google Shape;1407;p89"/>
              <p:cNvSpPr/>
              <p:nvPr/>
            </p:nvSpPr>
            <p:spPr>
              <a:xfrm rot="10800000">
                <a:off x="2008925" y="2444203"/>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8" name="Google Shape;1408;p89"/>
              <p:cNvSpPr/>
              <p:nvPr/>
            </p:nvSpPr>
            <p:spPr>
              <a:xfrm rot="10800000">
                <a:off x="1599288" y="266981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9" name="Google Shape;1409;p89"/>
              <p:cNvSpPr/>
              <p:nvPr/>
            </p:nvSpPr>
            <p:spPr>
              <a:xfrm rot="10800000">
                <a:off x="1599288" y="2211855"/>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0" name="Google Shape;1410;p89"/>
              <p:cNvSpPr/>
              <p:nvPr/>
            </p:nvSpPr>
            <p:spPr>
              <a:xfrm rot="10800000">
                <a:off x="1190767" y="244158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1" name="Google Shape;1411;p89"/>
              <p:cNvSpPr/>
              <p:nvPr/>
            </p:nvSpPr>
            <p:spPr>
              <a:xfrm rot="10800000">
                <a:off x="781874" y="267018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2" name="Google Shape;1412;p89"/>
            <p:cNvGrpSpPr/>
            <p:nvPr/>
          </p:nvGrpSpPr>
          <p:grpSpPr>
            <a:xfrm>
              <a:off x="1580814" y="251905"/>
              <a:ext cx="936510" cy="688006"/>
              <a:chOff x="3235964" y="2587955"/>
              <a:chExt cx="936510" cy="688006"/>
            </a:xfrm>
          </p:grpSpPr>
          <p:sp>
            <p:nvSpPr>
              <p:cNvPr id="1413" name="Google Shape;1413;p89"/>
              <p:cNvSpPr/>
              <p:nvPr/>
            </p:nvSpPr>
            <p:spPr>
              <a:xfrm rot="10800000">
                <a:off x="3647474" y="258795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4" name="Google Shape;1414;p89"/>
              <p:cNvSpPr/>
              <p:nvPr/>
            </p:nvSpPr>
            <p:spPr>
              <a:xfrm rot="10800000">
                <a:off x="3235964" y="28178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5" name="Google Shape;1415;p89"/>
            <p:cNvGrpSpPr/>
            <p:nvPr/>
          </p:nvGrpSpPr>
          <p:grpSpPr>
            <a:xfrm>
              <a:off x="307128" y="346247"/>
              <a:ext cx="935946" cy="1829159"/>
              <a:chOff x="4738303" y="2514672"/>
              <a:chExt cx="935946" cy="1829159"/>
            </a:xfrm>
          </p:grpSpPr>
          <p:sp>
            <p:nvSpPr>
              <p:cNvPr id="1416" name="Google Shape;1416;p89"/>
              <p:cNvSpPr/>
              <p:nvPr/>
            </p:nvSpPr>
            <p:spPr>
              <a:xfrm rot="10800000">
                <a:off x="5149249" y="274036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7" name="Google Shape;1417;p89"/>
              <p:cNvSpPr/>
              <p:nvPr/>
            </p:nvSpPr>
            <p:spPr>
              <a:xfrm rot="10800000">
                <a:off x="4739611" y="2971327"/>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p89"/>
              <p:cNvSpPr/>
              <p:nvPr/>
            </p:nvSpPr>
            <p:spPr>
              <a:xfrm rot="10800000">
                <a:off x="4738303" y="2514672"/>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p89"/>
              <p:cNvSpPr/>
              <p:nvPr/>
            </p:nvSpPr>
            <p:spPr>
              <a:xfrm rot="10800000">
                <a:off x="5149225" y="3660116"/>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0" name="Google Shape;1420;p89"/>
              <p:cNvSpPr/>
              <p:nvPr/>
            </p:nvSpPr>
            <p:spPr>
              <a:xfrm rot="10800000">
                <a:off x="4739588" y="3885731"/>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1" name="Google Shape;1421;p89"/>
              <p:cNvSpPr/>
              <p:nvPr/>
            </p:nvSpPr>
            <p:spPr>
              <a:xfrm rot="10800000">
                <a:off x="4739588" y="3427767"/>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22" name="Google Shape;1422;p89"/>
            <p:cNvGrpSpPr/>
            <p:nvPr/>
          </p:nvGrpSpPr>
          <p:grpSpPr>
            <a:xfrm>
              <a:off x="159224" y="2418249"/>
              <a:ext cx="1345775" cy="914755"/>
              <a:chOff x="2264799" y="3654374"/>
              <a:chExt cx="1345775" cy="914755"/>
            </a:xfrm>
          </p:grpSpPr>
          <p:sp>
            <p:nvSpPr>
              <p:cNvPr id="1423" name="Google Shape;1423;p89"/>
              <p:cNvSpPr/>
              <p:nvPr/>
            </p:nvSpPr>
            <p:spPr>
              <a:xfrm rot="10800000">
                <a:off x="3085574" y="3880062"/>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p89"/>
              <p:cNvSpPr/>
              <p:nvPr/>
            </p:nvSpPr>
            <p:spPr>
              <a:xfrm rot="10800000">
                <a:off x="2675936" y="4111029"/>
                <a:ext cx="525000" cy="458100"/>
              </a:xfrm>
              <a:prstGeom prst="hexagon">
                <a:avLst>
                  <a:gd name="adj" fmla="val 25000"/>
                  <a:gd name="vf" fmla="val 115470"/>
                </a:avLst>
              </a:prstGeom>
              <a:solidFill>
                <a:srgbClr val="FFFFFF">
                  <a:alpha val="1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p89"/>
              <p:cNvSpPr/>
              <p:nvPr/>
            </p:nvSpPr>
            <p:spPr>
              <a:xfrm rot="10800000">
                <a:off x="2674628" y="3654374"/>
                <a:ext cx="525000" cy="458100"/>
              </a:xfrm>
              <a:prstGeom prst="hexagon">
                <a:avLst>
                  <a:gd name="adj" fmla="val 25000"/>
                  <a:gd name="vf" fmla="val 115470"/>
                </a:avLst>
              </a:prstGeom>
              <a:solidFill>
                <a:srgbClr val="FFFFFF">
                  <a:alpha val="2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6" name="Google Shape;1426;p89"/>
              <p:cNvSpPr/>
              <p:nvPr/>
            </p:nvSpPr>
            <p:spPr>
              <a:xfrm rot="10800000">
                <a:off x="2264799" y="3884105"/>
                <a:ext cx="525000" cy="458100"/>
              </a:xfrm>
              <a:prstGeom prst="hexagon">
                <a:avLst>
                  <a:gd name="adj" fmla="val 25000"/>
                  <a:gd name="vf" fmla="val 115470"/>
                </a:avLst>
              </a:prstGeom>
              <a:solidFill>
                <a:srgbClr val="FFFFFF">
                  <a:alpha val="5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theme" Target="../theme/theme2.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endParaRPr/>
          </a:p>
        </p:txBody>
      </p:sp>
      <p:sp>
        <p:nvSpPr>
          <p:cNvPr id="7" name="Google Shape;7;p2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716"/>
        <p:cNvGrpSpPr/>
        <p:nvPr/>
      </p:nvGrpSpPr>
      <p:grpSpPr>
        <a:xfrm>
          <a:off x="0" y="0"/>
          <a:ext cx="0" cy="0"/>
          <a:chOff x="0" y="0"/>
          <a:chExt cx="0" cy="0"/>
        </a:xfrm>
      </p:grpSpPr>
      <p:sp>
        <p:nvSpPr>
          <p:cNvPr id="717" name="Google Shape;717;p28"/>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endParaRPr/>
          </a:p>
        </p:txBody>
      </p:sp>
      <p:sp>
        <p:nvSpPr>
          <p:cNvPr id="718" name="Google Shape;718;p28"/>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8" Type="http://schemas.openxmlformats.org/officeDocument/2006/relationships/hyperlink" Target="https://eogdata.mines.edu/products/dmsp/" TargetMode="External"/><Relationship Id="rId3" Type="http://schemas.openxmlformats.org/officeDocument/2006/relationships/hyperlink" Target="https://data.worldbank.org/" TargetMode="External"/><Relationship Id="rId7" Type="http://schemas.openxmlformats.org/officeDocument/2006/relationships/hyperlink" Target="https://data.humdata.org/dataset/" TargetMode="External"/><Relationship Id="rId2" Type="http://schemas.openxmlformats.org/officeDocument/2006/relationships/notesSlide" Target="../notesSlides/notesSlide20.xml"/><Relationship Id="rId1" Type="http://schemas.openxmlformats.org/officeDocument/2006/relationships/slideLayout" Target="../slideLayouts/slideLayout33.xml"/><Relationship Id="rId6" Type="http://schemas.openxmlformats.org/officeDocument/2006/relationships/hyperlink" Target="https://acleddata.com/data-export-tool/" TargetMode="External"/><Relationship Id="rId5" Type="http://schemas.openxmlformats.org/officeDocument/2006/relationships/hyperlink" Target="https://data.imf.org/" TargetMode="External"/><Relationship Id="rId4" Type="http://schemas.openxmlformats.org/officeDocument/2006/relationships/hyperlink" Target="https://ec.europa.eu/eurostat" TargetMode="External"/><Relationship Id="rId9" Type="http://schemas.openxmlformats.org/officeDocument/2006/relationships/hyperlink" Target="https://eogdata.mines.edu/products/vn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uwaterloo.ca/writing-and-communication-centre/develop-and-narrow-topic" TargetMode="External"/><Relationship Id="rId7" Type="http://schemas.openxmlformats.org/officeDocument/2006/relationships/hyperlink" Target="https://research.com/research/how-to-write-a-research-question" TargetMode="External"/><Relationship Id="rId2" Type="http://schemas.openxmlformats.org/officeDocument/2006/relationships/notesSlide" Target="../notesSlides/notesSlide21.xml"/><Relationship Id="rId1" Type="http://schemas.openxmlformats.org/officeDocument/2006/relationships/slideLayout" Target="../slideLayouts/slideLayout33.xml"/><Relationship Id="rId6" Type="http://schemas.openxmlformats.org/officeDocument/2006/relationships/hyperlink" Target="https://pressbooks.library.vcu.edu/mswresearch/chapter/9-writing-your-research-question/" TargetMode="External"/><Relationship Id="rId5" Type="http://schemas.openxmlformats.org/officeDocument/2006/relationships/hyperlink" Target="https://www.monash.edu/library/help/assignments-research/developing-research-questions" TargetMode="External"/><Relationship Id="rId4" Type="http://schemas.openxmlformats.org/officeDocument/2006/relationships/hyperlink" Target="https://uwaterloo.ca/writing-and-communication-centre/develop-research-question"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1"/>
          <p:cNvSpPr txBox="1"/>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5700"/>
              <a:buFont typeface="Arial"/>
              <a:buNone/>
            </a:pPr>
            <a:r>
              <a:rPr lang="en" sz="5700" b="1" i="0" u="none" strike="noStrike" cap="none">
                <a:solidFill>
                  <a:srgbClr val="FFFFFF"/>
                </a:solidFill>
                <a:latin typeface="Poppins"/>
                <a:ea typeface="Poppins"/>
                <a:cs typeface="Poppins"/>
                <a:sym typeface="Poppins"/>
              </a:rPr>
              <a:t>Introduction to Data Science </a:t>
            </a:r>
            <a:endParaRPr sz="5700" b="1" i="0" u="none" strike="noStrike" cap="none">
              <a:solidFill>
                <a:srgbClr val="FFFFFF"/>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FFFFFF"/>
                </a:solidFill>
                <a:latin typeface="Poppins"/>
                <a:ea typeface="Poppins"/>
                <a:cs typeface="Poppins"/>
                <a:sym typeface="Poppins"/>
              </a:rPr>
              <a:t>Lesson 4</a:t>
            </a:r>
            <a:endParaRPr sz="2000" b="0" i="0" u="none" strike="noStrike" cap="none">
              <a:solidFill>
                <a:srgbClr val="FFFFFF"/>
              </a:solidFill>
              <a:latin typeface="Poppins"/>
              <a:ea typeface="Poppins"/>
              <a:cs typeface="Poppins"/>
              <a:sym typeface="Poppins"/>
            </a:endParaRPr>
          </a:p>
        </p:txBody>
      </p:sp>
      <p:sp>
        <p:nvSpPr>
          <p:cNvPr id="1432" name="Google Shape;1432;p1"/>
          <p:cNvSpPr txBox="1"/>
          <p:nvPr/>
        </p:nvSpPr>
        <p:spPr>
          <a:xfrm>
            <a:off x="846900" y="3880738"/>
            <a:ext cx="4528800" cy="4758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Poppins"/>
                <a:ea typeface="Poppins"/>
                <a:cs typeface="Poppins"/>
                <a:sym typeface="Poppins"/>
              </a:rPr>
              <a:t>Prof. Hugo Hernandez</a:t>
            </a:r>
            <a:endParaRPr sz="1300" b="0" i="0" u="none" strike="noStrike" cap="none">
              <a:solidFill>
                <a:srgbClr val="FFFFFF"/>
              </a:solidFill>
              <a:latin typeface="Poppins"/>
              <a:ea typeface="Poppins"/>
              <a:cs typeface="Poppins"/>
              <a:sym typeface="Poppins"/>
            </a:endParaRPr>
          </a:p>
          <a:p>
            <a:pPr marL="0" marR="0" lvl="0" indent="0" algn="just" rtl="0">
              <a:lnSpc>
                <a:spcPct val="115000"/>
              </a:lnSpc>
              <a:spcBef>
                <a:spcPts val="0"/>
              </a:spcBef>
              <a:spcAft>
                <a:spcPts val="0"/>
              </a:spcAft>
              <a:buClr>
                <a:srgbClr val="000000"/>
              </a:buClr>
              <a:buSzPts val="1300"/>
              <a:buFont typeface="Arial"/>
              <a:buNone/>
            </a:pPr>
            <a:r>
              <a:rPr lang="en" sz="1300" b="0" i="0" u="none" strike="noStrike" cap="none">
                <a:solidFill>
                  <a:srgbClr val="FFFFFF"/>
                </a:solidFill>
                <a:latin typeface="Poppins"/>
                <a:ea typeface="Poppins"/>
                <a:cs typeface="Poppins"/>
                <a:sym typeface="Poppins"/>
              </a:rPr>
              <a:t>Prof. </a:t>
            </a:r>
            <a:r>
              <a:rPr lang="en" sz="1300">
                <a:solidFill>
                  <a:srgbClr val="FFFFFF"/>
                </a:solidFill>
                <a:latin typeface="Poppins"/>
                <a:ea typeface="Poppins"/>
                <a:cs typeface="Poppins"/>
                <a:sym typeface="Poppins"/>
              </a:rPr>
              <a:t>Giorgio Cunto</a:t>
            </a:r>
            <a:endParaRPr sz="1300" b="0" i="0" u="none" strike="noStrike" cap="none">
              <a:solidFill>
                <a:srgbClr val="FFFFFF"/>
              </a:solidFill>
              <a:latin typeface="Poppins"/>
              <a:ea typeface="Poppins"/>
              <a:cs typeface="Poppins"/>
              <a:sym typeface="Poppins"/>
            </a:endParaRPr>
          </a:p>
        </p:txBody>
      </p:sp>
      <p:cxnSp>
        <p:nvCxnSpPr>
          <p:cNvPr id="1433" name="Google Shape;1433;p1"/>
          <p:cNvCxnSpPr/>
          <p:nvPr/>
        </p:nvCxnSpPr>
        <p:spPr>
          <a:xfrm>
            <a:off x="953922" y="3527687"/>
            <a:ext cx="931200" cy="0"/>
          </a:xfrm>
          <a:prstGeom prst="straightConnector1">
            <a:avLst/>
          </a:prstGeom>
          <a:noFill/>
          <a:ln w="76200" cap="flat" cmpd="sng">
            <a:solidFill>
              <a:srgbClr val="00DFDF"/>
            </a:solidFill>
            <a:prstDash val="solid"/>
            <a:round/>
            <a:headEnd type="none" w="sm" len="sm"/>
            <a:tailEnd type="none" w="sm" len="sm"/>
          </a:ln>
        </p:spPr>
      </p:cxnSp>
      <p:sp>
        <p:nvSpPr>
          <p:cNvPr id="1434" name="Google Shape;1434;p1"/>
          <p:cNvSpPr/>
          <p:nvPr/>
        </p:nvSpPr>
        <p:spPr>
          <a:xfrm>
            <a:off x="5684700" y="159575"/>
            <a:ext cx="3307200" cy="648300"/>
          </a:xfrm>
          <a:prstGeom prst="rect">
            <a:avLst/>
          </a:prstGeom>
          <a:solidFill>
            <a:srgbClr val="F8FAFB"/>
          </a:solidFill>
          <a:ln w="9525" cap="flat" cmpd="sng">
            <a:solidFill>
              <a:srgbClr val="0A244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35" name="Google Shape;1435;p1"/>
          <p:cNvPicPr preferRelativeResize="0"/>
          <p:nvPr/>
        </p:nvPicPr>
        <p:blipFill rotWithShape="1">
          <a:blip r:embed="rId3">
            <a:alphaModFix/>
          </a:blip>
          <a:srcRect/>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9"/>
        <p:cNvGrpSpPr/>
        <p:nvPr/>
      </p:nvGrpSpPr>
      <p:grpSpPr>
        <a:xfrm>
          <a:off x="0" y="0"/>
          <a:ext cx="0" cy="0"/>
          <a:chOff x="0" y="0"/>
          <a:chExt cx="0" cy="0"/>
        </a:xfrm>
      </p:grpSpPr>
      <p:sp>
        <p:nvSpPr>
          <p:cNvPr id="1440" name="Google Shape;1440;p2"/>
          <p:cNvSpPr txBox="1">
            <a:spLocks noGrp="1"/>
          </p:cNvSpPr>
          <p:nvPr>
            <p:ph type="title"/>
          </p:nvPr>
        </p:nvSpPr>
        <p:spPr>
          <a:xfrm>
            <a:off x="444450" y="695625"/>
            <a:ext cx="7726800" cy="920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4000"/>
              <a:t>Research Questions</a:t>
            </a:r>
            <a:endParaRPr sz="4000"/>
          </a:p>
        </p:txBody>
      </p:sp>
      <p:cxnSp>
        <p:nvCxnSpPr>
          <p:cNvPr id="1441" name="Google Shape;1441;p2"/>
          <p:cNvCxnSpPr/>
          <p:nvPr/>
        </p:nvCxnSpPr>
        <p:spPr>
          <a:xfrm>
            <a:off x="568129" y="1844327"/>
            <a:ext cx="931200" cy="0"/>
          </a:xfrm>
          <a:prstGeom prst="straightConnector1">
            <a:avLst/>
          </a:prstGeom>
          <a:noFill/>
          <a:ln w="76200" cap="flat" cmpd="sng">
            <a:solidFill>
              <a:schemeClr val="lt2"/>
            </a:solidFill>
            <a:prstDash val="solid"/>
            <a:round/>
            <a:headEnd type="none" w="sm" len="sm"/>
            <a:tailEnd type="none" w="sm" len="sm"/>
          </a:ln>
        </p:spPr>
      </p:cxnSp>
      <p:sp>
        <p:nvSpPr>
          <p:cNvPr id="1442" name="Google Shape;1442;p2"/>
          <p:cNvSpPr txBox="1">
            <a:spLocks noGrp="1"/>
          </p:cNvSpPr>
          <p:nvPr>
            <p:ph type="title"/>
          </p:nvPr>
        </p:nvSpPr>
        <p:spPr>
          <a:xfrm>
            <a:off x="444450" y="361725"/>
            <a:ext cx="8255100" cy="731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3000" b="0"/>
              <a:t>Module II</a:t>
            </a:r>
            <a:endParaRPr sz="3000" b="0"/>
          </a:p>
        </p:txBody>
      </p:sp>
      <p:sp>
        <p:nvSpPr>
          <p:cNvPr id="1443" name="Google Shape;1443;p2"/>
          <p:cNvSpPr txBox="1">
            <a:spLocks noGrp="1"/>
          </p:cNvSpPr>
          <p:nvPr>
            <p:ph type="title"/>
          </p:nvPr>
        </p:nvSpPr>
        <p:spPr>
          <a:xfrm>
            <a:off x="494250" y="1799900"/>
            <a:ext cx="8255100" cy="2115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endParaRPr sz="1800" b="0"/>
          </a:p>
          <a:p>
            <a:pPr marL="457200" lvl="0" indent="-342900" algn="l" rtl="0">
              <a:lnSpc>
                <a:spcPct val="100000"/>
              </a:lnSpc>
              <a:spcBef>
                <a:spcPts val="0"/>
              </a:spcBef>
              <a:spcAft>
                <a:spcPts val="0"/>
              </a:spcAft>
              <a:buSzPts val="1800"/>
              <a:buChar char="★"/>
            </a:pPr>
            <a:r>
              <a:rPr lang="en" sz="1800" b="0"/>
              <a:t>Importance of research questions in the data science cycle and in research</a:t>
            </a:r>
            <a:endParaRPr sz="1800" b="0"/>
          </a:p>
          <a:p>
            <a:pPr marL="457200" lvl="0" indent="-342900" algn="l" rtl="0">
              <a:lnSpc>
                <a:spcPct val="100000"/>
              </a:lnSpc>
              <a:spcBef>
                <a:spcPts val="0"/>
              </a:spcBef>
              <a:spcAft>
                <a:spcPts val="0"/>
              </a:spcAft>
              <a:buSzPts val="1800"/>
              <a:buChar char="★"/>
            </a:pPr>
            <a:r>
              <a:rPr lang="en" sz="1800" b="0"/>
              <a:t>How to formulate a research question </a:t>
            </a:r>
            <a:endParaRPr sz="1800" b="0"/>
          </a:p>
          <a:p>
            <a:pPr marL="457200" lvl="0" indent="-342900" algn="l" rtl="0">
              <a:lnSpc>
                <a:spcPct val="100000"/>
              </a:lnSpc>
              <a:spcBef>
                <a:spcPts val="0"/>
              </a:spcBef>
              <a:spcAft>
                <a:spcPts val="0"/>
              </a:spcAft>
              <a:buSzPts val="1800"/>
              <a:buChar char="★"/>
            </a:pPr>
            <a:r>
              <a:rPr lang="en" sz="1800" b="0"/>
              <a:t>Data sources for answering our questions</a:t>
            </a:r>
            <a:endParaRPr sz="18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cxnSp>
        <p:nvCxnSpPr>
          <p:cNvPr id="1448" name="Google Shape;1448;p3"/>
          <p:cNvCxnSpPr/>
          <p:nvPr/>
        </p:nvCxnSpPr>
        <p:spPr>
          <a:xfrm>
            <a:off x="5466679" y="1181527"/>
            <a:ext cx="931200" cy="0"/>
          </a:xfrm>
          <a:prstGeom prst="straightConnector1">
            <a:avLst/>
          </a:prstGeom>
          <a:noFill/>
          <a:ln w="76200" cap="flat" cmpd="sng">
            <a:solidFill>
              <a:schemeClr val="lt2"/>
            </a:solidFill>
            <a:prstDash val="solid"/>
            <a:round/>
            <a:headEnd type="none" w="sm" len="sm"/>
            <a:tailEnd type="none" w="sm" len="sm"/>
          </a:ln>
        </p:spPr>
      </p:cxnSp>
      <p:sp>
        <p:nvSpPr>
          <p:cNvPr id="1449" name="Google Shape;1449;p3"/>
          <p:cNvSpPr txBox="1"/>
          <p:nvPr/>
        </p:nvSpPr>
        <p:spPr>
          <a:xfrm>
            <a:off x="5224950" y="1620925"/>
            <a:ext cx="3777900" cy="2724300"/>
          </a:xfrm>
          <a:prstGeom prst="rect">
            <a:avLst/>
          </a:prstGeom>
          <a:solidFill>
            <a:srgbClr val="002452"/>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dk1"/>
                </a:solidFill>
                <a:latin typeface="Poppins"/>
                <a:ea typeface="Poppins"/>
                <a:cs typeface="Poppins"/>
                <a:sym typeface="Poppins"/>
              </a:rPr>
              <a:t>Every research project begins with a question</a:t>
            </a:r>
            <a:endParaRPr sz="15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500"/>
              <a:buFont typeface="Arial"/>
              <a:buNone/>
            </a:pPr>
            <a:r>
              <a:rPr lang="en" sz="1500" b="0" i="0" u="none" strike="noStrike" cap="none">
                <a:solidFill>
                  <a:schemeClr val="dk1"/>
                </a:solidFill>
                <a:latin typeface="Poppins"/>
                <a:ea typeface="Poppins"/>
                <a:cs typeface="Poppins"/>
                <a:sym typeface="Poppins"/>
              </a:rPr>
              <a:t>It addresses a topic or a problem that, through the analysis and interpretation of data, is sought to be answered.</a:t>
            </a:r>
            <a:endParaRPr sz="15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900"/>
              <a:buFont typeface="Arial"/>
              <a:buNone/>
            </a:pPr>
            <a:endParaRPr sz="1500" b="0" i="0" u="none" strike="noStrike" cap="none">
              <a:solidFill>
                <a:schemeClr val="dk1"/>
              </a:solidFill>
              <a:latin typeface="Poppins"/>
              <a:ea typeface="Poppins"/>
              <a:cs typeface="Poppins"/>
              <a:sym typeface="Poppins"/>
            </a:endParaRPr>
          </a:p>
        </p:txBody>
      </p:sp>
      <p:sp>
        <p:nvSpPr>
          <p:cNvPr id="1450" name="Google Shape;1450;p3"/>
          <p:cNvSpPr/>
          <p:nvPr/>
        </p:nvSpPr>
        <p:spPr>
          <a:xfrm>
            <a:off x="6940350" y="2440250"/>
            <a:ext cx="347100" cy="467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1451" name="Google Shape;1451;p3" descr="Data science life cycle | Data science, Science life cycles, Life cycles"/>
          <p:cNvPicPr preferRelativeResize="0"/>
          <p:nvPr/>
        </p:nvPicPr>
        <p:blipFill rotWithShape="1">
          <a:blip r:embed="rId3">
            <a:alphaModFix/>
          </a:blip>
          <a:srcRect l="8596" t="9125" r="9057" b="9830"/>
          <a:stretch/>
        </p:blipFill>
        <p:spPr>
          <a:xfrm>
            <a:off x="214425" y="149300"/>
            <a:ext cx="4691100" cy="4616700"/>
          </a:xfrm>
          <a:prstGeom prst="flowChartConnector">
            <a:avLst/>
          </a:prstGeom>
          <a:noFill/>
          <a:ln>
            <a:noFill/>
          </a:ln>
          <a:effectLst>
            <a:outerShdw blurRad="50800" dist="38100" algn="l" rotWithShape="0">
              <a:srgbClr val="D8D8D8">
                <a:alpha val="29019"/>
              </a:srgbClr>
            </a:outerShdw>
          </a:effectLst>
        </p:spPr>
      </p:pic>
      <p:sp>
        <p:nvSpPr>
          <p:cNvPr id="1452" name="Google Shape;1452;p3"/>
          <p:cNvSpPr txBox="1"/>
          <p:nvPr/>
        </p:nvSpPr>
        <p:spPr>
          <a:xfrm>
            <a:off x="1908125" y="791100"/>
            <a:ext cx="1364100" cy="467100"/>
          </a:xfrm>
          <a:prstGeom prst="rect">
            <a:avLst/>
          </a:prstGeom>
          <a:solidFill>
            <a:srgbClr val="448BA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FF"/>
                </a:solidFill>
                <a:latin typeface="Poppins"/>
                <a:ea typeface="Poppins"/>
                <a:cs typeface="Poppins"/>
                <a:sym typeface="Poppins"/>
              </a:rPr>
              <a:t>Understand the problem </a:t>
            </a:r>
            <a:endParaRPr sz="1000" b="1" i="0" u="none" strike="noStrike" cap="none">
              <a:solidFill>
                <a:srgbClr val="FFFFFF"/>
              </a:solidFill>
              <a:latin typeface="Poppins"/>
              <a:ea typeface="Poppins"/>
              <a:cs typeface="Poppins"/>
              <a:sym typeface="Poppins"/>
            </a:endParaRPr>
          </a:p>
        </p:txBody>
      </p:sp>
      <p:sp>
        <p:nvSpPr>
          <p:cNvPr id="1453" name="Google Shape;1453;p3"/>
          <p:cNvSpPr txBox="1"/>
          <p:nvPr/>
        </p:nvSpPr>
        <p:spPr>
          <a:xfrm>
            <a:off x="3823425" y="1792250"/>
            <a:ext cx="762300" cy="467100"/>
          </a:xfrm>
          <a:prstGeom prst="rect">
            <a:avLst/>
          </a:prstGeom>
          <a:solidFill>
            <a:srgbClr val="5BA6CA"/>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FFFFFF"/>
                </a:solidFill>
                <a:latin typeface="Poppins"/>
                <a:ea typeface="Poppins"/>
                <a:cs typeface="Poppins"/>
                <a:sym typeface="Poppins"/>
              </a:rPr>
              <a:t>Collect data </a:t>
            </a:r>
            <a:endParaRPr sz="800" b="1" i="0" u="none" strike="noStrike" cap="none">
              <a:solidFill>
                <a:srgbClr val="FFFFFF"/>
              </a:solidFill>
              <a:latin typeface="Poppins"/>
              <a:ea typeface="Poppins"/>
              <a:cs typeface="Poppins"/>
              <a:sym typeface="Poppins"/>
            </a:endParaRPr>
          </a:p>
        </p:txBody>
      </p:sp>
      <p:sp>
        <p:nvSpPr>
          <p:cNvPr id="1454" name="Google Shape;1454;p3"/>
          <p:cNvSpPr txBox="1"/>
          <p:nvPr/>
        </p:nvSpPr>
        <p:spPr>
          <a:xfrm>
            <a:off x="3702950" y="3057475"/>
            <a:ext cx="742800" cy="467100"/>
          </a:xfrm>
          <a:prstGeom prst="rect">
            <a:avLst/>
          </a:prstGeom>
          <a:solidFill>
            <a:srgbClr val="22536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FF"/>
                </a:solidFill>
                <a:latin typeface="Poppins"/>
                <a:ea typeface="Poppins"/>
                <a:cs typeface="Poppins"/>
                <a:sym typeface="Poppins"/>
              </a:rPr>
              <a:t>Clean data </a:t>
            </a:r>
            <a:endParaRPr sz="1000" b="1" i="0" u="none" strike="noStrike" cap="none">
              <a:solidFill>
                <a:srgbClr val="FFFFFF"/>
              </a:solidFill>
              <a:latin typeface="Poppins"/>
              <a:ea typeface="Poppins"/>
              <a:cs typeface="Poppins"/>
              <a:sym typeface="Poppins"/>
            </a:endParaRPr>
          </a:p>
        </p:txBody>
      </p:sp>
      <p:sp>
        <p:nvSpPr>
          <p:cNvPr id="1455" name="Google Shape;1455;p3"/>
          <p:cNvSpPr txBox="1"/>
          <p:nvPr/>
        </p:nvSpPr>
        <p:spPr>
          <a:xfrm>
            <a:off x="2765600" y="3978550"/>
            <a:ext cx="852600" cy="437100"/>
          </a:xfrm>
          <a:prstGeom prst="rect">
            <a:avLst/>
          </a:prstGeom>
          <a:solidFill>
            <a:srgbClr val="306F9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FF"/>
                </a:solidFill>
                <a:latin typeface="Poppins"/>
                <a:ea typeface="Poppins"/>
                <a:cs typeface="Poppins"/>
                <a:sym typeface="Poppins"/>
              </a:rPr>
              <a:t>Explore data </a:t>
            </a:r>
            <a:endParaRPr sz="1000" b="1" i="0" u="none" strike="noStrike" cap="none">
              <a:solidFill>
                <a:srgbClr val="FFFFFF"/>
              </a:solidFill>
              <a:latin typeface="Poppins"/>
              <a:ea typeface="Poppins"/>
              <a:cs typeface="Poppins"/>
              <a:sym typeface="Poppins"/>
            </a:endParaRPr>
          </a:p>
        </p:txBody>
      </p:sp>
      <p:sp>
        <p:nvSpPr>
          <p:cNvPr id="1456" name="Google Shape;1456;p3"/>
          <p:cNvSpPr txBox="1"/>
          <p:nvPr/>
        </p:nvSpPr>
        <p:spPr>
          <a:xfrm>
            <a:off x="1410950" y="4000300"/>
            <a:ext cx="1011000" cy="437100"/>
          </a:xfrm>
          <a:prstGeom prst="rect">
            <a:avLst/>
          </a:prstGeom>
          <a:solidFill>
            <a:srgbClr val="5DA8CC"/>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FFFF"/>
                </a:solidFill>
                <a:latin typeface="Poppins"/>
                <a:ea typeface="Poppins"/>
                <a:cs typeface="Poppins"/>
                <a:sym typeface="Poppins"/>
              </a:rPr>
              <a:t>Transform data </a:t>
            </a:r>
            <a:endParaRPr sz="1000" b="1" i="0" u="none" strike="noStrike" cap="none">
              <a:solidFill>
                <a:srgbClr val="FFFFFF"/>
              </a:solidFill>
              <a:latin typeface="Poppins"/>
              <a:ea typeface="Poppins"/>
              <a:cs typeface="Poppins"/>
              <a:sym typeface="Poppins"/>
            </a:endParaRPr>
          </a:p>
        </p:txBody>
      </p:sp>
      <p:sp>
        <p:nvSpPr>
          <p:cNvPr id="1457" name="Google Shape;1457;p3"/>
          <p:cNvSpPr txBox="1"/>
          <p:nvPr/>
        </p:nvSpPr>
        <p:spPr>
          <a:xfrm>
            <a:off x="622250" y="3057475"/>
            <a:ext cx="931200" cy="648000"/>
          </a:xfrm>
          <a:prstGeom prst="rect">
            <a:avLst/>
          </a:prstGeom>
          <a:solidFill>
            <a:srgbClr val="63AFD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FFFFFF"/>
                </a:solidFill>
                <a:latin typeface="Poppins"/>
                <a:ea typeface="Poppins"/>
                <a:cs typeface="Poppins"/>
                <a:sym typeface="Poppins"/>
              </a:rPr>
              <a:t>Analytical tools </a:t>
            </a:r>
            <a:endParaRPr sz="800" b="1" i="0" u="none" strike="noStrike" cap="none">
              <a:solidFill>
                <a:srgbClr val="FFFFFF"/>
              </a:solidFill>
              <a:latin typeface="Poppins"/>
              <a:ea typeface="Poppins"/>
              <a:cs typeface="Poppins"/>
              <a:sym typeface="Poppins"/>
            </a:endParaRPr>
          </a:p>
        </p:txBody>
      </p:sp>
      <p:sp>
        <p:nvSpPr>
          <p:cNvPr id="1458" name="Google Shape;1458;p3"/>
          <p:cNvSpPr txBox="1"/>
          <p:nvPr/>
        </p:nvSpPr>
        <p:spPr>
          <a:xfrm>
            <a:off x="446200" y="1792250"/>
            <a:ext cx="1011000" cy="648000"/>
          </a:xfrm>
          <a:prstGeom prst="rect">
            <a:avLst/>
          </a:prstGeom>
          <a:solidFill>
            <a:srgbClr val="7FCEF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1" i="0" u="none" strike="noStrike" cap="none">
                <a:solidFill>
                  <a:srgbClr val="FFFFFF"/>
                </a:solidFill>
                <a:latin typeface="Poppins"/>
                <a:ea typeface="Poppins"/>
                <a:cs typeface="Poppins"/>
                <a:sym typeface="Poppins"/>
              </a:rPr>
              <a:t>Data visualization and communication </a:t>
            </a:r>
            <a:endParaRPr sz="700" b="1" i="0" u="none" strike="noStrike" cap="none">
              <a:solidFill>
                <a:srgbClr val="FFFFFF"/>
              </a:solidFill>
              <a:latin typeface="Poppins"/>
              <a:ea typeface="Poppins"/>
              <a:cs typeface="Poppins"/>
              <a:sym typeface="Poppins"/>
            </a:endParaRPr>
          </a:p>
        </p:txBody>
      </p:sp>
      <p:sp>
        <p:nvSpPr>
          <p:cNvPr id="1459" name="Google Shape;1459;p3"/>
          <p:cNvSpPr/>
          <p:nvPr/>
        </p:nvSpPr>
        <p:spPr>
          <a:xfrm>
            <a:off x="1930325" y="395700"/>
            <a:ext cx="1319700" cy="862500"/>
          </a:xfrm>
          <a:prstGeom prst="rect">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0" name="Google Shape;1460;p3"/>
          <p:cNvSpPr txBox="1"/>
          <p:nvPr/>
        </p:nvSpPr>
        <p:spPr>
          <a:xfrm>
            <a:off x="5025750" y="445025"/>
            <a:ext cx="3398400" cy="5727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Poppins"/>
                <a:ea typeface="Poppins"/>
                <a:cs typeface="Poppins"/>
                <a:sym typeface="Poppins"/>
              </a:rPr>
              <a:t>Data Cycle</a:t>
            </a:r>
            <a:endParaRPr sz="2400" b="1" i="0" u="none" strike="noStrike" cap="none">
              <a:solidFill>
                <a:srgbClr val="FFFFFF"/>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4"/>
        <p:cNvGrpSpPr/>
        <p:nvPr/>
      </p:nvGrpSpPr>
      <p:grpSpPr>
        <a:xfrm>
          <a:off x="0" y="0"/>
          <a:ext cx="0" cy="0"/>
          <a:chOff x="0" y="0"/>
          <a:chExt cx="0" cy="0"/>
        </a:xfrm>
      </p:grpSpPr>
      <p:sp>
        <p:nvSpPr>
          <p:cNvPr id="1465" name="Google Shape;1465;p4"/>
          <p:cNvSpPr txBox="1">
            <a:spLocks noGrp="1"/>
          </p:cNvSpPr>
          <p:nvPr>
            <p:ph type="title"/>
          </p:nvPr>
        </p:nvSpPr>
        <p:spPr>
          <a:xfrm>
            <a:off x="510225" y="46237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Why is it important?</a:t>
            </a:r>
            <a:endParaRPr/>
          </a:p>
        </p:txBody>
      </p:sp>
      <p:sp>
        <p:nvSpPr>
          <p:cNvPr id="1466" name="Google Shape;1466;p4"/>
          <p:cNvSpPr txBox="1">
            <a:spLocks noGrp="1"/>
          </p:cNvSpPr>
          <p:nvPr>
            <p:ph type="subTitle" idx="2"/>
          </p:nvPr>
        </p:nvSpPr>
        <p:spPr>
          <a:xfrm>
            <a:off x="398025" y="1277275"/>
            <a:ext cx="4882500" cy="28254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400"/>
              <a:buNone/>
            </a:pPr>
            <a:r>
              <a:rPr lang="en"/>
              <a:t>It allows for clearly establishing the problem to be solved, keeping it focused and with a purpose. It provides the framework within which the topic is intended to be addressed.</a:t>
            </a:r>
            <a:endParaRPr/>
          </a:p>
          <a:p>
            <a:pPr marL="0" lvl="0" indent="0" algn="just" rtl="0">
              <a:lnSpc>
                <a:spcPct val="115000"/>
              </a:lnSpc>
              <a:spcBef>
                <a:spcPts val="0"/>
              </a:spcBef>
              <a:spcAft>
                <a:spcPts val="0"/>
              </a:spcAft>
              <a:buSzPts val="1400"/>
              <a:buNone/>
            </a:pPr>
            <a:endParaRPr/>
          </a:p>
          <a:p>
            <a:pPr marL="0" lvl="0" indent="0" algn="just" rtl="0">
              <a:lnSpc>
                <a:spcPct val="115000"/>
              </a:lnSpc>
              <a:spcBef>
                <a:spcPts val="0"/>
              </a:spcBef>
              <a:spcAft>
                <a:spcPts val="0"/>
              </a:spcAft>
              <a:buSzPts val="1400"/>
              <a:buNone/>
            </a:pPr>
            <a:r>
              <a:rPr lang="en"/>
              <a:t>It sets boundaries, so that when gathering resources, you focus only on the information that helps answer your question.</a:t>
            </a:r>
            <a:endParaRPr/>
          </a:p>
        </p:txBody>
      </p:sp>
      <p:pic>
        <p:nvPicPr>
          <p:cNvPr id="1467" name="Google Shape;1467;p4"/>
          <p:cNvPicPr preferRelativeResize="0"/>
          <p:nvPr/>
        </p:nvPicPr>
        <p:blipFill rotWithShape="1">
          <a:blip r:embed="rId3">
            <a:alphaModFix/>
          </a:blip>
          <a:srcRect/>
          <a:stretch/>
        </p:blipFill>
        <p:spPr>
          <a:xfrm>
            <a:off x="5500600" y="1187475"/>
            <a:ext cx="3491000" cy="26385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1"/>
        <p:cNvGrpSpPr/>
        <p:nvPr/>
      </p:nvGrpSpPr>
      <p:grpSpPr>
        <a:xfrm>
          <a:off x="0" y="0"/>
          <a:ext cx="0" cy="0"/>
          <a:chOff x="0" y="0"/>
          <a:chExt cx="0" cy="0"/>
        </a:xfrm>
      </p:grpSpPr>
      <p:sp>
        <p:nvSpPr>
          <p:cNvPr id="1472" name="Google Shape;1472;p5"/>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Steps to develop a good research question</a:t>
            </a:r>
            <a:endParaRPr/>
          </a:p>
        </p:txBody>
      </p:sp>
      <p:pic>
        <p:nvPicPr>
          <p:cNvPr id="1473" name="Google Shape;1473;p5"/>
          <p:cNvPicPr preferRelativeResize="0"/>
          <p:nvPr/>
        </p:nvPicPr>
        <p:blipFill rotWithShape="1">
          <a:blip r:embed="rId3">
            <a:alphaModFix/>
          </a:blip>
          <a:srcRect l="8414" t="18419" r="8521" b="10050"/>
          <a:stretch/>
        </p:blipFill>
        <p:spPr>
          <a:xfrm>
            <a:off x="3666777" y="1421900"/>
            <a:ext cx="5266900" cy="3556874"/>
          </a:xfrm>
          <a:prstGeom prst="rect">
            <a:avLst/>
          </a:prstGeom>
          <a:noFill/>
          <a:ln>
            <a:noFill/>
          </a:ln>
        </p:spPr>
      </p:pic>
      <p:sp>
        <p:nvSpPr>
          <p:cNvPr id="1474" name="Google Shape;1474;p5"/>
          <p:cNvSpPr txBox="1"/>
          <p:nvPr/>
        </p:nvSpPr>
        <p:spPr>
          <a:xfrm>
            <a:off x="553200" y="1421900"/>
            <a:ext cx="2949000" cy="507600"/>
          </a:xfrm>
          <a:prstGeom prst="rect">
            <a:avLst/>
          </a:prstGeom>
          <a:solidFill>
            <a:srgbClr val="00C0BA"/>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Selecting a wide research topic with study branches for potential questions</a:t>
            </a:r>
            <a:endParaRPr sz="1100" b="0" i="0" u="none" strike="noStrike" cap="none">
              <a:solidFill>
                <a:schemeClr val="dk1"/>
              </a:solidFill>
              <a:latin typeface="Poppins"/>
              <a:ea typeface="Poppins"/>
              <a:cs typeface="Poppins"/>
              <a:sym typeface="Poppins"/>
            </a:endParaRPr>
          </a:p>
        </p:txBody>
      </p:sp>
      <p:sp>
        <p:nvSpPr>
          <p:cNvPr id="1475" name="Google Shape;1475;p5"/>
          <p:cNvSpPr txBox="1"/>
          <p:nvPr/>
        </p:nvSpPr>
        <p:spPr>
          <a:xfrm>
            <a:off x="553200" y="2080825"/>
            <a:ext cx="2949000" cy="507600"/>
          </a:xfrm>
          <a:prstGeom prst="rect">
            <a:avLst/>
          </a:prstGeom>
          <a:solidFill>
            <a:srgbClr val="003046"/>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Preliminary research stage and resource selection</a:t>
            </a:r>
            <a:endParaRPr sz="1100" b="0" i="0" u="none" strike="noStrike" cap="none">
              <a:solidFill>
                <a:schemeClr val="dk1"/>
              </a:solidFill>
              <a:latin typeface="Poppins"/>
              <a:ea typeface="Poppins"/>
              <a:cs typeface="Poppins"/>
              <a:sym typeface="Poppins"/>
            </a:endParaRPr>
          </a:p>
        </p:txBody>
      </p:sp>
      <p:sp>
        <p:nvSpPr>
          <p:cNvPr id="1476" name="Google Shape;1476;p5"/>
          <p:cNvSpPr txBox="1"/>
          <p:nvPr/>
        </p:nvSpPr>
        <p:spPr>
          <a:xfrm>
            <a:off x="553200" y="2826825"/>
            <a:ext cx="2949000" cy="716400"/>
          </a:xfrm>
          <a:prstGeom prst="rect">
            <a:avLst/>
          </a:prstGeom>
          <a:solidFill>
            <a:srgbClr val="011825"/>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Selecting a narrow or specific study area to narrow down the research question</a:t>
            </a:r>
            <a:endParaRPr sz="1100" b="0" i="0" u="none" strike="noStrike" cap="none">
              <a:solidFill>
                <a:schemeClr val="dk1"/>
              </a:solidFill>
              <a:latin typeface="Poppins"/>
              <a:ea typeface="Poppins"/>
              <a:cs typeface="Poppins"/>
              <a:sym typeface="Poppins"/>
            </a:endParaRPr>
          </a:p>
        </p:txBody>
      </p:sp>
      <p:sp>
        <p:nvSpPr>
          <p:cNvPr id="1477" name="Google Shape;1477;p5"/>
          <p:cNvSpPr txBox="1"/>
          <p:nvPr/>
        </p:nvSpPr>
        <p:spPr>
          <a:xfrm>
            <a:off x="553200" y="3819025"/>
            <a:ext cx="2949000" cy="507600"/>
          </a:xfrm>
          <a:prstGeom prst="rect">
            <a:avLst/>
          </a:prstGeom>
          <a:solidFill>
            <a:srgbClr val="00C0BA"/>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Formulate questions and evaluate their soundness, specificity, and relevance</a:t>
            </a:r>
            <a:endParaRPr sz="1100" b="0" i="0" u="none" strike="noStrike" cap="none">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sp>
        <p:nvSpPr>
          <p:cNvPr id="1482" name="Google Shape;1482;p6"/>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Steps to develop a good research question </a:t>
            </a:r>
            <a:endParaRPr/>
          </a:p>
        </p:txBody>
      </p:sp>
      <p:sp>
        <p:nvSpPr>
          <p:cNvPr id="1483" name="Google Shape;1483;p6"/>
          <p:cNvSpPr txBox="1"/>
          <p:nvPr/>
        </p:nvSpPr>
        <p:spPr>
          <a:xfrm>
            <a:off x="711125" y="1936575"/>
            <a:ext cx="7992000" cy="3050100"/>
          </a:xfrm>
          <a:prstGeom prst="rect">
            <a:avLst/>
          </a:prstGeom>
          <a:solidFill>
            <a:schemeClr val="dk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Poppins"/>
                <a:ea typeface="Poppins"/>
                <a:cs typeface="Poppins"/>
                <a:sym typeface="Poppins"/>
              </a:rPr>
              <a:t>Identifying the branches of interest facilitates the process of formulating a research question. </a:t>
            </a:r>
            <a:endParaRPr sz="14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Poppins"/>
                <a:ea typeface="Poppins"/>
                <a:cs typeface="Poppins"/>
                <a:sym typeface="Poppins"/>
              </a:rPr>
              <a:t>There are no rigid guidelines on how to arrive at a broad topic, but it helps to keep in mind what problems or situations we are curious about. For example:</a:t>
            </a:r>
            <a:endParaRPr sz="14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914400" marR="0" lvl="1" indent="-317500" algn="l" rtl="0">
              <a:lnSpc>
                <a:spcPct val="100000"/>
              </a:lnSpc>
              <a:spcBef>
                <a:spcPts val="0"/>
              </a:spcBef>
              <a:spcAft>
                <a:spcPts val="0"/>
              </a:spcAft>
              <a:buClr>
                <a:schemeClr val="dk1"/>
              </a:buClr>
              <a:buSzPts val="1400"/>
              <a:buFont typeface="Poppins"/>
              <a:buChar char="○"/>
            </a:pPr>
            <a:r>
              <a:rPr lang="en" sz="1400" b="1" i="0" u="none" strike="noStrike" cap="none">
                <a:solidFill>
                  <a:srgbClr val="7FCEF2"/>
                </a:solidFill>
                <a:latin typeface="Poppins"/>
                <a:ea typeface="Poppins"/>
                <a:cs typeface="Poppins"/>
                <a:sym typeface="Poppins"/>
              </a:rPr>
              <a:t>Approach A</a:t>
            </a:r>
            <a:r>
              <a:rPr lang="en" sz="1400" b="0" i="0" u="none" strike="noStrike" cap="none">
                <a:solidFill>
                  <a:schemeClr val="dk1"/>
                </a:solidFill>
                <a:latin typeface="Poppins"/>
                <a:ea typeface="Poppins"/>
                <a:cs typeface="Poppins"/>
                <a:sym typeface="Poppins"/>
              </a:rPr>
              <a:t>: We can choose a broad branch (e.g., Development and Public Policy, Political Economy, Finance, Behavioral Economics, etc.) to investigate and delimit a related problem.</a:t>
            </a:r>
            <a:endParaRPr sz="1400" b="0" i="0" u="none" strike="noStrike" cap="none">
              <a:solidFill>
                <a:schemeClr val="dk1"/>
              </a:solidFill>
              <a:latin typeface="Poppins"/>
              <a:ea typeface="Poppins"/>
              <a:cs typeface="Poppins"/>
              <a:sym typeface="Poppins"/>
            </a:endParaRPr>
          </a:p>
          <a:p>
            <a:pPr marL="91440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914400" marR="0" lvl="1" indent="-317500" algn="l" rtl="0">
              <a:lnSpc>
                <a:spcPct val="100000"/>
              </a:lnSpc>
              <a:spcBef>
                <a:spcPts val="0"/>
              </a:spcBef>
              <a:spcAft>
                <a:spcPts val="0"/>
              </a:spcAft>
              <a:buClr>
                <a:schemeClr val="dk1"/>
              </a:buClr>
              <a:buSzPts val="1400"/>
              <a:buFont typeface="Poppins"/>
              <a:buChar char="○"/>
            </a:pPr>
            <a:r>
              <a:rPr lang="en" sz="1400" b="1" i="0" u="none" strike="noStrike" cap="none">
                <a:solidFill>
                  <a:srgbClr val="7FCEF2"/>
                </a:solidFill>
                <a:latin typeface="Poppins"/>
                <a:ea typeface="Poppins"/>
                <a:cs typeface="Poppins"/>
                <a:sym typeface="Poppins"/>
              </a:rPr>
              <a:t>Approach B</a:t>
            </a:r>
            <a:r>
              <a:rPr lang="en" sz="1400" b="0" i="0" u="none" strike="noStrike" cap="none">
                <a:solidFill>
                  <a:schemeClr val="dk1"/>
                </a:solidFill>
                <a:latin typeface="Poppins"/>
                <a:ea typeface="Poppins"/>
                <a:cs typeface="Poppins"/>
                <a:sym typeface="Poppins"/>
              </a:rPr>
              <a:t>: We can choose a problem or situation that interests us (based on daily observation or review of previous studies) and work from it. Case studies</a:t>
            </a:r>
            <a:endParaRPr sz="1400" b="0" i="0" u="none" strike="noStrike" cap="none">
              <a:solidFill>
                <a:schemeClr val="dk1"/>
              </a:solidFill>
              <a:latin typeface="Poppins"/>
              <a:ea typeface="Poppins"/>
              <a:cs typeface="Poppins"/>
              <a:sym typeface="Poppins"/>
            </a:endParaRPr>
          </a:p>
        </p:txBody>
      </p:sp>
      <p:sp>
        <p:nvSpPr>
          <p:cNvPr id="1484" name="Google Shape;1484;p6"/>
          <p:cNvSpPr txBox="1">
            <a:spLocks noGrp="1"/>
          </p:cNvSpPr>
          <p:nvPr>
            <p:ph type="title"/>
          </p:nvPr>
        </p:nvSpPr>
        <p:spPr>
          <a:xfrm>
            <a:off x="745025" y="1516275"/>
            <a:ext cx="4688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100">
                <a:solidFill>
                  <a:srgbClr val="7FCEF2"/>
                </a:solidFill>
              </a:rPr>
              <a:t>Research topic</a:t>
            </a:r>
            <a:endParaRPr sz="2100">
              <a:solidFill>
                <a:srgbClr val="7FCEF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8"/>
        <p:cNvGrpSpPr/>
        <p:nvPr/>
      </p:nvGrpSpPr>
      <p:grpSpPr>
        <a:xfrm>
          <a:off x="0" y="0"/>
          <a:ext cx="0" cy="0"/>
          <a:chOff x="0" y="0"/>
          <a:chExt cx="0" cy="0"/>
        </a:xfrm>
      </p:grpSpPr>
      <p:sp>
        <p:nvSpPr>
          <p:cNvPr id="1489" name="Google Shape;1489;p7"/>
          <p:cNvSpPr txBox="1">
            <a:spLocks noGrp="1"/>
          </p:cNvSpPr>
          <p:nvPr>
            <p:ph type="title"/>
          </p:nvPr>
        </p:nvSpPr>
        <p:spPr>
          <a:xfrm>
            <a:off x="592625" y="1363875"/>
            <a:ext cx="4688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100">
                <a:solidFill>
                  <a:srgbClr val="7FCEF2"/>
                </a:solidFill>
              </a:rPr>
              <a:t>Narrow research topic</a:t>
            </a:r>
            <a:endParaRPr sz="2100">
              <a:solidFill>
                <a:srgbClr val="7FCEF2"/>
              </a:solidFill>
            </a:endParaRPr>
          </a:p>
          <a:p>
            <a:pPr marL="0" lvl="0" indent="0" algn="l" rtl="0">
              <a:lnSpc>
                <a:spcPct val="100000"/>
              </a:lnSpc>
              <a:spcBef>
                <a:spcPts val="0"/>
              </a:spcBef>
              <a:spcAft>
                <a:spcPts val="0"/>
              </a:spcAft>
              <a:buSzPts val="3000"/>
              <a:buNone/>
            </a:pPr>
            <a:endParaRPr sz="2100">
              <a:solidFill>
                <a:srgbClr val="7FCEF2"/>
              </a:solidFill>
            </a:endParaRPr>
          </a:p>
        </p:txBody>
      </p:sp>
      <p:sp>
        <p:nvSpPr>
          <p:cNvPr id="1490" name="Google Shape;1490;p7"/>
          <p:cNvSpPr txBox="1"/>
          <p:nvPr/>
        </p:nvSpPr>
        <p:spPr>
          <a:xfrm>
            <a:off x="720650" y="1841325"/>
            <a:ext cx="8068800" cy="3050100"/>
          </a:xfrm>
          <a:prstGeom prst="rect">
            <a:avLst/>
          </a:prstGeom>
          <a:solidFill>
            <a:schemeClr val="dk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Poppins"/>
                <a:ea typeface="Poppins"/>
                <a:cs typeface="Poppins"/>
                <a:sym typeface="Poppins"/>
              </a:rPr>
              <a:t>Once we have one or more broad topics of interest, we should begin to narrow it down. First, we should read published material related to the topics in order to familiarize ourselves with key debates or events on the topic. </a:t>
            </a:r>
            <a:endParaRPr sz="13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Poppins"/>
                <a:ea typeface="Poppins"/>
                <a:cs typeface="Poppins"/>
                <a:sym typeface="Poppins"/>
              </a:rPr>
              <a:t>We should focus our attention on a specific topic or debate within the broad topic in order to develop our question.</a:t>
            </a:r>
            <a:endParaRPr sz="13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Poppins"/>
                <a:ea typeface="Poppins"/>
                <a:cs typeface="Poppins"/>
                <a:sym typeface="Poppins"/>
              </a:rPr>
              <a:t>When delimiting the topic, after preliminary research, we should focus on the key points and arguments we want to convey, as well as the subtopics, deadlines or annotations that will allow us to expose these points.</a:t>
            </a:r>
            <a:endParaRPr sz="1300" b="0" i="0" u="none" strike="noStrike" cap="none">
              <a:solidFill>
                <a:schemeClr val="dk1"/>
              </a:solidFill>
              <a:latin typeface="Poppins"/>
              <a:ea typeface="Poppins"/>
              <a:cs typeface="Poppins"/>
              <a:sym typeface="Poppins"/>
            </a:endParaRPr>
          </a:p>
        </p:txBody>
      </p:sp>
      <p:sp>
        <p:nvSpPr>
          <p:cNvPr id="1491" name="Google Shape;1491;p7"/>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Steps to develop a good research question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8"/>
          <p:cNvSpPr txBox="1"/>
          <p:nvPr/>
        </p:nvSpPr>
        <p:spPr>
          <a:xfrm>
            <a:off x="203025" y="1860375"/>
            <a:ext cx="4688700" cy="3050100"/>
          </a:xfrm>
          <a:prstGeom prst="rect">
            <a:avLst/>
          </a:prstGeom>
          <a:solidFill>
            <a:srgbClr val="00245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Identifying the main elements is a good start: </a:t>
            </a:r>
            <a:endParaRPr sz="11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General topic</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Relevant events (often an important part of the motivation for the study)</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Interest groups of the event (we study possible heterogeneities)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Sub-topics </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Other annotations or branches that we can explore</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Potential value of each of the previous elements. </a:t>
            </a:r>
            <a:endParaRPr sz="11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Poppins"/>
                <a:ea typeface="Poppins"/>
                <a:cs typeface="Poppins"/>
                <a:sym typeface="Poppins"/>
              </a:rPr>
              <a:t>It allows us to order our ideas and give a simple explanation of why these elements are relevant.</a:t>
            </a:r>
            <a:endParaRPr sz="1100" b="0" i="0" u="none" strike="noStrike" cap="none">
              <a:solidFill>
                <a:schemeClr val="dk1"/>
              </a:solidFill>
              <a:latin typeface="Poppins"/>
              <a:ea typeface="Poppins"/>
              <a:cs typeface="Poppins"/>
              <a:sym typeface="Poppins"/>
            </a:endParaRPr>
          </a:p>
        </p:txBody>
      </p:sp>
      <p:sp>
        <p:nvSpPr>
          <p:cNvPr id="1497" name="Google Shape;1497;p8"/>
          <p:cNvSpPr txBox="1"/>
          <p:nvPr/>
        </p:nvSpPr>
        <p:spPr>
          <a:xfrm>
            <a:off x="4929863" y="1290700"/>
            <a:ext cx="4071300" cy="297600"/>
          </a:xfrm>
          <a:prstGeom prst="rect">
            <a:avLst/>
          </a:prstGeom>
          <a:solidFill>
            <a:srgbClr val="00245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sng" strike="noStrike" cap="none">
                <a:solidFill>
                  <a:schemeClr val="dk1"/>
                </a:solidFill>
                <a:latin typeface="Poppins"/>
                <a:ea typeface="Poppins"/>
                <a:cs typeface="Poppins"/>
                <a:sym typeface="Poppins"/>
              </a:rPr>
              <a:t>Example</a:t>
            </a:r>
            <a:r>
              <a:rPr lang="en" sz="800" b="0" i="0" u="none" strike="noStrike" cap="none">
                <a:solidFill>
                  <a:schemeClr val="dk1"/>
                </a:solidFill>
                <a:latin typeface="Poppins"/>
                <a:ea typeface="Poppins"/>
                <a:cs typeface="Poppins"/>
                <a:sym typeface="Poppins"/>
              </a:rPr>
              <a:t>: I am interested in studying the impact of earthquakes on society, in particular the case of Haiti in 2010.</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 </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Poppins"/>
              <a:ea typeface="Poppins"/>
              <a:cs typeface="Poppins"/>
              <a:sym typeface="Poppins"/>
            </a:endParaRPr>
          </a:p>
        </p:txBody>
      </p:sp>
      <p:sp>
        <p:nvSpPr>
          <p:cNvPr id="1498" name="Google Shape;1498;p8"/>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Steps to develop a good research question </a:t>
            </a:r>
            <a:endParaRPr/>
          </a:p>
        </p:txBody>
      </p:sp>
      <p:sp>
        <p:nvSpPr>
          <p:cNvPr id="1499" name="Google Shape;1499;p8"/>
          <p:cNvSpPr txBox="1">
            <a:spLocks noGrp="1"/>
          </p:cNvSpPr>
          <p:nvPr>
            <p:ph type="title"/>
          </p:nvPr>
        </p:nvSpPr>
        <p:spPr>
          <a:xfrm>
            <a:off x="592625" y="1363875"/>
            <a:ext cx="4688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100">
                <a:solidFill>
                  <a:srgbClr val="7FCEF2"/>
                </a:solidFill>
              </a:rPr>
              <a:t>Narrow research topic</a:t>
            </a:r>
            <a:endParaRPr sz="2100">
              <a:solidFill>
                <a:srgbClr val="7FCEF2"/>
              </a:solidFill>
            </a:endParaRPr>
          </a:p>
          <a:p>
            <a:pPr marL="0" lvl="0" indent="0" algn="l" rtl="0">
              <a:lnSpc>
                <a:spcPct val="100000"/>
              </a:lnSpc>
              <a:spcBef>
                <a:spcPts val="0"/>
              </a:spcBef>
              <a:spcAft>
                <a:spcPts val="0"/>
              </a:spcAft>
              <a:buSzPts val="3000"/>
              <a:buNone/>
            </a:pPr>
            <a:endParaRPr sz="2100">
              <a:solidFill>
                <a:srgbClr val="7FCEF2"/>
              </a:solidFill>
            </a:endParaRPr>
          </a:p>
        </p:txBody>
      </p:sp>
      <p:pic>
        <p:nvPicPr>
          <p:cNvPr id="1500" name="Google Shape;1500;p8"/>
          <p:cNvPicPr preferRelativeResize="0"/>
          <p:nvPr/>
        </p:nvPicPr>
        <p:blipFill rotWithShape="1">
          <a:blip r:embed="rId3">
            <a:alphaModFix/>
          </a:blip>
          <a:srcRect/>
          <a:stretch/>
        </p:blipFill>
        <p:spPr>
          <a:xfrm>
            <a:off x="5891600" y="1760225"/>
            <a:ext cx="2147841" cy="3250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4"/>
        <p:cNvGrpSpPr/>
        <p:nvPr/>
      </p:nvGrpSpPr>
      <p:grpSpPr>
        <a:xfrm>
          <a:off x="0" y="0"/>
          <a:ext cx="0" cy="0"/>
          <a:chOff x="0" y="0"/>
          <a:chExt cx="0" cy="0"/>
        </a:xfrm>
      </p:grpSpPr>
      <p:sp>
        <p:nvSpPr>
          <p:cNvPr id="1505" name="Google Shape;1505;p9"/>
          <p:cNvSpPr txBox="1"/>
          <p:nvPr/>
        </p:nvSpPr>
        <p:spPr>
          <a:xfrm>
            <a:off x="260250" y="1328300"/>
            <a:ext cx="8655300" cy="3650700"/>
          </a:xfrm>
          <a:prstGeom prst="rect">
            <a:avLst/>
          </a:prstGeom>
          <a:solidFill>
            <a:srgbClr val="002452"/>
          </a:solid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chemeClr val="dk1"/>
              </a:buClr>
              <a:buSzPts val="1200"/>
              <a:buFont typeface="Poppins"/>
              <a:buChar char="●"/>
            </a:pPr>
            <a:r>
              <a:rPr lang="en" sz="1200" b="0" i="0" u="none" strike="noStrike" cap="none">
                <a:solidFill>
                  <a:schemeClr val="dk1"/>
                </a:solidFill>
                <a:latin typeface="Poppins"/>
                <a:ea typeface="Poppins"/>
                <a:cs typeface="Poppins"/>
                <a:sym typeface="Poppins"/>
              </a:rPr>
              <a:t>Written in the form of a question</a:t>
            </a:r>
            <a:endParaRPr sz="12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7FCEF2"/>
              </a:solidFill>
              <a:latin typeface="Poppins"/>
              <a:ea typeface="Poppins"/>
              <a:cs typeface="Poppins"/>
              <a:sym typeface="Poppins"/>
            </a:endParaRPr>
          </a:p>
          <a:p>
            <a:pPr marL="457200" marR="0" lvl="0" indent="-304800" algn="l" rtl="0">
              <a:lnSpc>
                <a:spcPct val="100000"/>
              </a:lnSpc>
              <a:spcBef>
                <a:spcPts val="0"/>
              </a:spcBef>
              <a:spcAft>
                <a:spcPts val="0"/>
              </a:spcAft>
              <a:buClr>
                <a:schemeClr val="dk1"/>
              </a:buClr>
              <a:buSzPts val="1200"/>
              <a:buFont typeface="Poppins"/>
              <a:buChar char="●"/>
            </a:pPr>
            <a:r>
              <a:rPr lang="en" sz="1200" b="1" i="0" u="none" strike="noStrike" cap="none">
                <a:solidFill>
                  <a:srgbClr val="7FCEF2"/>
                </a:solidFill>
                <a:latin typeface="Poppins"/>
                <a:ea typeface="Poppins"/>
                <a:cs typeface="Poppins"/>
                <a:sym typeface="Poppins"/>
              </a:rPr>
              <a:t>Relevant → </a:t>
            </a:r>
            <a:r>
              <a:rPr lang="en" sz="1200" b="0" i="0" u="none" strike="noStrike" cap="none">
                <a:solidFill>
                  <a:schemeClr val="dk1"/>
                </a:solidFill>
                <a:latin typeface="Poppins"/>
                <a:ea typeface="Poppins"/>
                <a:cs typeface="Poppins"/>
                <a:sym typeface="Poppins"/>
              </a:rPr>
              <a:t>The question is relevant to the research framework, enhancing our understanding of the topic. Seeks to provide answers to a previously studied or new problem</a:t>
            </a:r>
            <a:endParaRPr sz="12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7FCEF2"/>
              </a:solidFill>
              <a:latin typeface="Poppins"/>
              <a:ea typeface="Poppins"/>
              <a:cs typeface="Poppins"/>
              <a:sym typeface="Poppins"/>
            </a:endParaRPr>
          </a:p>
          <a:p>
            <a:pPr marL="457200" marR="0" lvl="0" indent="-304800" algn="l" rtl="0">
              <a:lnSpc>
                <a:spcPct val="100000"/>
              </a:lnSpc>
              <a:spcBef>
                <a:spcPts val="0"/>
              </a:spcBef>
              <a:spcAft>
                <a:spcPts val="0"/>
              </a:spcAft>
              <a:buClr>
                <a:schemeClr val="dk1"/>
              </a:buClr>
              <a:buSzPts val="1200"/>
              <a:buFont typeface="Poppins"/>
              <a:buChar char="●"/>
            </a:pPr>
            <a:r>
              <a:rPr lang="en" sz="1200" b="1" i="0" u="none" strike="noStrike" cap="none">
                <a:solidFill>
                  <a:srgbClr val="7FCEF2"/>
                </a:solidFill>
                <a:latin typeface="Poppins"/>
                <a:ea typeface="Poppins"/>
                <a:cs typeface="Poppins"/>
                <a:sym typeface="Poppins"/>
              </a:rPr>
              <a:t>Focused and precise →</a:t>
            </a:r>
            <a:r>
              <a:rPr lang="en" sz="1200" b="0" i="0" u="none" strike="noStrike" cap="none">
                <a:solidFill>
                  <a:schemeClr val="dk1"/>
                </a:solidFill>
                <a:latin typeface="Poppins"/>
                <a:ea typeface="Poppins"/>
                <a:cs typeface="Poppins"/>
                <a:sym typeface="Poppins"/>
              </a:rPr>
              <a:t> The question specifies a research objective and the variables to be investigated</a:t>
            </a:r>
            <a:endParaRPr sz="12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Poppins"/>
              <a:ea typeface="Poppins"/>
              <a:cs typeface="Poppins"/>
              <a:sym typeface="Poppins"/>
            </a:endParaRPr>
          </a:p>
          <a:p>
            <a:pPr marL="457200" marR="0" lvl="0" indent="-304800" algn="l" rtl="0">
              <a:lnSpc>
                <a:spcPct val="100000"/>
              </a:lnSpc>
              <a:spcBef>
                <a:spcPts val="0"/>
              </a:spcBef>
              <a:spcAft>
                <a:spcPts val="0"/>
              </a:spcAft>
              <a:buClr>
                <a:schemeClr val="dk1"/>
              </a:buClr>
              <a:buSzPts val="1200"/>
              <a:buFont typeface="Poppins"/>
              <a:buChar char="●"/>
            </a:pPr>
            <a:r>
              <a:rPr lang="en" sz="1200" b="1" i="0" u="none" strike="noStrike" cap="none">
                <a:solidFill>
                  <a:srgbClr val="7FCEF2"/>
                </a:solidFill>
                <a:latin typeface="Poppins"/>
                <a:ea typeface="Poppins"/>
                <a:cs typeface="Poppins"/>
                <a:sym typeface="Poppins"/>
              </a:rPr>
              <a:t>Complex → </a:t>
            </a:r>
            <a:r>
              <a:rPr lang="en" sz="1200" b="0" i="0" u="none" strike="noStrike" cap="none">
                <a:solidFill>
                  <a:schemeClr val="dk1"/>
                </a:solidFill>
                <a:latin typeface="Poppins"/>
                <a:ea typeface="Poppins"/>
                <a:cs typeface="Poppins"/>
                <a:sym typeface="Poppins"/>
              </a:rPr>
              <a:t>Cannot be answered with a simple “Yes” or “No”; requires synthesis and analysis of ideas to develop an answer</a:t>
            </a:r>
            <a:endParaRPr sz="1200" b="1" i="0" u="none" strike="noStrike" cap="none">
              <a:solidFill>
                <a:srgbClr val="7FCEF2"/>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7FCEF2"/>
              </a:solidFill>
              <a:latin typeface="Poppins"/>
              <a:ea typeface="Poppins"/>
              <a:cs typeface="Poppins"/>
              <a:sym typeface="Poppins"/>
            </a:endParaRPr>
          </a:p>
          <a:p>
            <a:pPr marL="457200" marR="0" lvl="0" indent="-304800" algn="l" rtl="0">
              <a:lnSpc>
                <a:spcPct val="100000"/>
              </a:lnSpc>
              <a:spcBef>
                <a:spcPts val="0"/>
              </a:spcBef>
              <a:spcAft>
                <a:spcPts val="0"/>
              </a:spcAft>
              <a:buClr>
                <a:schemeClr val="dk1"/>
              </a:buClr>
              <a:buSzPts val="1200"/>
              <a:buFont typeface="Poppins"/>
              <a:buChar char="●"/>
            </a:pPr>
            <a:r>
              <a:rPr lang="en" sz="1200" b="1" i="0" u="none" strike="noStrike" cap="none">
                <a:solidFill>
                  <a:srgbClr val="7FCEF2"/>
                </a:solidFill>
                <a:latin typeface="Poppins"/>
                <a:ea typeface="Poppins"/>
                <a:cs typeface="Poppins"/>
                <a:sym typeface="Poppins"/>
              </a:rPr>
              <a:t>Debatable → </a:t>
            </a:r>
            <a:r>
              <a:rPr lang="en" sz="1200" b="0" i="0" u="none" strike="noStrike" cap="none">
                <a:solidFill>
                  <a:schemeClr val="dk1"/>
                </a:solidFill>
                <a:latin typeface="Poppins"/>
                <a:ea typeface="Poppins"/>
                <a:cs typeface="Poppins"/>
                <a:sym typeface="Poppins"/>
              </a:rPr>
              <a:t>The question is open to theoretical debate with more than one possible answer; however, research is required to provide answers to the question. Leads us from a theory to a hypothesis</a:t>
            </a:r>
            <a:endParaRPr sz="1200" b="1" i="0" u="none" strike="noStrike" cap="none">
              <a:solidFill>
                <a:srgbClr val="7FCEF2"/>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7FCEF2"/>
              </a:solidFill>
              <a:latin typeface="Poppins"/>
              <a:ea typeface="Poppins"/>
              <a:cs typeface="Poppins"/>
              <a:sym typeface="Poppins"/>
            </a:endParaRPr>
          </a:p>
          <a:p>
            <a:pPr marL="457200" marR="0" lvl="0" indent="-304800" algn="l" rtl="0">
              <a:lnSpc>
                <a:spcPct val="100000"/>
              </a:lnSpc>
              <a:spcBef>
                <a:spcPts val="0"/>
              </a:spcBef>
              <a:spcAft>
                <a:spcPts val="0"/>
              </a:spcAft>
              <a:buClr>
                <a:schemeClr val="dk1"/>
              </a:buClr>
              <a:buSzPts val="1200"/>
              <a:buFont typeface="Poppins"/>
              <a:buChar char="●"/>
            </a:pPr>
            <a:r>
              <a:rPr lang="en" sz="1200" b="1" i="0" u="none" strike="noStrike" cap="none">
                <a:solidFill>
                  <a:srgbClr val="7FCEF2"/>
                </a:solidFill>
                <a:latin typeface="Poppins"/>
                <a:ea typeface="Poppins"/>
                <a:cs typeface="Poppins"/>
                <a:sym typeface="Poppins"/>
              </a:rPr>
              <a:t>Feasible → </a:t>
            </a:r>
            <a:r>
              <a:rPr lang="en" sz="1200" b="0" i="0" u="none" strike="noStrike" cap="none">
                <a:solidFill>
                  <a:schemeClr val="dk1"/>
                </a:solidFill>
                <a:latin typeface="Poppins"/>
                <a:ea typeface="Poppins"/>
                <a:cs typeface="Poppins"/>
                <a:sym typeface="Poppins"/>
              </a:rPr>
              <a:t>The research needed to answer the question is available and accessible. Data can be collected and analyzed within the time frame of the project</a:t>
            </a:r>
            <a:endParaRPr sz="1200" b="1" i="0" u="none" strike="noStrike" cap="none">
              <a:solidFill>
                <a:srgbClr val="7FCEF2"/>
              </a:solidFill>
              <a:latin typeface="Poppins"/>
              <a:ea typeface="Poppins"/>
              <a:cs typeface="Poppins"/>
              <a:sym typeface="Poppins"/>
            </a:endParaRPr>
          </a:p>
        </p:txBody>
      </p:sp>
      <p:sp>
        <p:nvSpPr>
          <p:cNvPr id="1506" name="Google Shape;1506;p9"/>
          <p:cNvSpPr txBox="1">
            <a:spLocks noGrp="1"/>
          </p:cNvSpPr>
          <p:nvPr>
            <p:ph type="title"/>
          </p:nvPr>
        </p:nvSpPr>
        <p:spPr>
          <a:xfrm>
            <a:off x="488850" y="236825"/>
            <a:ext cx="83418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Characteristics of a good research question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sp>
        <p:nvSpPr>
          <p:cNvPr id="1511" name="Google Shape;1511;p10"/>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Steps to develop a good research question</a:t>
            </a:r>
            <a:endParaRPr/>
          </a:p>
        </p:txBody>
      </p:sp>
      <p:sp>
        <p:nvSpPr>
          <p:cNvPr id="1512" name="Google Shape;1512;p10"/>
          <p:cNvSpPr txBox="1">
            <a:spLocks noGrp="1"/>
          </p:cNvSpPr>
          <p:nvPr>
            <p:ph type="title"/>
          </p:nvPr>
        </p:nvSpPr>
        <p:spPr>
          <a:xfrm>
            <a:off x="894250" y="1464225"/>
            <a:ext cx="4395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100">
                <a:solidFill>
                  <a:srgbClr val="7FCEF2"/>
                </a:solidFill>
              </a:rPr>
              <a:t>Research questions</a:t>
            </a:r>
            <a:endParaRPr sz="2100">
              <a:solidFill>
                <a:srgbClr val="7FCEF2"/>
              </a:solidFill>
            </a:endParaRPr>
          </a:p>
        </p:txBody>
      </p:sp>
      <p:sp>
        <p:nvSpPr>
          <p:cNvPr id="1513" name="Google Shape;1513;p10"/>
          <p:cNvSpPr txBox="1"/>
          <p:nvPr/>
        </p:nvSpPr>
        <p:spPr>
          <a:xfrm>
            <a:off x="370450" y="2216375"/>
            <a:ext cx="2619900" cy="2515800"/>
          </a:xfrm>
          <a:prstGeom prst="rect">
            <a:avLst/>
          </a:prstGeom>
          <a:solidFill>
            <a:schemeClr val="dk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Poppins"/>
                <a:ea typeface="Poppins"/>
                <a:cs typeface="Poppins"/>
                <a:sym typeface="Poppins"/>
              </a:rPr>
              <a:t>Browse questions</a:t>
            </a: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306F93"/>
                </a:solidFill>
                <a:latin typeface="Poppins"/>
                <a:ea typeface="Poppins"/>
                <a:cs typeface="Poppins"/>
                <a:sym typeface="Poppins"/>
              </a:rPr>
              <a:t>What / Why / How / Which one?</a:t>
            </a:r>
            <a:endParaRPr sz="1200" b="1" i="0" u="none" strike="noStrike" cap="none">
              <a:solidFill>
                <a:srgbClr val="306F93"/>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1" i="0" u="none" strike="noStrike" cap="none">
              <a:solidFill>
                <a:srgbClr val="306F93"/>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Poppins"/>
                <a:ea typeface="Poppins"/>
                <a:cs typeface="Poppins"/>
                <a:sym typeface="Poppins"/>
              </a:rPr>
              <a:t>Why is it important? </a:t>
            </a:r>
            <a:endParaRPr sz="12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We must ask questions relevant to our research</a:t>
            </a:r>
            <a:endParaRPr sz="1200" b="0" i="0" u="none" strike="noStrike" cap="none">
              <a:solidFill>
                <a:schemeClr val="dk2"/>
              </a:solidFill>
              <a:latin typeface="Poppins"/>
              <a:ea typeface="Poppins"/>
              <a:cs typeface="Poppins"/>
              <a:sym typeface="Poppins"/>
            </a:endParaRPr>
          </a:p>
        </p:txBody>
      </p:sp>
      <p:sp>
        <p:nvSpPr>
          <p:cNvPr id="1514" name="Google Shape;1514;p10"/>
          <p:cNvSpPr txBox="1"/>
          <p:nvPr/>
        </p:nvSpPr>
        <p:spPr>
          <a:xfrm>
            <a:off x="3321388" y="2216375"/>
            <a:ext cx="2619900" cy="2515800"/>
          </a:xfrm>
          <a:prstGeom prst="rect">
            <a:avLst/>
          </a:prstGeom>
          <a:solidFill>
            <a:schemeClr val="dk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Poppins"/>
                <a:ea typeface="Poppins"/>
                <a:cs typeface="Poppins"/>
                <a:sym typeface="Poppins"/>
              </a:rPr>
              <a:t>Evaluate research questions</a:t>
            </a: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Is the question </a:t>
            </a:r>
            <a:r>
              <a:rPr lang="en" sz="1200" b="1" i="0" u="none" strike="noStrike" cap="none">
                <a:solidFill>
                  <a:schemeClr val="dk2"/>
                </a:solidFill>
                <a:latin typeface="Poppins"/>
                <a:ea typeface="Poppins"/>
                <a:cs typeface="Poppins"/>
                <a:sym typeface="Poppins"/>
              </a:rPr>
              <a:t>clear</a:t>
            </a:r>
            <a:r>
              <a:rPr lang="en" sz="1200" b="0" i="0" u="none" strike="noStrike" cap="none">
                <a:solidFill>
                  <a:schemeClr val="dk2"/>
                </a:solidFill>
                <a:latin typeface="Poppins"/>
                <a:ea typeface="Poppins"/>
                <a:cs typeface="Poppins"/>
                <a:sym typeface="Poppins"/>
              </a:rPr>
              <a:t>?</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Is it </a:t>
            </a:r>
            <a:r>
              <a:rPr lang="en" sz="1200" b="1" i="0" u="none" strike="noStrike" cap="none">
                <a:solidFill>
                  <a:schemeClr val="dk2"/>
                </a:solidFill>
                <a:latin typeface="Poppins"/>
                <a:ea typeface="Poppins"/>
                <a:cs typeface="Poppins"/>
                <a:sym typeface="Poppins"/>
              </a:rPr>
              <a:t>focused </a:t>
            </a:r>
            <a:r>
              <a:rPr lang="en" sz="1200" b="0" i="0" u="none" strike="noStrike" cap="none">
                <a:solidFill>
                  <a:schemeClr val="dk2"/>
                </a:solidFill>
                <a:latin typeface="Poppins"/>
                <a:ea typeface="Poppins"/>
                <a:cs typeface="Poppins"/>
                <a:sym typeface="Poppins"/>
              </a:rPr>
              <a:t>on a defined aspect? </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Is it </a:t>
            </a:r>
            <a:r>
              <a:rPr lang="en" sz="1200" b="1" i="0" u="none" strike="noStrike" cap="none">
                <a:solidFill>
                  <a:schemeClr val="dk2"/>
                </a:solidFill>
                <a:latin typeface="Poppins"/>
                <a:ea typeface="Poppins"/>
                <a:cs typeface="Poppins"/>
                <a:sym typeface="Poppins"/>
              </a:rPr>
              <a:t>complex enough</a:t>
            </a:r>
            <a:r>
              <a:rPr lang="en" sz="1200" b="0" i="0" u="none" strike="noStrike" cap="none">
                <a:solidFill>
                  <a:schemeClr val="dk2"/>
                </a:solidFill>
                <a:latin typeface="Poppins"/>
                <a:ea typeface="Poppins"/>
                <a:cs typeface="Poppins"/>
                <a:sym typeface="Poppins"/>
              </a:rPr>
              <a:t>? </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Is it </a:t>
            </a:r>
            <a:r>
              <a:rPr lang="en" sz="1200" b="1" i="0" u="none" strike="noStrike" cap="none">
                <a:solidFill>
                  <a:schemeClr val="dk2"/>
                </a:solidFill>
                <a:latin typeface="Poppins"/>
                <a:ea typeface="Poppins"/>
                <a:cs typeface="Poppins"/>
                <a:sym typeface="Poppins"/>
              </a:rPr>
              <a:t>feasible</a:t>
            </a:r>
            <a:r>
              <a:rPr lang="en" sz="1200" b="0" i="0" u="none" strike="noStrike" cap="none">
                <a:solidFill>
                  <a:schemeClr val="dk2"/>
                </a:solidFill>
                <a:latin typeface="Poppins"/>
                <a:ea typeface="Poppins"/>
                <a:cs typeface="Poppins"/>
                <a:sym typeface="Poppins"/>
              </a:rPr>
              <a:t>?</a:t>
            </a:r>
            <a:endParaRPr sz="1200" b="0" i="0" u="none" strike="noStrike" cap="none">
              <a:solidFill>
                <a:schemeClr val="dk2"/>
              </a:solidFill>
              <a:latin typeface="Poppins"/>
              <a:ea typeface="Poppins"/>
              <a:cs typeface="Poppins"/>
              <a:sym typeface="Poppins"/>
            </a:endParaRPr>
          </a:p>
        </p:txBody>
      </p:sp>
      <p:sp>
        <p:nvSpPr>
          <p:cNvPr id="1515" name="Google Shape;1515;p10"/>
          <p:cNvSpPr txBox="1"/>
          <p:nvPr/>
        </p:nvSpPr>
        <p:spPr>
          <a:xfrm>
            <a:off x="6272325" y="2216375"/>
            <a:ext cx="2619900" cy="2515800"/>
          </a:xfrm>
          <a:prstGeom prst="rect">
            <a:avLst/>
          </a:prstGeom>
          <a:solidFill>
            <a:schemeClr val="dk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Poppins"/>
                <a:ea typeface="Poppins"/>
                <a:cs typeface="Poppins"/>
                <a:sym typeface="Poppins"/>
              </a:rPr>
              <a:t>Generate hypotheses</a:t>
            </a: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Poppins"/>
                <a:ea typeface="Poppins"/>
                <a:cs typeface="Poppins"/>
                <a:sym typeface="Poppins"/>
              </a:rPr>
              <a:t>Routes </a:t>
            </a:r>
            <a:r>
              <a:rPr lang="en" sz="1200" b="0" i="0" u="none" strike="noStrike" cap="none">
                <a:solidFill>
                  <a:schemeClr val="dk2"/>
                </a:solidFill>
                <a:latin typeface="Poppins"/>
                <a:ea typeface="Poppins"/>
                <a:cs typeface="Poppins"/>
                <a:sym typeface="Poppins"/>
              </a:rPr>
              <a:t>we can use to answer the question. </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Poppins"/>
                <a:ea typeface="Poppins"/>
                <a:cs typeface="Poppins"/>
                <a:sym typeface="Poppins"/>
              </a:rPr>
              <a:t>What is my argument going to be</a:t>
            </a:r>
            <a:r>
              <a:rPr lang="en" sz="1200" b="0" i="0" u="none" strike="noStrike" cap="none">
                <a:solidFill>
                  <a:schemeClr val="dk2"/>
                </a:solidFill>
                <a:latin typeface="Poppins"/>
                <a:ea typeface="Poppins"/>
                <a:cs typeface="Poppins"/>
                <a:sym typeface="Poppins"/>
              </a:rPr>
              <a:t> and how can I defend it?</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What </a:t>
            </a:r>
            <a:r>
              <a:rPr lang="en" sz="1200" b="1" i="0" u="none" strike="noStrike" cap="none">
                <a:solidFill>
                  <a:schemeClr val="dk2"/>
                </a:solidFill>
                <a:latin typeface="Poppins"/>
                <a:ea typeface="Poppins"/>
                <a:cs typeface="Poppins"/>
                <a:sym typeface="Poppins"/>
              </a:rPr>
              <a:t>tools </a:t>
            </a:r>
            <a:r>
              <a:rPr lang="en" sz="1200" b="0" i="0" u="none" strike="noStrike" cap="none">
                <a:solidFill>
                  <a:schemeClr val="dk2"/>
                </a:solidFill>
                <a:latin typeface="Poppins"/>
                <a:ea typeface="Poppins"/>
                <a:cs typeface="Poppins"/>
                <a:sym typeface="Poppins"/>
              </a:rPr>
              <a:t>can help me answer it? </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Poppins"/>
                <a:ea typeface="Poppins"/>
                <a:cs typeface="Poppins"/>
                <a:sym typeface="Poppins"/>
              </a:rPr>
              <a:t>What </a:t>
            </a:r>
            <a:r>
              <a:rPr lang="en" sz="1200" b="1" i="0" u="none" strike="noStrike" cap="none">
                <a:solidFill>
                  <a:schemeClr val="dk2"/>
                </a:solidFill>
                <a:latin typeface="Poppins"/>
                <a:ea typeface="Poppins"/>
                <a:cs typeface="Poppins"/>
                <a:sym typeface="Poppins"/>
              </a:rPr>
              <a:t>data </a:t>
            </a:r>
            <a:r>
              <a:rPr lang="en" sz="1200" b="0" i="0" u="none" strike="noStrike" cap="none">
                <a:solidFill>
                  <a:schemeClr val="dk2"/>
                </a:solidFill>
                <a:latin typeface="Poppins"/>
                <a:ea typeface="Poppins"/>
                <a:cs typeface="Poppins"/>
                <a:sym typeface="Poppins"/>
              </a:rPr>
              <a:t>will I need?</a:t>
            </a: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2"/>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2"/>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11"/>
          <p:cNvSpPr txBox="1">
            <a:spLocks noGrp="1"/>
          </p:cNvSpPr>
          <p:nvPr>
            <p:ph type="title"/>
          </p:nvPr>
        </p:nvSpPr>
        <p:spPr>
          <a:xfrm>
            <a:off x="627075" y="3192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Good vs. not so good questions</a:t>
            </a:r>
            <a:endParaRPr/>
          </a:p>
          <a:p>
            <a:pPr marL="0" lvl="0" indent="0" algn="l" rtl="0">
              <a:lnSpc>
                <a:spcPct val="100000"/>
              </a:lnSpc>
              <a:spcBef>
                <a:spcPts val="0"/>
              </a:spcBef>
              <a:spcAft>
                <a:spcPts val="0"/>
              </a:spcAft>
              <a:buSzPts val="3000"/>
              <a:buNone/>
            </a:pPr>
            <a:endParaRPr/>
          </a:p>
        </p:txBody>
      </p:sp>
      <p:graphicFrame>
        <p:nvGraphicFramePr>
          <p:cNvPr id="1521" name="Google Shape;1521;p11"/>
          <p:cNvGraphicFramePr/>
          <p:nvPr/>
        </p:nvGraphicFramePr>
        <p:xfrm>
          <a:off x="250650" y="1225525"/>
          <a:ext cx="8642700" cy="3048041"/>
        </p:xfrm>
        <a:graphic>
          <a:graphicData uri="http://schemas.openxmlformats.org/drawingml/2006/table">
            <a:tbl>
              <a:tblPr>
                <a:noFill/>
                <a:tableStyleId>{2976BB7D-AA13-42AA-8E4B-66509124D92F}</a:tableStyleId>
              </a:tblPr>
              <a:tblGrid>
                <a:gridCol w="2596825">
                  <a:extLst>
                    <a:ext uri="{9D8B030D-6E8A-4147-A177-3AD203B41FA5}">
                      <a16:colId xmlns:a16="http://schemas.microsoft.com/office/drawing/2014/main" val="20000"/>
                    </a:ext>
                  </a:extLst>
                </a:gridCol>
                <a:gridCol w="2323350">
                  <a:extLst>
                    <a:ext uri="{9D8B030D-6E8A-4147-A177-3AD203B41FA5}">
                      <a16:colId xmlns:a16="http://schemas.microsoft.com/office/drawing/2014/main" val="20001"/>
                    </a:ext>
                  </a:extLst>
                </a:gridCol>
                <a:gridCol w="3722525">
                  <a:extLst>
                    <a:ext uri="{9D8B030D-6E8A-4147-A177-3AD203B41FA5}">
                      <a16:colId xmlns:a16="http://schemas.microsoft.com/office/drawing/2014/main" val="20002"/>
                    </a:ext>
                  </a:extLst>
                </a:gridCol>
              </a:tblGrid>
              <a:tr h="0">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Poppins"/>
                          <a:ea typeface="Poppins"/>
                          <a:cs typeface="Poppins"/>
                          <a:sym typeface="Poppins"/>
                        </a:rPr>
                        <a:t>Not a very good question...</a:t>
                      </a:r>
                      <a:endParaRPr sz="1200" b="1" u="none" strike="noStrike" cap="none">
                        <a:solidFill>
                          <a:schemeClr val="dk1"/>
                        </a:solidFill>
                        <a:latin typeface="Poppins"/>
                        <a:ea typeface="Poppins"/>
                        <a:cs typeface="Poppins"/>
                        <a:sym typeface="Poppins"/>
                      </a:endParaRPr>
                    </a:p>
                  </a:txBody>
                  <a:tcPr marL="91425" marR="91425" marT="91425" marB="91425">
                    <a:solidFill>
                      <a:srgbClr val="448BA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Poppins"/>
                          <a:ea typeface="Poppins"/>
                          <a:cs typeface="Poppins"/>
                          <a:sym typeface="Poppins"/>
                        </a:rPr>
                        <a:t>Problems with the question</a:t>
                      </a:r>
                      <a:endParaRPr sz="1200" b="1" u="none" strike="noStrike" cap="none">
                        <a:solidFill>
                          <a:schemeClr val="dk1"/>
                        </a:solidFill>
                        <a:latin typeface="Poppins"/>
                        <a:ea typeface="Poppins"/>
                        <a:cs typeface="Poppins"/>
                        <a:sym typeface="Poppins"/>
                      </a:endParaRPr>
                    </a:p>
                  </a:txBody>
                  <a:tcPr marL="91425" marR="91425" marT="91425" marB="91425">
                    <a:solidFill>
                      <a:srgbClr val="448BA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Poppins"/>
                          <a:ea typeface="Poppins"/>
                          <a:cs typeface="Poppins"/>
                          <a:sym typeface="Poppins"/>
                        </a:rPr>
                        <a:t>Improved proposal</a:t>
                      </a:r>
                      <a:endParaRPr sz="1200" b="1" u="none" strike="noStrike" cap="none">
                        <a:solidFill>
                          <a:schemeClr val="dk1"/>
                        </a:solidFill>
                        <a:latin typeface="Poppins"/>
                        <a:ea typeface="Poppins"/>
                        <a:cs typeface="Poppins"/>
                        <a:sym typeface="Poppins"/>
                      </a:endParaRPr>
                    </a:p>
                  </a:txBody>
                  <a:tcPr marL="91425" marR="91425" marT="91425" marB="91425">
                    <a:solidFill>
                      <a:srgbClr val="448BAF"/>
                    </a:solidFill>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980000"/>
                          </a:solidFill>
                          <a:latin typeface="Poppins"/>
                          <a:ea typeface="Poppins"/>
                          <a:cs typeface="Poppins"/>
                          <a:sym typeface="Poppins"/>
                        </a:rPr>
                        <a:t>Why do social inequalities exist?</a:t>
                      </a:r>
                      <a:endParaRPr sz="1000" b="1" u="none" strike="noStrike" cap="none">
                        <a:solidFill>
                          <a:srgbClr val="980000"/>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rgbClr val="191919"/>
                          </a:solidFill>
                          <a:latin typeface="Poppins"/>
                          <a:ea typeface="Poppins"/>
                          <a:cs typeface="Poppins"/>
                          <a:sym typeface="Poppins"/>
                        </a:rPr>
                        <a:t> It is not clearly focused. It is too broad</a:t>
                      </a:r>
                      <a:endParaRPr sz="900" u="none" strike="noStrike" cap="none">
                        <a:solidFill>
                          <a:srgbClr val="191919"/>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15000"/>
                        </a:lnSpc>
                        <a:spcBef>
                          <a:spcPts val="0"/>
                        </a:spcBef>
                        <a:spcAft>
                          <a:spcPts val="0"/>
                        </a:spcAft>
                        <a:buClr>
                          <a:srgbClr val="000000"/>
                        </a:buClr>
                        <a:buSzPts val="1000"/>
                        <a:buFont typeface="Arial"/>
                        <a:buNone/>
                      </a:pPr>
                      <a:r>
                        <a:rPr lang="en" sz="1000" b="1" u="none" strike="noStrike" cap="none">
                          <a:solidFill>
                            <a:srgbClr val="38761D"/>
                          </a:solidFill>
                          <a:latin typeface="Poppins"/>
                          <a:ea typeface="Poppins"/>
                          <a:cs typeface="Poppins"/>
                          <a:sym typeface="Poppins"/>
                        </a:rPr>
                        <a:t>What is the relationship between women's educational level and fertility rate in developing countries?</a:t>
                      </a:r>
                      <a:endParaRPr sz="1000" b="1" u="none" strike="noStrike" cap="none">
                        <a:solidFill>
                          <a:srgbClr val="38761D"/>
                        </a:solidFill>
                        <a:latin typeface="Poppins"/>
                        <a:ea typeface="Poppins"/>
                        <a:cs typeface="Poppins"/>
                        <a:sym typeface="Poppins"/>
                      </a:endParaRPr>
                    </a:p>
                  </a:txBody>
                  <a:tcPr marL="91425" marR="91425" marT="91425" marB="91425">
                    <a:solidFill>
                      <a:schemeClr val="dk1"/>
                    </a:solidFill>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980000"/>
                          </a:solidFill>
                          <a:latin typeface="Poppins"/>
                          <a:ea typeface="Poppins"/>
                          <a:cs typeface="Poppins"/>
                          <a:sym typeface="Poppins"/>
                        </a:rPr>
                        <a:t>Is the use of social networks harmful to the self-esteem of children between 10 and 15 years old?</a:t>
                      </a:r>
                      <a:endParaRPr sz="1000" b="1" u="none" strike="noStrike" cap="none">
                        <a:solidFill>
                          <a:srgbClr val="980000"/>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rgbClr val="191919"/>
                          </a:solidFill>
                          <a:latin typeface="Poppins"/>
                          <a:ea typeface="Poppins"/>
                          <a:cs typeface="Poppins"/>
                          <a:sym typeface="Poppins"/>
                        </a:rPr>
                        <a:t>Not complex enough: we can answer with a yes or no. </a:t>
                      </a:r>
                      <a:endParaRPr sz="900" u="none" strike="noStrike" cap="none">
                        <a:solidFill>
                          <a:srgbClr val="191919"/>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solidFill>
                          <a:srgbClr val="191919"/>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rgbClr val="191919"/>
                          </a:solidFill>
                          <a:latin typeface="Poppins"/>
                          <a:ea typeface="Poppins"/>
                          <a:cs typeface="Poppins"/>
                          <a:sym typeface="Poppins"/>
                        </a:rPr>
                        <a:t>Not clear enough</a:t>
                      </a:r>
                      <a:endParaRPr sz="900" u="none" strike="noStrike" cap="none">
                        <a:solidFill>
                          <a:srgbClr val="191919"/>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38761D"/>
                          </a:solidFill>
                          <a:latin typeface="Poppins"/>
                          <a:ea typeface="Poppins"/>
                          <a:cs typeface="Poppins"/>
                          <a:sym typeface="Poppins"/>
                        </a:rPr>
                        <a:t>How is the amount of time 10-15 year olds spend on TikTok related to their levels of body satisfaction and self-esteem?</a:t>
                      </a:r>
                      <a:endParaRPr sz="1000" b="1" u="none" strike="noStrike" cap="none">
                        <a:solidFill>
                          <a:srgbClr val="38761D"/>
                        </a:solidFill>
                        <a:latin typeface="Poppins"/>
                        <a:ea typeface="Poppins"/>
                        <a:cs typeface="Poppins"/>
                        <a:sym typeface="Poppins"/>
                      </a:endParaRPr>
                    </a:p>
                  </a:txBody>
                  <a:tcPr marL="91425" marR="91425" marT="91425" marB="91425">
                    <a:solidFill>
                      <a:schemeClr val="dk1"/>
                    </a:solidFill>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980000"/>
                          </a:solidFill>
                          <a:latin typeface="Poppins"/>
                          <a:ea typeface="Poppins"/>
                          <a:cs typeface="Poppins"/>
                          <a:sym typeface="Poppins"/>
                        </a:rPr>
                        <a:t>How do social, economic, cultural and political factors influence young people's career choices in a globalized and changing context?</a:t>
                      </a:r>
                      <a:endParaRPr sz="1000" b="1" u="none" strike="noStrike" cap="none">
                        <a:solidFill>
                          <a:srgbClr val="980000"/>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rgbClr val="191919"/>
                          </a:solidFill>
                          <a:latin typeface="Poppins"/>
                          <a:ea typeface="Poppins"/>
                          <a:cs typeface="Poppins"/>
                          <a:sym typeface="Poppins"/>
                        </a:rPr>
                        <a:t>Too complex: it tries to cover many relationships between variables. It is better to focus on one of the many options.</a:t>
                      </a:r>
                      <a:endParaRPr sz="900" u="none" strike="noStrike" cap="none">
                        <a:solidFill>
                          <a:srgbClr val="191919"/>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38761D"/>
                          </a:solidFill>
                          <a:latin typeface="Poppins"/>
                          <a:ea typeface="Poppins"/>
                          <a:cs typeface="Poppins"/>
                          <a:sym typeface="Poppins"/>
                        </a:rPr>
                        <a:t>What is the relationship between socioeconomic status and STEM career choice among high school students in Mexico City?</a:t>
                      </a:r>
                      <a:endParaRPr sz="1000" b="1" u="none" strike="noStrike" cap="none">
                        <a:solidFill>
                          <a:srgbClr val="38761D"/>
                        </a:solidFill>
                        <a:latin typeface="Poppins"/>
                        <a:ea typeface="Poppins"/>
                        <a:cs typeface="Poppins"/>
                        <a:sym typeface="Poppins"/>
                      </a:endParaRPr>
                    </a:p>
                  </a:txBody>
                  <a:tcPr marL="91425" marR="91425" marT="91425" marB="91425">
                    <a:solidFill>
                      <a:schemeClr val="dk1"/>
                    </a:solidFill>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980000"/>
                          </a:solidFill>
                          <a:latin typeface="Poppins"/>
                          <a:ea typeface="Poppins"/>
                          <a:cs typeface="Poppins"/>
                          <a:sym typeface="Poppins"/>
                        </a:rPr>
                        <a:t>How should social networking sites address the harm they cause?</a:t>
                      </a:r>
                      <a:endParaRPr sz="1000" b="1" u="none" strike="noStrike" cap="none">
                        <a:solidFill>
                          <a:srgbClr val="980000"/>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rgbClr val="191919"/>
                          </a:solidFill>
                          <a:latin typeface="Poppins"/>
                          <a:ea typeface="Poppins"/>
                          <a:cs typeface="Poppins"/>
                          <a:sym typeface="Poppins"/>
                        </a:rPr>
                        <a:t>Not clear and specific enough</a:t>
                      </a:r>
                      <a:endParaRPr sz="900" u="none" strike="noStrike" cap="none">
                        <a:solidFill>
                          <a:srgbClr val="191919"/>
                        </a:solidFill>
                        <a:latin typeface="Poppins"/>
                        <a:ea typeface="Poppins"/>
                        <a:cs typeface="Poppins"/>
                        <a:sym typeface="Poppins"/>
                      </a:endParaRPr>
                    </a:p>
                  </a:txBody>
                  <a:tcPr marL="91425" marR="91425" marT="91425" marB="91425">
                    <a:solidFill>
                      <a:schemeClr val="dk1"/>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38761D"/>
                          </a:solidFill>
                          <a:latin typeface="Poppins"/>
                          <a:ea typeface="Poppins"/>
                          <a:cs typeface="Poppins"/>
                          <a:sym typeface="Poppins"/>
                        </a:rPr>
                        <a:t>What measures should social networking sites such as Instagram and Facebook take to protect users' personal information and privacy?</a:t>
                      </a:r>
                      <a:endParaRPr sz="1000" b="1" u="none" strike="noStrike" cap="none">
                        <a:solidFill>
                          <a:srgbClr val="38761D"/>
                        </a:solidFill>
                        <a:latin typeface="Poppins"/>
                        <a:ea typeface="Poppins"/>
                        <a:cs typeface="Poppins"/>
                        <a:sym typeface="Poppins"/>
                      </a:endParaRPr>
                    </a:p>
                  </a:txBody>
                  <a:tcPr marL="91425" marR="91425" marT="91425" marB="91425">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sp>
        <p:nvSpPr>
          <p:cNvPr id="1526" name="Google Shape;1526;p12"/>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Exercise: </a:t>
            </a:r>
            <a:r>
              <a:rPr lang="en">
                <a:solidFill>
                  <a:srgbClr val="5DA8CC"/>
                </a:solidFill>
              </a:rPr>
              <a:t>Good or bad? Why?</a:t>
            </a:r>
            <a:endParaRPr>
              <a:solidFill>
                <a:srgbClr val="5DA8CC"/>
              </a:solidFill>
            </a:endParaRPr>
          </a:p>
        </p:txBody>
      </p:sp>
      <p:sp>
        <p:nvSpPr>
          <p:cNvPr id="1527" name="Google Shape;1527;p12"/>
          <p:cNvSpPr txBox="1"/>
          <p:nvPr/>
        </p:nvSpPr>
        <p:spPr>
          <a:xfrm>
            <a:off x="495550" y="1188100"/>
            <a:ext cx="4220700" cy="3574500"/>
          </a:xfrm>
          <a:prstGeom prst="rect">
            <a:avLst/>
          </a:prstGeom>
          <a:solidFill>
            <a:schemeClr val="dk2"/>
          </a:solidFill>
          <a:ln>
            <a:noFill/>
          </a:ln>
        </p:spPr>
        <p:txBody>
          <a:bodyPr spcFirstLastPara="1" wrap="square" lIns="91425" tIns="91425" rIns="91425" bIns="91425" anchor="t" anchorCtr="0">
            <a:noAutofit/>
          </a:bodyPr>
          <a:lstStyle/>
          <a:p>
            <a:pPr marL="457200" lvl="0" indent="-317500">
              <a:buClr>
                <a:schemeClr val="dk1"/>
              </a:buClr>
              <a:buSzPts val="1400"/>
              <a:buFont typeface="Poppins"/>
              <a:buChar char="●"/>
            </a:pPr>
            <a:r>
              <a:rPr lang="en" dirty="0">
                <a:solidFill>
                  <a:schemeClr val="dk1"/>
                </a:solidFill>
                <a:latin typeface="Poppins"/>
                <a:cs typeface="Poppins"/>
                <a:sym typeface="Poppins"/>
              </a:rPr>
              <a:t>How has the earthquake affected the lives of Haitians living in informal settlements?</a:t>
            </a:r>
            <a:endParaRPr dirty="0">
              <a:solidFill>
                <a:schemeClr val="dk1"/>
              </a:solidFill>
              <a:latin typeface="Poppins"/>
              <a:cs typeface="Poppins"/>
              <a:sym typeface="Poppins"/>
            </a:endParaRPr>
          </a:p>
        </p:txBody>
      </p:sp>
      <p:sp>
        <p:nvSpPr>
          <p:cNvPr id="1528" name="Google Shape;1528;p12"/>
          <p:cNvSpPr txBox="1"/>
          <p:nvPr/>
        </p:nvSpPr>
        <p:spPr>
          <a:xfrm>
            <a:off x="4973213" y="1111900"/>
            <a:ext cx="4071300" cy="297600"/>
          </a:xfrm>
          <a:prstGeom prst="rect">
            <a:avLst/>
          </a:prstGeom>
          <a:solidFill>
            <a:srgbClr val="00245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sng" strike="noStrike" cap="none">
                <a:solidFill>
                  <a:schemeClr val="dk1"/>
                </a:solidFill>
                <a:latin typeface="Poppins"/>
                <a:ea typeface="Poppins"/>
                <a:cs typeface="Poppins"/>
                <a:sym typeface="Poppins"/>
              </a:rPr>
              <a:t>Example</a:t>
            </a:r>
            <a:r>
              <a:rPr lang="en" sz="800" b="0" i="0" u="none" strike="noStrike" cap="none">
                <a:solidFill>
                  <a:schemeClr val="dk1"/>
                </a:solidFill>
                <a:latin typeface="Poppins"/>
                <a:ea typeface="Poppins"/>
                <a:cs typeface="Poppins"/>
                <a:sym typeface="Poppins"/>
              </a:rPr>
              <a:t>: I am interested in studying the impact of earthquakes on society, in particular the case of Haiti in 2010.</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 </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Poppins"/>
              <a:ea typeface="Poppins"/>
              <a:cs typeface="Poppins"/>
              <a:sym typeface="Poppins"/>
            </a:endParaRPr>
          </a:p>
        </p:txBody>
      </p:sp>
      <p:pic>
        <p:nvPicPr>
          <p:cNvPr id="1529" name="Google Shape;1529;p12"/>
          <p:cNvPicPr preferRelativeResize="0"/>
          <p:nvPr/>
        </p:nvPicPr>
        <p:blipFill rotWithShape="1">
          <a:blip r:embed="rId3">
            <a:alphaModFix/>
          </a:blip>
          <a:srcRect/>
          <a:stretch/>
        </p:blipFill>
        <p:spPr>
          <a:xfrm>
            <a:off x="5891600" y="1760225"/>
            <a:ext cx="2147841" cy="32503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3"/>
        <p:cNvGrpSpPr/>
        <p:nvPr/>
      </p:nvGrpSpPr>
      <p:grpSpPr>
        <a:xfrm>
          <a:off x="0" y="0"/>
          <a:ext cx="0" cy="0"/>
          <a:chOff x="0" y="0"/>
          <a:chExt cx="0" cy="0"/>
        </a:xfrm>
      </p:grpSpPr>
      <p:sp>
        <p:nvSpPr>
          <p:cNvPr id="1534" name="Google Shape;1534;p13"/>
          <p:cNvSpPr txBox="1"/>
          <p:nvPr/>
        </p:nvSpPr>
        <p:spPr>
          <a:xfrm>
            <a:off x="495550" y="1188100"/>
            <a:ext cx="4220700" cy="3574500"/>
          </a:xfrm>
          <a:prstGeom prst="rect">
            <a:avLst/>
          </a:prstGeom>
          <a:solidFill>
            <a:schemeClr val="dk2"/>
          </a:solidFill>
          <a:ln>
            <a:noFill/>
          </a:ln>
        </p:spPr>
        <p:txBody>
          <a:bodyPr spcFirstLastPara="1" wrap="square" lIns="91425" tIns="91425" rIns="91425" bIns="91425" anchor="t" anchorCtr="0">
            <a:noAutofit/>
          </a:bodyPr>
          <a:lstStyle/>
          <a:p>
            <a:pPr marL="457200" indent="-317500">
              <a:buClr>
                <a:schemeClr val="dk1"/>
              </a:buClr>
              <a:buSzPts val="1400"/>
              <a:buFont typeface="Poppins"/>
              <a:buChar char="●"/>
            </a:pPr>
            <a:r>
              <a:rPr lang="en" dirty="0">
                <a:solidFill>
                  <a:schemeClr val="dk1"/>
                </a:solidFill>
                <a:latin typeface="Poppins"/>
                <a:cs typeface="Poppins"/>
                <a:sym typeface="Poppins"/>
              </a:rPr>
              <a:t>How has the earthquake affected the lives of Haitians living in informal settlements?</a:t>
            </a:r>
            <a:endParaRPr dirty="0">
              <a:solidFill>
                <a:schemeClr val="dk1"/>
              </a:solidFill>
              <a:latin typeface="Poppins"/>
              <a:cs typeface="Poppins"/>
              <a:sym typeface="Poppins"/>
            </a:endParaRPr>
          </a:p>
          <a:p>
            <a:pPr marL="457200" indent="-317500">
              <a:buClr>
                <a:schemeClr val="dk1"/>
              </a:buClr>
              <a:buSzPts val="1400"/>
              <a:buFont typeface="Poppins"/>
              <a:buChar char="●"/>
            </a:pPr>
            <a:endParaRPr dirty="0">
              <a:solidFill>
                <a:schemeClr val="dk1"/>
              </a:solidFill>
              <a:latin typeface="Poppins"/>
              <a:cs typeface="Poppins"/>
              <a:sym typeface="Poppins"/>
            </a:endParaRPr>
          </a:p>
          <a:p>
            <a:pPr marL="457200" indent="-317500">
              <a:buClr>
                <a:schemeClr val="dk1"/>
              </a:buClr>
              <a:buSzPts val="1400"/>
              <a:buFont typeface="Poppins"/>
              <a:buChar char="●"/>
            </a:pPr>
            <a:r>
              <a:rPr lang="en" dirty="0">
                <a:solidFill>
                  <a:schemeClr val="dk1"/>
                </a:solidFill>
                <a:latin typeface="Poppins"/>
                <a:cs typeface="Poppins"/>
                <a:sym typeface="Poppins"/>
              </a:rPr>
              <a:t>How did the distribution of humanitarian aid provided by NGOs affect the persistence of homelessness in rural communities in Haiti between 2011 and 2014, following the 2010 earthquake?</a:t>
            </a:r>
            <a:endParaRPr dirty="0">
              <a:solidFill>
                <a:schemeClr val="dk1"/>
              </a:solidFill>
              <a:latin typeface="Poppins"/>
              <a:cs typeface="Poppins"/>
              <a:sym typeface="Poppins"/>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pic>
        <p:nvPicPr>
          <p:cNvPr id="1535" name="Google Shape;1535;p13"/>
          <p:cNvPicPr preferRelativeResize="0"/>
          <p:nvPr/>
        </p:nvPicPr>
        <p:blipFill rotWithShape="1">
          <a:blip r:embed="rId3">
            <a:alphaModFix/>
          </a:blip>
          <a:srcRect/>
          <a:stretch/>
        </p:blipFill>
        <p:spPr>
          <a:xfrm>
            <a:off x="5891600" y="1760225"/>
            <a:ext cx="2147841" cy="3250399"/>
          </a:xfrm>
          <a:prstGeom prst="rect">
            <a:avLst/>
          </a:prstGeom>
          <a:noFill/>
          <a:ln>
            <a:noFill/>
          </a:ln>
        </p:spPr>
      </p:pic>
      <p:sp>
        <p:nvSpPr>
          <p:cNvPr id="1536" name="Google Shape;1536;p13"/>
          <p:cNvSpPr txBox="1"/>
          <p:nvPr/>
        </p:nvSpPr>
        <p:spPr>
          <a:xfrm>
            <a:off x="4973213" y="1111900"/>
            <a:ext cx="4071300" cy="297600"/>
          </a:xfrm>
          <a:prstGeom prst="rect">
            <a:avLst/>
          </a:prstGeom>
          <a:solidFill>
            <a:srgbClr val="00245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sng" strike="noStrike" cap="none">
                <a:solidFill>
                  <a:schemeClr val="dk1"/>
                </a:solidFill>
                <a:latin typeface="Poppins"/>
                <a:ea typeface="Poppins"/>
                <a:cs typeface="Poppins"/>
                <a:sym typeface="Poppins"/>
              </a:rPr>
              <a:t>Example</a:t>
            </a:r>
            <a:r>
              <a:rPr lang="en" sz="800" b="0" i="0" u="none" strike="noStrike" cap="none">
                <a:solidFill>
                  <a:schemeClr val="dk1"/>
                </a:solidFill>
                <a:latin typeface="Poppins"/>
                <a:ea typeface="Poppins"/>
                <a:cs typeface="Poppins"/>
                <a:sym typeface="Poppins"/>
              </a:rPr>
              <a:t>: I am interested in studying the impact of earthquakes on society, in particular the case of Haiti in 2010.</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 </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Poppins"/>
              <a:ea typeface="Poppins"/>
              <a:cs typeface="Poppins"/>
              <a:sym typeface="Poppins"/>
            </a:endParaRPr>
          </a:p>
        </p:txBody>
      </p:sp>
      <p:sp>
        <p:nvSpPr>
          <p:cNvPr id="1537" name="Google Shape;1537;p13"/>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Exercise: </a:t>
            </a:r>
            <a:r>
              <a:rPr lang="en">
                <a:solidFill>
                  <a:srgbClr val="5DA8CC"/>
                </a:solidFill>
              </a:rPr>
              <a:t>Good or bad? Why?</a:t>
            </a:r>
            <a:endParaRPr>
              <a:solidFill>
                <a:srgbClr val="5DA8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pic>
        <p:nvPicPr>
          <p:cNvPr id="1542" name="Google Shape;1542;p14"/>
          <p:cNvPicPr preferRelativeResize="0"/>
          <p:nvPr/>
        </p:nvPicPr>
        <p:blipFill rotWithShape="1">
          <a:blip r:embed="rId3">
            <a:alphaModFix/>
          </a:blip>
          <a:srcRect/>
          <a:stretch/>
        </p:blipFill>
        <p:spPr>
          <a:xfrm>
            <a:off x="5891600" y="1760225"/>
            <a:ext cx="2147841" cy="3250399"/>
          </a:xfrm>
          <a:prstGeom prst="rect">
            <a:avLst/>
          </a:prstGeom>
          <a:noFill/>
          <a:ln>
            <a:noFill/>
          </a:ln>
        </p:spPr>
      </p:pic>
      <p:sp>
        <p:nvSpPr>
          <p:cNvPr id="1543" name="Google Shape;1543;p14"/>
          <p:cNvSpPr txBox="1"/>
          <p:nvPr/>
        </p:nvSpPr>
        <p:spPr>
          <a:xfrm>
            <a:off x="4973213" y="1111900"/>
            <a:ext cx="4071300" cy="297600"/>
          </a:xfrm>
          <a:prstGeom prst="rect">
            <a:avLst/>
          </a:prstGeom>
          <a:solidFill>
            <a:srgbClr val="00245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sng" strike="noStrike" cap="none">
                <a:solidFill>
                  <a:schemeClr val="dk1"/>
                </a:solidFill>
                <a:latin typeface="Poppins"/>
                <a:ea typeface="Poppins"/>
                <a:cs typeface="Poppins"/>
                <a:sym typeface="Poppins"/>
              </a:rPr>
              <a:t>Example</a:t>
            </a:r>
            <a:r>
              <a:rPr lang="en" sz="800" b="0" i="0" u="none" strike="noStrike" cap="none">
                <a:solidFill>
                  <a:schemeClr val="dk1"/>
                </a:solidFill>
                <a:latin typeface="Poppins"/>
                <a:ea typeface="Poppins"/>
                <a:cs typeface="Poppins"/>
                <a:sym typeface="Poppins"/>
              </a:rPr>
              <a:t>: I am interested in studying the impact of earthquakes on society, in particular the case of Haiti in 2010.</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 </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Poppins"/>
              <a:ea typeface="Poppins"/>
              <a:cs typeface="Poppins"/>
              <a:sym typeface="Poppins"/>
            </a:endParaRPr>
          </a:p>
        </p:txBody>
      </p:sp>
      <p:sp>
        <p:nvSpPr>
          <p:cNvPr id="1544" name="Google Shape;1544;p14"/>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Exercise: </a:t>
            </a:r>
            <a:r>
              <a:rPr lang="en">
                <a:solidFill>
                  <a:srgbClr val="5DA8CC"/>
                </a:solidFill>
              </a:rPr>
              <a:t>Good or bad? Why?</a:t>
            </a:r>
            <a:endParaRPr>
              <a:solidFill>
                <a:srgbClr val="5DA8CC"/>
              </a:solidFill>
            </a:endParaRPr>
          </a:p>
        </p:txBody>
      </p:sp>
      <p:sp>
        <p:nvSpPr>
          <p:cNvPr id="1545" name="Google Shape;1545;p14"/>
          <p:cNvSpPr txBox="1"/>
          <p:nvPr/>
        </p:nvSpPr>
        <p:spPr>
          <a:xfrm>
            <a:off x="495550" y="1188100"/>
            <a:ext cx="4220700" cy="3574500"/>
          </a:xfrm>
          <a:prstGeom prst="rect">
            <a:avLst/>
          </a:prstGeom>
          <a:solidFill>
            <a:schemeClr val="dk2"/>
          </a:solid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a:solidFill>
                  <a:schemeClr val="dk1"/>
                </a:solidFill>
                <a:latin typeface="Poppins"/>
                <a:ea typeface="Poppins"/>
                <a:cs typeface="Poppins"/>
                <a:sym typeface="Poppins"/>
              </a:rPr>
              <a:t>How has the earthquake affected the lives of Haitians living in informal settlements?</a:t>
            </a:r>
            <a:endParaRPr sz="1400" b="0" i="0" u="none" strike="noStrike" cap="none">
              <a:solidFill>
                <a:schemeClr val="dk1"/>
              </a:solidFill>
              <a:latin typeface="Poppins"/>
              <a:ea typeface="Poppins"/>
              <a:cs typeface="Poppins"/>
              <a:sym typeface="Poppins"/>
            </a:endParaRPr>
          </a:p>
          <a:p>
            <a:pPr marL="914400" marR="0" lvl="0" indent="0" algn="l" rtl="0">
              <a:lnSpc>
                <a:spcPct val="100000"/>
              </a:lnSpc>
              <a:spcBef>
                <a:spcPts val="0"/>
              </a:spcBef>
              <a:spcAft>
                <a:spcPts val="0"/>
              </a:spcAft>
              <a:buNone/>
            </a:pPr>
            <a:endParaRPr sz="1400" b="0" i="0" u="none" strike="noStrike" cap="none">
              <a:solidFill>
                <a:schemeClr val="dk1"/>
              </a:solidFill>
              <a:latin typeface="Poppins"/>
              <a:ea typeface="Poppins"/>
              <a:cs typeface="Poppins"/>
              <a:sym typeface="Poppins"/>
            </a:endParaRPr>
          </a:p>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a:solidFill>
                  <a:schemeClr val="dk1"/>
                </a:solidFill>
                <a:latin typeface="Poppins"/>
                <a:ea typeface="Poppins"/>
                <a:cs typeface="Poppins"/>
                <a:sym typeface="Poppins"/>
              </a:rPr>
              <a:t>How did the distribution of humanitarian aid provided by NGOs affect the persistence of homelessness in rural communities in Haiti between 2011 and 2014, following the 2010 earthquake?</a:t>
            </a:r>
            <a:endParaRPr sz="1400" b="0" i="0" u="none" strike="noStrike" cap="none">
              <a:solidFill>
                <a:schemeClr val="dk1"/>
              </a:solidFill>
              <a:latin typeface="Poppins"/>
              <a:ea typeface="Poppins"/>
              <a:cs typeface="Poppins"/>
              <a:sym typeface="Poppins"/>
            </a:endParaRPr>
          </a:p>
          <a:p>
            <a:pPr marL="914400" marR="0" lvl="0" indent="0" algn="l" rtl="0">
              <a:lnSpc>
                <a:spcPct val="100000"/>
              </a:lnSpc>
              <a:spcBef>
                <a:spcPts val="0"/>
              </a:spcBef>
              <a:spcAft>
                <a:spcPts val="0"/>
              </a:spcAft>
              <a:buNone/>
            </a:pPr>
            <a:endParaRPr sz="1400" b="0" i="0" u="none" strike="noStrike" cap="none">
              <a:solidFill>
                <a:schemeClr val="dk1"/>
              </a:solidFill>
              <a:latin typeface="Poppins"/>
              <a:ea typeface="Poppins"/>
              <a:cs typeface="Poppins"/>
              <a:sym typeface="Poppins"/>
            </a:endParaRPr>
          </a:p>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a:solidFill>
                  <a:schemeClr val="dk1"/>
                </a:solidFill>
                <a:latin typeface="Poppins"/>
                <a:ea typeface="Poppins"/>
                <a:cs typeface="Poppins"/>
                <a:sym typeface="Poppins"/>
              </a:rPr>
              <a:t>Did the rate of homelessness have any impact after the earthquake in Haiti?</a:t>
            </a:r>
            <a:endParaRPr sz="14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pic>
        <p:nvPicPr>
          <p:cNvPr id="1550" name="Google Shape;1550;p15"/>
          <p:cNvPicPr preferRelativeResize="0"/>
          <p:nvPr/>
        </p:nvPicPr>
        <p:blipFill rotWithShape="1">
          <a:blip r:embed="rId3">
            <a:alphaModFix/>
          </a:blip>
          <a:srcRect/>
          <a:stretch/>
        </p:blipFill>
        <p:spPr>
          <a:xfrm>
            <a:off x="5891600" y="1760225"/>
            <a:ext cx="2147841" cy="3250399"/>
          </a:xfrm>
          <a:prstGeom prst="rect">
            <a:avLst/>
          </a:prstGeom>
          <a:noFill/>
          <a:ln>
            <a:noFill/>
          </a:ln>
        </p:spPr>
      </p:pic>
      <p:sp>
        <p:nvSpPr>
          <p:cNvPr id="1551" name="Google Shape;1551;p15"/>
          <p:cNvSpPr txBox="1"/>
          <p:nvPr/>
        </p:nvSpPr>
        <p:spPr>
          <a:xfrm>
            <a:off x="4973213" y="1111900"/>
            <a:ext cx="4071300" cy="297600"/>
          </a:xfrm>
          <a:prstGeom prst="rect">
            <a:avLst/>
          </a:prstGeom>
          <a:solidFill>
            <a:srgbClr val="00245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sng" strike="noStrike" cap="none">
                <a:solidFill>
                  <a:schemeClr val="dk1"/>
                </a:solidFill>
                <a:latin typeface="Poppins"/>
                <a:ea typeface="Poppins"/>
                <a:cs typeface="Poppins"/>
                <a:sym typeface="Poppins"/>
              </a:rPr>
              <a:t>Example</a:t>
            </a:r>
            <a:r>
              <a:rPr lang="en" sz="800" b="0" i="0" u="none" strike="noStrike" cap="none">
                <a:solidFill>
                  <a:schemeClr val="dk1"/>
                </a:solidFill>
                <a:latin typeface="Poppins"/>
                <a:ea typeface="Poppins"/>
                <a:cs typeface="Poppins"/>
                <a:sym typeface="Poppins"/>
              </a:rPr>
              <a:t>: I am interested in studying the impact of earthquakes on society, in particular the case of Haiti in 2010.</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 </a:t>
            </a:r>
            <a:endParaRPr sz="8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Poppins"/>
              <a:ea typeface="Poppins"/>
              <a:cs typeface="Poppins"/>
              <a:sym typeface="Poppins"/>
            </a:endParaRPr>
          </a:p>
        </p:txBody>
      </p:sp>
      <p:sp>
        <p:nvSpPr>
          <p:cNvPr id="1552" name="Google Shape;1552;p15"/>
          <p:cNvSpPr txBox="1">
            <a:spLocks noGrp="1"/>
          </p:cNvSpPr>
          <p:nvPr>
            <p:ph type="title"/>
          </p:nvPr>
        </p:nvSpPr>
        <p:spPr>
          <a:xfrm>
            <a:off x="373725" y="277525"/>
            <a:ext cx="82899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Exercise: </a:t>
            </a:r>
            <a:r>
              <a:rPr lang="en">
                <a:solidFill>
                  <a:srgbClr val="5DA8CC"/>
                </a:solidFill>
              </a:rPr>
              <a:t>Good or bad? Why?</a:t>
            </a:r>
            <a:endParaRPr>
              <a:solidFill>
                <a:srgbClr val="5DA8CC"/>
              </a:solidFill>
            </a:endParaRPr>
          </a:p>
        </p:txBody>
      </p:sp>
      <p:sp>
        <p:nvSpPr>
          <p:cNvPr id="1553" name="Google Shape;1553;p15"/>
          <p:cNvSpPr txBox="1"/>
          <p:nvPr/>
        </p:nvSpPr>
        <p:spPr>
          <a:xfrm>
            <a:off x="495550" y="1188100"/>
            <a:ext cx="4220700" cy="3574500"/>
          </a:xfrm>
          <a:prstGeom prst="rect">
            <a:avLst/>
          </a:prstGeom>
          <a:solidFill>
            <a:schemeClr val="dk2"/>
          </a:solid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dirty="0">
                <a:solidFill>
                  <a:schemeClr val="dk1"/>
                </a:solidFill>
                <a:latin typeface="Poppins"/>
                <a:ea typeface="Poppins"/>
                <a:cs typeface="Poppins"/>
                <a:sym typeface="Poppins"/>
              </a:rPr>
              <a:t>How has the earthquake affected the lives of Haitians living in informal settlements?</a:t>
            </a:r>
            <a:endParaRPr sz="1400" b="0" i="0" u="none" strike="noStrike" cap="none" dirty="0">
              <a:solidFill>
                <a:schemeClr val="dk1"/>
              </a:solidFill>
              <a:latin typeface="Poppins"/>
              <a:ea typeface="Poppins"/>
              <a:cs typeface="Poppins"/>
              <a:sym typeface="Poppins"/>
            </a:endParaRPr>
          </a:p>
          <a:p>
            <a:pPr marL="914400" marR="0" lvl="0" indent="0" algn="l" rtl="0">
              <a:lnSpc>
                <a:spcPct val="100000"/>
              </a:lnSpc>
              <a:spcBef>
                <a:spcPts val="0"/>
              </a:spcBef>
              <a:spcAft>
                <a:spcPts val="0"/>
              </a:spcAft>
              <a:buNone/>
            </a:pPr>
            <a:endParaRPr sz="1400" b="0" i="0" u="none" strike="noStrike" cap="none" dirty="0">
              <a:solidFill>
                <a:schemeClr val="dk1"/>
              </a:solidFill>
              <a:latin typeface="Poppins"/>
              <a:ea typeface="Poppins"/>
              <a:cs typeface="Poppins"/>
              <a:sym typeface="Poppins"/>
            </a:endParaRPr>
          </a:p>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dirty="0">
                <a:solidFill>
                  <a:schemeClr val="dk1"/>
                </a:solidFill>
                <a:latin typeface="Poppins"/>
                <a:ea typeface="Poppins"/>
                <a:cs typeface="Poppins"/>
                <a:sym typeface="Poppins"/>
              </a:rPr>
              <a:t>How did the distribution of humanitarian aid provided by NGOs affect the persistence of homelessness in rural communities in Haiti between 2011 and 2014, following the 2010 earthquake?</a:t>
            </a:r>
            <a:endParaRPr sz="1400" b="0" i="0" u="none" strike="noStrike" cap="none" dirty="0">
              <a:solidFill>
                <a:schemeClr val="dk1"/>
              </a:solidFill>
              <a:latin typeface="Poppins"/>
              <a:ea typeface="Poppins"/>
              <a:cs typeface="Poppins"/>
              <a:sym typeface="Poppins"/>
            </a:endParaRPr>
          </a:p>
          <a:p>
            <a:pPr marL="914400" marR="0" lvl="0" indent="0" algn="l" rtl="0">
              <a:lnSpc>
                <a:spcPct val="100000"/>
              </a:lnSpc>
              <a:spcBef>
                <a:spcPts val="0"/>
              </a:spcBef>
              <a:spcAft>
                <a:spcPts val="0"/>
              </a:spcAft>
              <a:buNone/>
            </a:pPr>
            <a:endParaRPr sz="1400" b="0" i="0" u="none" strike="noStrike" cap="none" dirty="0">
              <a:solidFill>
                <a:schemeClr val="dk1"/>
              </a:solidFill>
              <a:latin typeface="Poppins"/>
              <a:ea typeface="Poppins"/>
              <a:cs typeface="Poppins"/>
              <a:sym typeface="Poppins"/>
            </a:endParaRPr>
          </a:p>
          <a:p>
            <a:pPr marL="457200" marR="0" lvl="0" indent="-317500" algn="l" rtl="0">
              <a:lnSpc>
                <a:spcPct val="100000"/>
              </a:lnSpc>
              <a:spcBef>
                <a:spcPts val="0"/>
              </a:spcBef>
              <a:spcAft>
                <a:spcPts val="0"/>
              </a:spcAft>
              <a:buClr>
                <a:schemeClr val="dk1"/>
              </a:buClr>
              <a:buSzPts val="1400"/>
              <a:buFont typeface="Poppins"/>
              <a:buChar char="●"/>
            </a:pPr>
            <a:r>
              <a:rPr lang="en" sz="1400" b="0" i="0" u="none" strike="noStrike" cap="none" dirty="0">
                <a:solidFill>
                  <a:schemeClr val="dk1"/>
                </a:solidFill>
                <a:latin typeface="Poppins"/>
                <a:ea typeface="Poppins"/>
                <a:cs typeface="Poppins"/>
                <a:sym typeface="Poppins"/>
              </a:rPr>
              <a:t>Did the rate of homelessness have any impact after the earthquake in Haiti?</a:t>
            </a:r>
            <a:endParaRPr sz="1400" b="0" i="0" u="none" strike="noStrike" cap="none" dirty="0">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chemeClr val="dk1"/>
                </a:solidFill>
                <a:latin typeface="Poppins"/>
                <a:ea typeface="Poppins"/>
                <a:cs typeface="Poppins"/>
                <a:sym typeface="Poppins"/>
              </a:rPr>
              <a:t>Can you think of any way to improve the not-so-good questions or any other questions? </a:t>
            </a:r>
            <a:endParaRPr sz="1400" b="1"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7"/>
        <p:cNvGrpSpPr/>
        <p:nvPr/>
      </p:nvGrpSpPr>
      <p:grpSpPr>
        <a:xfrm>
          <a:off x="0" y="0"/>
          <a:ext cx="0" cy="0"/>
          <a:chOff x="0" y="0"/>
          <a:chExt cx="0" cy="0"/>
        </a:xfrm>
      </p:grpSpPr>
      <p:sp>
        <p:nvSpPr>
          <p:cNvPr id="1558" name="Google Shape;1558;p16"/>
          <p:cNvSpPr txBox="1">
            <a:spLocks noGrp="1"/>
          </p:cNvSpPr>
          <p:nvPr>
            <p:ph type="title"/>
          </p:nvPr>
        </p:nvSpPr>
        <p:spPr>
          <a:xfrm>
            <a:off x="444450" y="1821875"/>
            <a:ext cx="8255100" cy="731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 sz="4600"/>
              <a:t>BREAK TIME</a:t>
            </a:r>
            <a:endParaRPr sz="4600"/>
          </a:p>
        </p:txBody>
      </p:sp>
      <p:sp>
        <p:nvSpPr>
          <p:cNvPr id="1559" name="Google Shape;1559;p16"/>
          <p:cNvSpPr txBox="1">
            <a:spLocks noGrp="1"/>
          </p:cNvSpPr>
          <p:nvPr>
            <p:ph type="title"/>
          </p:nvPr>
        </p:nvSpPr>
        <p:spPr>
          <a:xfrm>
            <a:off x="1728825" y="2552975"/>
            <a:ext cx="5832600" cy="414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endParaRPr sz="1500" b="0"/>
          </a:p>
          <a:p>
            <a:pPr marL="0" lvl="0" indent="0" algn="ctr" rtl="0">
              <a:lnSpc>
                <a:spcPct val="100000"/>
              </a:lnSpc>
              <a:spcBef>
                <a:spcPts val="0"/>
              </a:spcBef>
              <a:spcAft>
                <a:spcPts val="0"/>
              </a:spcAft>
              <a:buSzPts val="3000"/>
              <a:buNone/>
            </a:pPr>
            <a:r>
              <a:rPr lang="en" sz="1500" b="0"/>
              <a:t>See you in 15 minutes</a:t>
            </a:r>
            <a:endParaRPr sz="1500" b="0" i="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p17"/>
          <p:cNvSpPr txBox="1">
            <a:spLocks noGrp="1"/>
          </p:cNvSpPr>
          <p:nvPr>
            <p:ph type="subTitle" idx="1"/>
          </p:nvPr>
        </p:nvSpPr>
        <p:spPr>
          <a:xfrm>
            <a:off x="719996" y="1159050"/>
            <a:ext cx="7624500" cy="220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We must consider two aspects: </a:t>
            </a:r>
            <a:endParaRPr/>
          </a:p>
        </p:txBody>
      </p:sp>
      <p:sp>
        <p:nvSpPr>
          <p:cNvPr id="1565" name="Google Shape;1565;p17"/>
          <p:cNvSpPr txBox="1">
            <a:spLocks noGrp="1"/>
          </p:cNvSpPr>
          <p:nvPr>
            <p:ph type="title"/>
          </p:nvPr>
        </p:nvSpPr>
        <p:spPr>
          <a:xfrm>
            <a:off x="720000" y="445025"/>
            <a:ext cx="8152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900"/>
              <a:t>Now... How to answer the question?</a:t>
            </a:r>
            <a:endParaRPr sz="2900"/>
          </a:p>
        </p:txBody>
      </p:sp>
      <p:sp>
        <p:nvSpPr>
          <p:cNvPr id="1566" name="Google Shape;1566;p17"/>
          <p:cNvSpPr/>
          <p:nvPr/>
        </p:nvSpPr>
        <p:spPr>
          <a:xfrm>
            <a:off x="459838" y="1794825"/>
            <a:ext cx="3955200" cy="2365200"/>
          </a:xfrm>
          <a:prstGeom prst="roundRect">
            <a:avLst>
              <a:gd name="adj" fmla="val 16667"/>
            </a:avLst>
          </a:prstGeom>
          <a:solidFill>
            <a:srgbClr val="306F9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Poppins"/>
                <a:ea typeface="Poppins"/>
                <a:cs typeface="Poppins"/>
                <a:sym typeface="Poppins"/>
              </a:rPr>
              <a:t>What arguments should I use to explore and answer the question?</a:t>
            </a:r>
            <a:endParaRPr sz="1400" b="1"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Poppins"/>
              <a:ea typeface="Poppins"/>
              <a:cs typeface="Poppins"/>
              <a:sym typeface="Poppins"/>
            </a:endParaRPr>
          </a:p>
          <a:p>
            <a:pPr marL="457200" marR="0" lvl="0" indent="-298450" algn="ctr" rtl="0">
              <a:lnSpc>
                <a:spcPct val="100000"/>
              </a:lnSpc>
              <a:spcBef>
                <a:spcPts val="0"/>
              </a:spcBef>
              <a:spcAft>
                <a:spcPts val="0"/>
              </a:spcAft>
              <a:buClr>
                <a:schemeClr val="dk1"/>
              </a:buClr>
              <a:buSzPts val="1100"/>
              <a:buFont typeface="Poppins"/>
              <a:buChar char="●"/>
            </a:pPr>
            <a:r>
              <a:rPr lang="en" sz="1100" b="0" i="0" u="none" strike="noStrike" cap="none">
                <a:solidFill>
                  <a:schemeClr val="dk1"/>
                </a:solidFill>
                <a:latin typeface="Poppins"/>
                <a:ea typeface="Poppins"/>
                <a:cs typeface="Poppins"/>
                <a:sym typeface="Poppins"/>
              </a:rPr>
              <a:t>Pose hypotheses → Different ways that I think could explain the phenomenon I want to describe.</a:t>
            </a:r>
            <a:endParaRPr sz="11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chemeClr val="dk1"/>
                </a:solidFill>
                <a:latin typeface="Poppins"/>
                <a:ea typeface="Poppins"/>
                <a:cs typeface="Poppins"/>
                <a:sym typeface="Poppins"/>
              </a:rPr>
              <a:t>Example</a:t>
            </a:r>
            <a:r>
              <a:rPr lang="en" sz="1100" b="0" i="0" u="none" strike="noStrike" cap="none">
                <a:solidFill>
                  <a:schemeClr val="dk1"/>
                </a:solidFill>
                <a:latin typeface="Poppins"/>
                <a:ea typeface="Poppins"/>
                <a:cs typeface="Poppins"/>
                <a:sym typeface="Poppins"/>
              </a:rPr>
              <a:t>: Perhaps the distribution of humanitarian aid was more immediate to urban centers than to rural centers with informal settlements.</a:t>
            </a:r>
            <a:endParaRPr sz="1100" b="0" i="1" u="none" strike="noStrike" cap="none">
              <a:solidFill>
                <a:schemeClr val="dk1"/>
              </a:solidFill>
              <a:latin typeface="Poppins"/>
              <a:ea typeface="Poppins"/>
              <a:cs typeface="Poppins"/>
              <a:sym typeface="Poppins"/>
            </a:endParaRPr>
          </a:p>
        </p:txBody>
      </p:sp>
      <p:sp>
        <p:nvSpPr>
          <p:cNvPr id="1567" name="Google Shape;1567;p17"/>
          <p:cNvSpPr/>
          <p:nvPr/>
        </p:nvSpPr>
        <p:spPr>
          <a:xfrm>
            <a:off x="4728963" y="1794825"/>
            <a:ext cx="3955200" cy="2365200"/>
          </a:xfrm>
          <a:prstGeom prst="roundRect">
            <a:avLst>
              <a:gd name="adj" fmla="val 16667"/>
            </a:avLst>
          </a:prstGeom>
          <a:solidFill>
            <a:srgbClr val="306F9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chemeClr val="dk1"/>
                </a:solidFill>
                <a:latin typeface="Poppins"/>
                <a:ea typeface="Poppins"/>
                <a:cs typeface="Poppins"/>
                <a:sym typeface="Poppins"/>
              </a:rPr>
              <a:t>What analytical strategies allow us to answer the question?</a:t>
            </a:r>
            <a:endParaRPr sz="1300" b="1"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300"/>
              <a:buFont typeface="Arial"/>
              <a:buNone/>
            </a:pPr>
            <a:endParaRPr sz="1300" b="1"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a:ea typeface="Poppins"/>
                <a:cs typeface="Poppins"/>
                <a:sym typeface="Poppins"/>
              </a:rPr>
              <a:t>It depends on the type of question we want to answer:</a:t>
            </a:r>
            <a:endParaRPr sz="10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Poppins"/>
              <a:ea typeface="Poppins"/>
              <a:cs typeface="Poppins"/>
              <a:sym typeface="Poppins"/>
            </a:endParaRPr>
          </a:p>
          <a:p>
            <a:pPr marL="457200" marR="0" lvl="0" indent="-292100" algn="l" rtl="0">
              <a:lnSpc>
                <a:spcPct val="100000"/>
              </a:lnSpc>
              <a:spcBef>
                <a:spcPts val="0"/>
              </a:spcBef>
              <a:spcAft>
                <a:spcPts val="0"/>
              </a:spcAft>
              <a:buClr>
                <a:schemeClr val="dk1"/>
              </a:buClr>
              <a:buSzPts val="1000"/>
              <a:buFont typeface="Poppins"/>
              <a:buChar char="●"/>
            </a:pPr>
            <a:r>
              <a:rPr lang="en" sz="1000" b="1" i="0" u="none" strike="noStrike" cap="none">
                <a:solidFill>
                  <a:schemeClr val="dk1"/>
                </a:solidFill>
                <a:latin typeface="Poppins"/>
                <a:ea typeface="Poppins"/>
                <a:cs typeface="Poppins"/>
                <a:sym typeface="Poppins"/>
              </a:rPr>
              <a:t>Explanatory (causal) questions</a:t>
            </a:r>
            <a:r>
              <a:rPr lang="en" sz="1000" b="0" i="0" u="none" strike="noStrike" cap="none">
                <a:solidFill>
                  <a:schemeClr val="dk1"/>
                </a:solidFill>
                <a:latin typeface="Poppins"/>
                <a:ea typeface="Poppins"/>
                <a:cs typeface="Poppins"/>
                <a:sym typeface="Poppins"/>
              </a:rPr>
              <a:t>: more sophisticated methods such as difference-in-differences, synthetic controls, regression in discontinuities</a:t>
            </a:r>
            <a:endParaRPr sz="1000" b="0" i="0" u="none" strike="noStrike" cap="none">
              <a:solidFill>
                <a:schemeClr val="dk1"/>
              </a:solidFill>
              <a:latin typeface="Poppins"/>
              <a:ea typeface="Poppins"/>
              <a:cs typeface="Poppins"/>
              <a:sym typeface="Poppins"/>
            </a:endParaRPr>
          </a:p>
          <a:p>
            <a:pPr marL="457200" marR="0" lvl="0" indent="-292100" algn="l" rtl="0">
              <a:lnSpc>
                <a:spcPct val="100000"/>
              </a:lnSpc>
              <a:spcBef>
                <a:spcPts val="0"/>
              </a:spcBef>
              <a:spcAft>
                <a:spcPts val="0"/>
              </a:spcAft>
              <a:buClr>
                <a:schemeClr val="dk1"/>
              </a:buClr>
              <a:buSzPts val="1000"/>
              <a:buFont typeface="Poppins"/>
              <a:buChar char="●"/>
            </a:pPr>
            <a:r>
              <a:rPr lang="en" sz="1000" b="1" i="0" u="none" strike="noStrike" cap="none">
                <a:solidFill>
                  <a:schemeClr val="dk1"/>
                </a:solidFill>
                <a:latin typeface="Poppins"/>
                <a:ea typeface="Poppins"/>
                <a:cs typeface="Poppins"/>
                <a:sym typeface="Poppins"/>
              </a:rPr>
              <a:t>Descriptive questions</a:t>
            </a:r>
            <a:r>
              <a:rPr lang="en" sz="1000" b="0" i="0" u="none" strike="noStrike" cap="none">
                <a:solidFill>
                  <a:schemeClr val="dk1"/>
                </a:solidFill>
                <a:latin typeface="Poppins"/>
                <a:ea typeface="Poppins"/>
                <a:cs typeface="Poppins"/>
                <a:sym typeface="Poppins"/>
              </a:rPr>
              <a:t>: OLS regressions to assess correlations, calculations and basic visualizations</a:t>
            </a:r>
            <a:endParaRPr sz="1000" b="0" i="0" u="none" strike="noStrike" cap="none">
              <a:solidFill>
                <a:schemeClr val="dk1"/>
              </a:solidFill>
              <a:latin typeface="Poppins"/>
              <a:ea typeface="Poppins"/>
              <a:cs typeface="Poppins"/>
              <a:sym typeface="Poppins"/>
            </a:endParaRPr>
          </a:p>
          <a:p>
            <a:pPr marL="457200" marR="0" lvl="0" indent="0" algn="l" rtl="0">
              <a:lnSpc>
                <a:spcPct val="100000"/>
              </a:lnSpc>
              <a:spcBef>
                <a:spcPts val="0"/>
              </a:spcBef>
              <a:spcAft>
                <a:spcPts val="0"/>
              </a:spcAft>
              <a:buClr>
                <a:srgbClr val="000000"/>
              </a:buClr>
              <a:buSzPts val="100"/>
              <a:buFont typeface="Arial"/>
              <a:buNone/>
            </a:pPr>
            <a:endParaRPr sz="1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Poppins"/>
              <a:ea typeface="Poppins"/>
              <a:cs typeface="Poppins"/>
              <a:sym typeface="Poppins"/>
            </a:endParaRPr>
          </a:p>
        </p:txBody>
      </p:sp>
      <p:sp>
        <p:nvSpPr>
          <p:cNvPr id="1568" name="Google Shape;1568;p17"/>
          <p:cNvSpPr txBox="1"/>
          <p:nvPr/>
        </p:nvSpPr>
        <p:spPr>
          <a:xfrm>
            <a:off x="2525050" y="4276750"/>
            <a:ext cx="5143500" cy="6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Poppins"/>
                <a:ea typeface="Poppins"/>
                <a:cs typeface="Poppins"/>
                <a:sym typeface="Poppins"/>
              </a:rPr>
              <a:t>The research question </a:t>
            </a:r>
            <a:r>
              <a:rPr lang="en" sz="1200" b="1" i="0" u="none" strike="noStrike" cap="none">
                <a:solidFill>
                  <a:schemeClr val="dk1"/>
                </a:solidFill>
                <a:latin typeface="Poppins"/>
                <a:ea typeface="Poppins"/>
                <a:cs typeface="Poppins"/>
                <a:sym typeface="Poppins"/>
              </a:rPr>
              <a:t>is not written in stone</a:t>
            </a:r>
            <a:r>
              <a:rPr lang="en" sz="1200" b="0" i="0" u="none" strike="noStrike" cap="none">
                <a:solidFill>
                  <a:schemeClr val="dk1"/>
                </a:solidFill>
                <a:latin typeface="Poppins"/>
                <a:ea typeface="Poppins"/>
                <a:cs typeface="Poppins"/>
                <a:sym typeface="Poppins"/>
              </a:rPr>
              <a:t>. The process of defining and evaluating questions and hypotheses often brings modifications to our original design.</a:t>
            </a:r>
            <a:endParaRPr sz="1200" b="0" i="0" u="none" strike="noStrike" cap="none">
              <a:solidFill>
                <a:schemeClr val="dk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1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Analytical Strategies: Design</a:t>
            </a:r>
            <a:endParaRPr/>
          </a:p>
        </p:txBody>
      </p:sp>
      <p:sp>
        <p:nvSpPr>
          <p:cNvPr id="1574" name="Google Shape;1574;p18"/>
          <p:cNvSpPr txBox="1">
            <a:spLocks noGrp="1"/>
          </p:cNvSpPr>
          <p:nvPr>
            <p:ph type="subTitle" idx="2"/>
          </p:nvPr>
        </p:nvSpPr>
        <p:spPr>
          <a:xfrm>
            <a:off x="752300" y="1290000"/>
            <a:ext cx="7425900" cy="2563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5DA8CC"/>
              </a:buClr>
              <a:buSzPts val="1400"/>
              <a:buChar char="●"/>
            </a:pPr>
            <a:r>
              <a:rPr lang="en" b="1">
                <a:solidFill>
                  <a:srgbClr val="5DA8CC"/>
                </a:solidFill>
              </a:rPr>
              <a:t>Surveys: </a:t>
            </a:r>
            <a:r>
              <a:rPr lang="en"/>
              <a:t>online, by phone, by mail, in person</a:t>
            </a:r>
            <a:endParaRPr/>
          </a:p>
          <a:p>
            <a:pPr marL="457200" lvl="0" indent="-317500" algn="l" rtl="0">
              <a:lnSpc>
                <a:spcPct val="115000"/>
              </a:lnSpc>
              <a:spcBef>
                <a:spcPts val="0"/>
              </a:spcBef>
              <a:spcAft>
                <a:spcPts val="0"/>
              </a:spcAft>
              <a:buClr>
                <a:srgbClr val="5DA8CC"/>
              </a:buClr>
              <a:buSzPts val="1400"/>
              <a:buChar char="●"/>
            </a:pPr>
            <a:r>
              <a:rPr lang="en" b="1">
                <a:solidFill>
                  <a:srgbClr val="5DA8CC"/>
                </a:solidFill>
              </a:rPr>
              <a:t>Experiments: </a:t>
            </a:r>
            <a:r>
              <a:rPr lang="en"/>
              <a:t>classic, pre-experiments, quasi-experiments</a:t>
            </a:r>
            <a:endParaRPr b="1">
              <a:solidFill>
                <a:srgbClr val="5DA8CC"/>
              </a:solidFill>
            </a:endParaRPr>
          </a:p>
          <a:p>
            <a:pPr marL="457200" lvl="0" indent="-317500" algn="l" rtl="0">
              <a:lnSpc>
                <a:spcPct val="115000"/>
              </a:lnSpc>
              <a:spcBef>
                <a:spcPts val="0"/>
              </a:spcBef>
              <a:spcAft>
                <a:spcPts val="0"/>
              </a:spcAft>
              <a:buClr>
                <a:srgbClr val="5DA8CC"/>
              </a:buClr>
              <a:buSzPts val="1400"/>
              <a:buChar char="●"/>
            </a:pPr>
            <a:r>
              <a:rPr lang="en" b="1">
                <a:solidFill>
                  <a:srgbClr val="5DA8CC"/>
                </a:solidFill>
              </a:rPr>
              <a:t>Focus groups: </a:t>
            </a:r>
            <a:r>
              <a:rPr lang="en"/>
              <a:t>face-to-face or by videoconference</a:t>
            </a:r>
            <a:endParaRPr/>
          </a:p>
          <a:p>
            <a:pPr marL="457200" lvl="0" indent="-317500" algn="l" rtl="0">
              <a:lnSpc>
                <a:spcPct val="115000"/>
              </a:lnSpc>
              <a:spcBef>
                <a:spcPts val="0"/>
              </a:spcBef>
              <a:spcAft>
                <a:spcPts val="0"/>
              </a:spcAft>
              <a:buClr>
                <a:srgbClr val="5DA8CC"/>
              </a:buClr>
              <a:buSzPts val="1400"/>
              <a:buChar char="●"/>
            </a:pPr>
            <a:r>
              <a:rPr lang="en" b="1">
                <a:solidFill>
                  <a:srgbClr val="5DA8CC"/>
                </a:solidFill>
              </a:rPr>
              <a:t>Analysis of existing data</a:t>
            </a:r>
            <a:endParaRPr b="1">
              <a:solidFill>
                <a:srgbClr val="5DA8CC"/>
              </a:solidFill>
            </a:endParaRPr>
          </a:p>
          <a:p>
            <a:pPr marL="457200" lvl="0" indent="-317500" algn="l" rtl="0">
              <a:lnSpc>
                <a:spcPct val="115000"/>
              </a:lnSpc>
              <a:spcBef>
                <a:spcPts val="0"/>
              </a:spcBef>
              <a:spcAft>
                <a:spcPts val="0"/>
              </a:spcAft>
              <a:buClr>
                <a:srgbClr val="5DA8CC"/>
              </a:buClr>
              <a:buSzPts val="1400"/>
              <a:buChar char="●"/>
            </a:pPr>
            <a:r>
              <a:rPr lang="en" b="1">
                <a:solidFill>
                  <a:srgbClr val="5DA8CC"/>
                </a:solidFill>
              </a:rPr>
              <a:t>Program evaluation</a:t>
            </a:r>
            <a:endParaRPr b="1">
              <a:solidFill>
                <a:srgbClr val="5DA8CC"/>
              </a:solidFill>
            </a:endParaRPr>
          </a:p>
          <a:p>
            <a:pPr marL="0" lvl="0" indent="0" algn="l" rtl="0">
              <a:lnSpc>
                <a:spcPct val="115000"/>
              </a:lnSpc>
              <a:spcBef>
                <a:spcPts val="0"/>
              </a:spcBef>
              <a:spcAft>
                <a:spcPts val="0"/>
              </a:spcAft>
              <a:buSzPts val="1400"/>
              <a:buNone/>
            </a:pPr>
            <a:endParaRPr/>
          </a:p>
          <a:p>
            <a:pPr marL="0" lvl="0" indent="0" algn="l" rtl="0">
              <a:lnSpc>
                <a:spcPct val="115000"/>
              </a:lnSpc>
              <a:spcBef>
                <a:spcPts val="0"/>
              </a:spcBef>
              <a:spcAft>
                <a:spcPts val="0"/>
              </a:spcAft>
              <a:buSzPts val="1400"/>
              <a:buNone/>
            </a:pPr>
            <a:endParaRPr/>
          </a:p>
          <a:p>
            <a:pPr marL="0" lvl="0" indent="0" algn="l" rtl="0">
              <a:lnSpc>
                <a:spcPct val="115000"/>
              </a:lnSpc>
              <a:spcBef>
                <a:spcPts val="0"/>
              </a:spcBef>
              <a:spcAft>
                <a:spcPts val="0"/>
              </a:spcAft>
              <a:buSzPts val="1400"/>
              <a:buNone/>
            </a:pPr>
            <a:endParaRPr/>
          </a:p>
          <a:p>
            <a:pPr marL="0" lvl="0" indent="0" algn="ctr" rtl="0">
              <a:lnSpc>
                <a:spcPct val="115000"/>
              </a:lnSpc>
              <a:spcBef>
                <a:spcPts val="0"/>
              </a:spcBef>
              <a:spcAft>
                <a:spcPts val="0"/>
              </a:spcAft>
              <a:buSzPts val="1400"/>
              <a:buNone/>
            </a:pPr>
            <a:r>
              <a:rPr lang="en"/>
              <a:t>Depending on what our question or problem is, there are multiple methodological designs that can help us to develop it.</a:t>
            </a:r>
            <a:endParaRPr/>
          </a:p>
        </p:txBody>
      </p:sp>
      <p:sp>
        <p:nvSpPr>
          <p:cNvPr id="1575" name="Google Shape;1575;p18"/>
          <p:cNvSpPr/>
          <p:nvPr/>
        </p:nvSpPr>
        <p:spPr>
          <a:xfrm>
            <a:off x="4348250" y="2642400"/>
            <a:ext cx="234000" cy="572700"/>
          </a:xfrm>
          <a:prstGeom prst="downArrow">
            <a:avLst>
              <a:gd name="adj1" fmla="val 50000"/>
              <a:gd name="adj2" fmla="val 50000"/>
            </a:avLst>
          </a:prstGeom>
          <a:solidFill>
            <a:srgbClr val="5BA6C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19"/>
          <p:cNvSpPr txBox="1">
            <a:spLocks noGrp="1"/>
          </p:cNvSpPr>
          <p:nvPr>
            <p:ph type="title"/>
          </p:nvPr>
        </p:nvSpPr>
        <p:spPr>
          <a:xfrm>
            <a:off x="574975" y="358000"/>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Let's look at a case study</a:t>
            </a:r>
            <a:endParaRPr/>
          </a:p>
        </p:txBody>
      </p:sp>
      <p:sp>
        <p:nvSpPr>
          <p:cNvPr id="1581" name="Google Shape;1581;p19"/>
          <p:cNvSpPr txBox="1">
            <a:spLocks noGrp="1"/>
          </p:cNvSpPr>
          <p:nvPr>
            <p:ph type="subTitle" idx="2"/>
          </p:nvPr>
        </p:nvSpPr>
        <p:spPr>
          <a:xfrm>
            <a:off x="771650" y="1785375"/>
            <a:ext cx="7425900" cy="3130500"/>
          </a:xfrm>
          <a:prstGeom prst="rect">
            <a:avLst/>
          </a:prstGeom>
          <a:solidFill>
            <a:schemeClr val="dk2"/>
          </a:solid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400"/>
              <a:buNone/>
            </a:pPr>
            <a:r>
              <a:rPr lang="en" sz="1200" b="1">
                <a:solidFill>
                  <a:srgbClr val="5DA8CC"/>
                </a:solidFill>
              </a:rPr>
              <a:t>Evolution of youth unemployment in Mexico for 2020-2023</a:t>
            </a:r>
            <a:endParaRPr sz="1200" b="1">
              <a:solidFill>
                <a:srgbClr val="5DA8CC"/>
              </a:solidFill>
            </a:endParaRPr>
          </a:p>
          <a:p>
            <a:pPr marL="0" lvl="0" indent="0" algn="just" rtl="0">
              <a:lnSpc>
                <a:spcPct val="115000"/>
              </a:lnSpc>
              <a:spcBef>
                <a:spcPts val="0"/>
              </a:spcBef>
              <a:spcAft>
                <a:spcPts val="0"/>
              </a:spcAft>
              <a:buSzPts val="1400"/>
              <a:buNone/>
            </a:pPr>
            <a:endParaRPr sz="1200" b="1" i="1">
              <a:solidFill>
                <a:srgbClr val="5DA8CC"/>
              </a:solidFill>
            </a:endParaRPr>
          </a:p>
          <a:p>
            <a:pPr marL="0" lvl="0" indent="0" algn="just" rtl="0">
              <a:lnSpc>
                <a:spcPct val="115000"/>
              </a:lnSpc>
              <a:spcBef>
                <a:spcPts val="0"/>
              </a:spcBef>
              <a:spcAft>
                <a:spcPts val="0"/>
              </a:spcAft>
              <a:buSzPts val="1400"/>
              <a:buNone/>
            </a:pPr>
            <a:r>
              <a:rPr lang="en" sz="1200" i="1"/>
              <a:t>A government agency in Mexico wants to understand how the unemployment rate among 18-25 year olds has changed between 2020 and 2023. They are interested in identifying the relationship of the unemployment rate to factors that may have contributed to these changes, such as level of education, industry of employment, and household poverty level.</a:t>
            </a:r>
            <a:endParaRPr sz="1200" i="1"/>
          </a:p>
          <a:p>
            <a:pPr marL="0" lvl="0" indent="0" algn="just" rtl="0">
              <a:lnSpc>
                <a:spcPct val="115000"/>
              </a:lnSpc>
              <a:spcBef>
                <a:spcPts val="0"/>
              </a:spcBef>
              <a:spcAft>
                <a:spcPts val="0"/>
              </a:spcAft>
              <a:buSzPts val="1400"/>
              <a:buNone/>
            </a:pPr>
            <a:endParaRPr sz="1200" i="1"/>
          </a:p>
          <a:p>
            <a:pPr marL="0" lvl="0" indent="0" algn="just" rtl="0">
              <a:lnSpc>
                <a:spcPct val="115000"/>
              </a:lnSpc>
              <a:spcBef>
                <a:spcPts val="0"/>
              </a:spcBef>
              <a:spcAft>
                <a:spcPts val="0"/>
              </a:spcAft>
              <a:buSzPts val="1400"/>
              <a:buNone/>
            </a:pPr>
            <a:endParaRPr sz="1200"/>
          </a:p>
          <a:p>
            <a:pPr marL="0" lvl="0" indent="0" algn="just" rtl="0">
              <a:lnSpc>
                <a:spcPct val="115000"/>
              </a:lnSpc>
              <a:spcBef>
                <a:spcPts val="0"/>
              </a:spcBef>
              <a:spcAft>
                <a:spcPts val="0"/>
              </a:spcAft>
              <a:buSzPts val="1400"/>
              <a:buNone/>
            </a:pPr>
            <a:r>
              <a:rPr lang="en" sz="1200"/>
              <a:t>Let's think about the following points in relation to the case:</a:t>
            </a:r>
            <a:endParaRPr sz="1200"/>
          </a:p>
          <a:p>
            <a:pPr marL="457200" lvl="0" indent="-304800" algn="just" rtl="0">
              <a:lnSpc>
                <a:spcPct val="115000"/>
              </a:lnSpc>
              <a:spcBef>
                <a:spcPts val="0"/>
              </a:spcBef>
              <a:spcAft>
                <a:spcPts val="0"/>
              </a:spcAft>
              <a:buSzPts val="1200"/>
              <a:buChar char="●"/>
            </a:pPr>
            <a:r>
              <a:rPr lang="en" sz="1200"/>
              <a:t>Research Question </a:t>
            </a:r>
            <a:endParaRPr sz="1200"/>
          </a:p>
          <a:p>
            <a:pPr marL="457200" lvl="0" indent="-304800" algn="just" rtl="0">
              <a:lnSpc>
                <a:spcPct val="115000"/>
              </a:lnSpc>
              <a:spcBef>
                <a:spcPts val="0"/>
              </a:spcBef>
              <a:spcAft>
                <a:spcPts val="0"/>
              </a:spcAft>
              <a:buSzPts val="1200"/>
              <a:buChar char="●"/>
            </a:pPr>
            <a:r>
              <a:rPr lang="en" sz="1200"/>
              <a:t>What data will we need to answer the question? </a:t>
            </a:r>
            <a:endParaRPr sz="1200"/>
          </a:p>
          <a:p>
            <a:pPr marL="457200" lvl="0" indent="-304800" algn="just" rtl="0">
              <a:lnSpc>
                <a:spcPct val="115000"/>
              </a:lnSpc>
              <a:spcBef>
                <a:spcPts val="0"/>
              </a:spcBef>
              <a:spcAft>
                <a:spcPts val="0"/>
              </a:spcAft>
              <a:buSzPts val="1200"/>
              <a:buChar char="●"/>
            </a:pPr>
            <a:r>
              <a:rPr lang="en" sz="1200"/>
              <a:t>What relationships between variables can we hypothesize? For example: unemployment rate and education levels.</a:t>
            </a:r>
            <a:endParaRPr sz="1200"/>
          </a:p>
          <a:p>
            <a:pPr marL="457200" lvl="0" indent="-304800" algn="just" rtl="0">
              <a:lnSpc>
                <a:spcPct val="115000"/>
              </a:lnSpc>
              <a:spcBef>
                <a:spcPts val="0"/>
              </a:spcBef>
              <a:spcAft>
                <a:spcPts val="0"/>
              </a:spcAft>
              <a:buSzPts val="1200"/>
              <a:buChar char="●"/>
            </a:pPr>
            <a:r>
              <a:rPr lang="en" sz="1200"/>
              <a:t>Are there any subgroups of interest that we can study (Heterogeneity)?</a:t>
            </a:r>
            <a:endParaRPr sz="1200"/>
          </a:p>
        </p:txBody>
      </p:sp>
      <p:sp>
        <p:nvSpPr>
          <p:cNvPr id="1582" name="Google Shape;1582;p19"/>
          <p:cNvSpPr txBox="1"/>
          <p:nvPr/>
        </p:nvSpPr>
        <p:spPr>
          <a:xfrm>
            <a:off x="744900" y="1104250"/>
            <a:ext cx="7349400" cy="581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 sz="1200" b="0" i="0" u="none" strike="noStrike" cap="none">
                <a:solidFill>
                  <a:schemeClr val="dk1"/>
                </a:solidFill>
                <a:latin typeface="Poppins"/>
                <a:ea typeface="Poppins"/>
                <a:cs typeface="Poppins"/>
                <a:sym typeface="Poppins"/>
              </a:rPr>
              <a:t>To put into practice the steps we have just seen in the session, let's look at the following case study:</a:t>
            </a:r>
            <a:endParaRPr sz="1200" b="0" i="0" u="none" strike="noStrike" cap="none">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2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Available data sources</a:t>
            </a:r>
            <a:endParaRPr/>
          </a:p>
        </p:txBody>
      </p:sp>
      <p:sp>
        <p:nvSpPr>
          <p:cNvPr id="1588" name="Google Shape;1588;p20"/>
          <p:cNvSpPr txBox="1">
            <a:spLocks noGrp="1"/>
          </p:cNvSpPr>
          <p:nvPr>
            <p:ph type="subTitle" idx="2"/>
          </p:nvPr>
        </p:nvSpPr>
        <p:spPr>
          <a:xfrm>
            <a:off x="894425" y="1147475"/>
            <a:ext cx="7821900" cy="3460500"/>
          </a:xfrm>
          <a:prstGeom prst="rect">
            <a:avLst/>
          </a:prstGeom>
          <a:solidFill>
            <a:schemeClr val="dk2"/>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s-419" sz="1000" b="1" dirty="0" err="1">
                <a:solidFill>
                  <a:srgbClr val="63AFD3"/>
                </a:solidFill>
              </a:rPr>
              <a:t>Micradata</a:t>
            </a:r>
            <a:endParaRPr sz="1000" b="1" dirty="0">
              <a:solidFill>
                <a:srgbClr val="63AFD3"/>
              </a:solidFill>
            </a:endParaRPr>
          </a:p>
          <a:p>
            <a:pPr marL="457200" lvl="0" indent="0" algn="l" rtl="0">
              <a:lnSpc>
                <a:spcPct val="115000"/>
              </a:lnSpc>
              <a:spcBef>
                <a:spcPts val="0"/>
              </a:spcBef>
              <a:spcAft>
                <a:spcPts val="0"/>
              </a:spcAft>
              <a:buSzPts val="1400"/>
              <a:buNone/>
            </a:pPr>
            <a:r>
              <a:rPr lang="en" sz="1000" dirty="0"/>
              <a:t>Encuestas de hogares de países (transversales o longitudinales), </a:t>
            </a:r>
            <a:endParaRPr sz="1000" dirty="0"/>
          </a:p>
          <a:p>
            <a:pPr marL="457200" lvl="0" indent="0" algn="l" rtl="0">
              <a:lnSpc>
                <a:spcPct val="115000"/>
              </a:lnSpc>
              <a:spcBef>
                <a:spcPts val="0"/>
              </a:spcBef>
              <a:spcAft>
                <a:spcPts val="0"/>
              </a:spcAft>
              <a:buSzPts val="1400"/>
              <a:buNone/>
            </a:pPr>
            <a:r>
              <a:rPr lang="en" sz="1000" dirty="0"/>
              <a:t>Encuestas de caracterización de migrantes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World Bank</a:t>
            </a:r>
            <a:r>
              <a:rPr lang="en" sz="1000" dirty="0"/>
              <a:t>. </a:t>
            </a:r>
            <a:r>
              <a:rPr lang="en" sz="1000" u="sng" dirty="0">
                <a:solidFill>
                  <a:schemeClr val="hlink"/>
                </a:solidFill>
                <a:hlinkClick r:id="rId3"/>
              </a:rPr>
              <a:t>https://data.worldbank.org/</a:t>
            </a:r>
            <a:r>
              <a:rPr lang="en" sz="1000" dirty="0"/>
              <a:t>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Eurostat</a:t>
            </a:r>
            <a:r>
              <a:rPr lang="en" sz="1000" dirty="0"/>
              <a:t>. </a:t>
            </a:r>
            <a:r>
              <a:rPr lang="en" sz="1000" u="sng" dirty="0">
                <a:solidFill>
                  <a:schemeClr val="hlink"/>
                </a:solidFill>
                <a:hlinkClick r:id="rId4"/>
              </a:rPr>
              <a:t>https://ec.europa.eu/eurostat</a:t>
            </a:r>
            <a:r>
              <a:rPr lang="en" sz="1000" dirty="0"/>
              <a:t>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International Monetary Fund</a:t>
            </a:r>
            <a:r>
              <a:rPr lang="en" sz="1000" dirty="0"/>
              <a:t>. </a:t>
            </a:r>
            <a:r>
              <a:rPr lang="en" sz="1000" u="sng" dirty="0">
                <a:solidFill>
                  <a:schemeClr val="hlink"/>
                </a:solidFill>
                <a:hlinkClick r:id="rId5"/>
              </a:rPr>
              <a:t>https://data.imf.org/</a:t>
            </a:r>
            <a:r>
              <a:rPr lang="en" sz="1000" dirty="0"/>
              <a:t>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Armed Conflict Location &amp; Event Data (ACLED)</a:t>
            </a:r>
            <a:r>
              <a:rPr lang="en" sz="1000" dirty="0"/>
              <a:t>. </a:t>
            </a:r>
            <a:r>
              <a:rPr lang="en" sz="1000" u="sng" dirty="0">
                <a:solidFill>
                  <a:schemeClr val="hlink"/>
                </a:solidFill>
                <a:hlinkClick r:id="rId6"/>
              </a:rPr>
              <a:t>https://acleddata.com/data-export-tool/</a:t>
            </a:r>
            <a:r>
              <a:rPr lang="en" sz="1000" dirty="0"/>
              <a:t>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The Humanitarian Data Exchange</a:t>
            </a:r>
            <a:r>
              <a:rPr lang="en" sz="1000" dirty="0"/>
              <a:t>. </a:t>
            </a:r>
            <a:r>
              <a:rPr lang="en" sz="1000" u="sng" dirty="0">
                <a:solidFill>
                  <a:schemeClr val="hlink"/>
                </a:solidFill>
                <a:hlinkClick r:id="rId7"/>
              </a:rPr>
              <a:t>https://data.humdata.org/dataset/</a:t>
            </a:r>
            <a:r>
              <a:rPr lang="en" sz="1000" dirty="0"/>
              <a:t> </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Google Dataset Search</a:t>
            </a:r>
            <a:r>
              <a:rPr lang="en" sz="1000" dirty="0"/>
              <a:t>. https://datasetsearch.research.google.com/</a:t>
            </a: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r>
              <a:rPr lang="en" sz="1000" b="1" dirty="0">
                <a:solidFill>
                  <a:srgbClr val="63AFD3"/>
                </a:solidFill>
              </a:rPr>
              <a:t>Nightlights</a:t>
            </a:r>
            <a:r>
              <a:rPr lang="en" sz="1000" dirty="0"/>
              <a:t>. </a:t>
            </a:r>
            <a:endParaRPr sz="1000" dirty="0"/>
          </a:p>
          <a:p>
            <a:pPr marL="457200" lvl="0" indent="0" algn="l" rtl="0">
              <a:lnSpc>
                <a:spcPct val="115000"/>
              </a:lnSpc>
              <a:spcBef>
                <a:spcPts val="0"/>
              </a:spcBef>
              <a:spcAft>
                <a:spcPts val="0"/>
              </a:spcAft>
              <a:buSzPts val="1400"/>
              <a:buNone/>
            </a:pPr>
            <a:r>
              <a:rPr lang="en" sz="1000" dirty="0"/>
              <a:t>DMSP: </a:t>
            </a:r>
            <a:r>
              <a:rPr lang="en" sz="1000" u="sng" dirty="0">
                <a:solidFill>
                  <a:schemeClr val="hlink"/>
                </a:solidFill>
                <a:hlinkClick r:id="rId8"/>
              </a:rPr>
              <a:t>https://eogdata.mines.edu/products/dmsp/</a:t>
            </a:r>
            <a:r>
              <a:rPr lang="en" sz="1000" dirty="0"/>
              <a:t> </a:t>
            </a:r>
            <a:endParaRPr sz="1000" dirty="0"/>
          </a:p>
          <a:p>
            <a:pPr marL="457200" lvl="0" indent="0" algn="l" rtl="0">
              <a:lnSpc>
                <a:spcPct val="115000"/>
              </a:lnSpc>
              <a:spcBef>
                <a:spcPts val="0"/>
              </a:spcBef>
              <a:spcAft>
                <a:spcPts val="0"/>
              </a:spcAft>
              <a:buSzPts val="1400"/>
              <a:buNone/>
            </a:pPr>
            <a:r>
              <a:rPr lang="en" sz="1000" dirty="0"/>
              <a:t>VIIRS: </a:t>
            </a:r>
            <a:r>
              <a:rPr lang="en" sz="1000" u="sng" dirty="0">
                <a:solidFill>
                  <a:schemeClr val="hlink"/>
                </a:solidFill>
                <a:hlinkClick r:id="rId9"/>
              </a:rPr>
              <a:t>https://eogdata.mines.edu/products/vnl/</a:t>
            </a:r>
            <a:r>
              <a:rPr lang="en" sz="1000" dirty="0"/>
              <a:t> </a:t>
            </a:r>
            <a:endParaRPr sz="1000" dirty="0"/>
          </a:p>
          <a:p>
            <a:pPr marL="45720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endParaRPr sz="1000" dirty="0"/>
          </a:p>
          <a:p>
            <a:pPr marL="0" lvl="0" indent="0" algn="l" rtl="0">
              <a:lnSpc>
                <a:spcPct val="115000"/>
              </a:lnSpc>
              <a:spcBef>
                <a:spcPts val="0"/>
              </a:spcBef>
              <a:spcAft>
                <a:spcPts val="0"/>
              </a:spcAft>
              <a:buSzPts val="1400"/>
              <a:buNone/>
            </a:pPr>
            <a:endParaRPr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sp>
        <p:nvSpPr>
          <p:cNvPr id="1593" name="Google Shape;1593;p21"/>
          <p:cNvSpPr txBox="1">
            <a:spLocks noGrp="1"/>
          </p:cNvSpPr>
          <p:nvPr>
            <p:ph type="subTitle" idx="2"/>
          </p:nvPr>
        </p:nvSpPr>
        <p:spPr>
          <a:xfrm>
            <a:off x="983225" y="1591425"/>
            <a:ext cx="7821900" cy="25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1100" b="1">
                <a:solidFill>
                  <a:srgbClr val="63AFD3"/>
                </a:solidFill>
              </a:rPr>
              <a:t>Narrow a Topic</a:t>
            </a:r>
            <a:r>
              <a:rPr lang="en" sz="1100"/>
              <a:t>. </a:t>
            </a:r>
            <a:r>
              <a:rPr lang="en" sz="1100" u="sng">
                <a:solidFill>
                  <a:schemeClr val="hlink"/>
                </a:solidFill>
                <a:hlinkClick r:id="rId3"/>
              </a:rPr>
              <a:t>https://uwaterloo.ca/writing-and-communication-centre/develop-and-narrow-topic</a:t>
            </a:r>
            <a:r>
              <a:rPr lang="en" sz="1100"/>
              <a:t> </a:t>
            </a: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r>
              <a:rPr lang="en" sz="1100" b="1">
                <a:solidFill>
                  <a:srgbClr val="63AFD3"/>
                </a:solidFill>
              </a:rPr>
              <a:t>Develop a research question</a:t>
            </a:r>
            <a:r>
              <a:rPr lang="en" sz="1100"/>
              <a:t>. </a:t>
            </a:r>
            <a:r>
              <a:rPr lang="en" sz="1100" u="sng">
                <a:solidFill>
                  <a:schemeClr val="hlink"/>
                </a:solidFill>
                <a:hlinkClick r:id="rId4"/>
              </a:rPr>
              <a:t>https://uwaterloo.ca/writing-and-communication-centre/develop-research-question</a:t>
            </a:r>
            <a:r>
              <a:rPr lang="en" sz="1100"/>
              <a:t> </a:t>
            </a: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r>
              <a:rPr lang="en" sz="1100" b="1">
                <a:solidFill>
                  <a:srgbClr val="63AFD3"/>
                </a:solidFill>
              </a:rPr>
              <a:t>Developing research questions</a:t>
            </a:r>
            <a:r>
              <a:rPr lang="en" sz="1100"/>
              <a:t>. </a:t>
            </a:r>
            <a:r>
              <a:rPr lang="en" sz="1100" u="sng">
                <a:solidFill>
                  <a:schemeClr val="hlink"/>
                </a:solidFill>
                <a:hlinkClick r:id="rId5"/>
              </a:rPr>
              <a:t>https://www.monash.edu/library/help/assignments-research/developing-research-questions</a:t>
            </a:r>
            <a:r>
              <a:rPr lang="en" sz="1100"/>
              <a:t> </a:t>
            </a: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r>
              <a:rPr lang="en" sz="1100" b="1">
                <a:solidFill>
                  <a:srgbClr val="63AFD3"/>
                </a:solidFill>
              </a:rPr>
              <a:t>Writing your research question</a:t>
            </a:r>
            <a:r>
              <a:rPr lang="en" sz="1100"/>
              <a:t>. </a:t>
            </a:r>
            <a:r>
              <a:rPr lang="en" sz="1100" u="sng">
                <a:solidFill>
                  <a:schemeClr val="hlink"/>
                </a:solidFill>
                <a:hlinkClick r:id="rId6"/>
              </a:rPr>
              <a:t>https://pressbooks.library.vcu.edu/mswresearch/chapter/9-writing-your-research-question/</a:t>
            </a: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r>
              <a:rPr lang="en" sz="1100" b="1">
                <a:solidFill>
                  <a:srgbClr val="63AFD3"/>
                </a:solidFill>
              </a:rPr>
              <a:t>Write a research question</a:t>
            </a:r>
            <a:r>
              <a:rPr lang="en" sz="1100"/>
              <a:t>. </a:t>
            </a:r>
            <a:r>
              <a:rPr lang="en" sz="1100" u="sng">
                <a:solidFill>
                  <a:schemeClr val="hlink"/>
                </a:solidFill>
                <a:hlinkClick r:id="rId7"/>
              </a:rPr>
              <a:t>https://research.com/research/how-to-write-a-research-question</a:t>
            </a:r>
            <a:r>
              <a:rPr lang="en" sz="1100"/>
              <a:t> </a:t>
            </a: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endParaRPr sz="1100"/>
          </a:p>
          <a:p>
            <a:pPr marL="0" lvl="0" indent="0" algn="l" rtl="0">
              <a:lnSpc>
                <a:spcPct val="115000"/>
              </a:lnSpc>
              <a:spcBef>
                <a:spcPts val="0"/>
              </a:spcBef>
              <a:spcAft>
                <a:spcPts val="0"/>
              </a:spcAft>
              <a:buSzPts val="1400"/>
              <a:buNone/>
            </a:pPr>
            <a:endParaRPr sz="1100"/>
          </a:p>
        </p:txBody>
      </p:sp>
      <p:sp>
        <p:nvSpPr>
          <p:cNvPr id="1594" name="Google Shape;1594;p2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Additional resources on research questions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8"/>
        <p:cNvGrpSpPr/>
        <p:nvPr/>
      </p:nvGrpSpPr>
      <p:grpSpPr>
        <a:xfrm>
          <a:off x="0" y="0"/>
          <a:ext cx="0" cy="0"/>
          <a:chOff x="0" y="0"/>
          <a:chExt cx="0" cy="0"/>
        </a:xfrm>
      </p:grpSpPr>
      <p:sp>
        <p:nvSpPr>
          <p:cNvPr id="1599" name="Google Shape;1599;p22"/>
          <p:cNvSpPr txBox="1">
            <a:spLocks noGrp="1"/>
          </p:cNvSpPr>
          <p:nvPr>
            <p:ph type="subTitle" idx="2"/>
          </p:nvPr>
        </p:nvSpPr>
        <p:spPr>
          <a:xfrm>
            <a:off x="1083000" y="1338925"/>
            <a:ext cx="6978000" cy="220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For Assignment 1, each of the working groups should choose a research topic for the development of the activity.</a:t>
            </a:r>
            <a:endParaRPr/>
          </a:p>
          <a:p>
            <a:pPr marL="0" lvl="0" indent="0" algn="l" rtl="0">
              <a:lnSpc>
                <a:spcPct val="115000"/>
              </a:lnSpc>
              <a:spcBef>
                <a:spcPts val="0"/>
              </a:spcBef>
              <a:spcAft>
                <a:spcPts val="0"/>
              </a:spcAft>
              <a:buSzPts val="1400"/>
              <a:buNone/>
            </a:pPr>
            <a:endParaRPr/>
          </a:p>
          <a:p>
            <a:pPr marL="0" lvl="0" indent="0" algn="l" rtl="0">
              <a:lnSpc>
                <a:spcPct val="115000"/>
              </a:lnSpc>
              <a:spcBef>
                <a:spcPts val="0"/>
              </a:spcBef>
              <a:spcAft>
                <a:spcPts val="0"/>
              </a:spcAft>
              <a:buSzPts val="1400"/>
              <a:buNone/>
            </a:pPr>
            <a:r>
              <a:rPr lang="en"/>
              <a:t>You need to select one of the case studies we propose to you. </a:t>
            </a:r>
            <a:endParaRPr/>
          </a:p>
        </p:txBody>
      </p:sp>
      <p:sp>
        <p:nvSpPr>
          <p:cNvPr id="1600" name="Google Shape;1600;p2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Assignment 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p23"/>
          <p:cNvSpPr txBox="1">
            <a:spLocks noGrp="1"/>
          </p:cNvSpPr>
          <p:nvPr>
            <p:ph type="title"/>
          </p:nvPr>
        </p:nvSpPr>
        <p:spPr>
          <a:xfrm>
            <a:off x="537375" y="423825"/>
            <a:ext cx="8255100" cy="731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 sz="3000"/>
              <a:t>Task for next week: </a:t>
            </a:r>
            <a:endParaRPr sz="3000"/>
          </a:p>
        </p:txBody>
      </p:sp>
      <p:cxnSp>
        <p:nvCxnSpPr>
          <p:cNvPr id="1606" name="Google Shape;1606;p23"/>
          <p:cNvCxnSpPr/>
          <p:nvPr/>
        </p:nvCxnSpPr>
        <p:spPr>
          <a:xfrm>
            <a:off x="1807272" y="1309279"/>
            <a:ext cx="931200" cy="0"/>
          </a:xfrm>
          <a:prstGeom prst="straightConnector1">
            <a:avLst/>
          </a:prstGeom>
          <a:noFill/>
          <a:ln w="76200" cap="flat" cmpd="sng">
            <a:solidFill>
              <a:schemeClr val="lt2"/>
            </a:solidFill>
            <a:prstDash val="solid"/>
            <a:round/>
            <a:headEnd type="none" w="sm" len="sm"/>
            <a:tailEnd type="none" w="sm" len="sm"/>
          </a:ln>
        </p:spPr>
      </p:cxnSp>
      <p:sp>
        <p:nvSpPr>
          <p:cNvPr id="1607" name="Google Shape;1607;p23"/>
          <p:cNvSpPr txBox="1">
            <a:spLocks noGrp="1"/>
          </p:cNvSpPr>
          <p:nvPr>
            <p:ph type="title"/>
          </p:nvPr>
        </p:nvSpPr>
        <p:spPr>
          <a:xfrm>
            <a:off x="262775" y="1660125"/>
            <a:ext cx="8255100" cy="2512200"/>
          </a:xfrm>
          <a:prstGeom prst="rect">
            <a:avLst/>
          </a:prstGeom>
          <a:noFill/>
          <a:ln>
            <a:noFill/>
          </a:ln>
        </p:spPr>
        <p:txBody>
          <a:bodyPr spcFirstLastPara="1" wrap="square" lIns="91425" tIns="91425" rIns="91425" bIns="91425" anchor="t" anchorCtr="0">
            <a:noAutofit/>
          </a:bodyPr>
          <a:lstStyle/>
          <a:p>
            <a:pPr marL="457200" lvl="0" indent="0" algn="l" rtl="0">
              <a:lnSpc>
                <a:spcPct val="100000"/>
              </a:lnSpc>
              <a:spcBef>
                <a:spcPts val="0"/>
              </a:spcBef>
              <a:spcAft>
                <a:spcPts val="0"/>
              </a:spcAft>
              <a:buSzPts val="3000"/>
              <a:buNone/>
            </a:pPr>
            <a:r>
              <a:rPr lang="en" sz="2500" dirty="0">
                <a:solidFill>
                  <a:srgbClr val="7FCEF2"/>
                </a:solidFill>
              </a:rPr>
              <a:t>Assignment 1 </a:t>
            </a:r>
            <a:r>
              <a:rPr lang="en" sz="2500" b="0" dirty="0"/>
              <a:t>(M7)</a:t>
            </a:r>
            <a:endParaRPr sz="2500" b="0" dirty="0"/>
          </a:p>
          <a:p>
            <a:pPr marL="914400" lvl="1" indent="-323850" algn="just" rtl="0">
              <a:lnSpc>
                <a:spcPct val="100000"/>
              </a:lnSpc>
              <a:spcBef>
                <a:spcPts val="0"/>
              </a:spcBef>
              <a:spcAft>
                <a:spcPts val="0"/>
              </a:spcAft>
              <a:buSzPts val="1500"/>
              <a:buChar char="○"/>
            </a:pPr>
            <a:r>
              <a:rPr lang="en" sz="1500" b="0" dirty="0"/>
              <a:t>Choose research topic for project and develop in a document basic aspects of initial exploration and research questions.</a:t>
            </a:r>
            <a:endParaRPr sz="1500" b="0" dirty="0"/>
          </a:p>
          <a:p>
            <a:pPr marL="914400" lvl="1" indent="-323850" algn="just" rtl="0">
              <a:lnSpc>
                <a:spcPct val="100000"/>
              </a:lnSpc>
              <a:spcBef>
                <a:spcPts val="0"/>
              </a:spcBef>
              <a:spcAft>
                <a:spcPts val="0"/>
              </a:spcAft>
              <a:buSzPts val="1500"/>
              <a:buChar char="○"/>
            </a:pPr>
            <a:r>
              <a:rPr lang="en" sz="1500" b="0" dirty="0"/>
              <a:t>Group deliverable (one member of the group sends the document in M7)</a:t>
            </a:r>
            <a:endParaRPr sz="1500" b="0" dirty="0"/>
          </a:p>
          <a:p>
            <a:pPr marL="914400" lvl="1" indent="-323850" algn="just" rtl="0">
              <a:lnSpc>
                <a:spcPct val="100000"/>
              </a:lnSpc>
              <a:spcBef>
                <a:spcPts val="0"/>
              </a:spcBef>
              <a:spcAft>
                <a:spcPts val="0"/>
              </a:spcAft>
              <a:buSzPts val="1500"/>
              <a:buChar char="○"/>
            </a:pPr>
            <a:r>
              <a:rPr lang="en" sz="1500" b="0" u="sng" dirty="0"/>
              <a:t>Weighting:</a:t>
            </a:r>
            <a:r>
              <a:rPr lang="en" sz="1500" b="0" dirty="0"/>
              <a:t> </a:t>
            </a:r>
            <a:r>
              <a:rPr lang="en" sz="1500" dirty="0"/>
              <a:t>6% of final grade</a:t>
            </a:r>
            <a:endParaRPr sz="1500" dirty="0"/>
          </a:p>
          <a:p>
            <a:pPr marL="914400" lvl="1" indent="-323850" algn="just" rtl="0">
              <a:lnSpc>
                <a:spcPct val="100000"/>
              </a:lnSpc>
              <a:spcBef>
                <a:spcPts val="0"/>
              </a:spcBef>
              <a:spcAft>
                <a:spcPts val="0"/>
              </a:spcAft>
              <a:buSzPts val="1500"/>
              <a:buChar char="○"/>
            </a:pPr>
            <a:r>
              <a:rPr lang="en" sz="1500" b="0" dirty="0"/>
              <a:t>Due: Sunday, Oct 12</a:t>
            </a:r>
            <a:r>
              <a:rPr lang="en" sz="1500" b="0" baseline="30000" dirty="0"/>
              <a:t>th</a:t>
            </a:r>
            <a:endParaRPr sz="1500" b="0" dirty="0"/>
          </a:p>
        </p:txBody>
      </p:sp>
    </p:spTree>
  </p:cSld>
  <p:clrMapOvr>
    <a:masterClrMapping/>
  </p:clrMapOvr>
</p:sld>
</file>

<file path=ppt/theme/theme1.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3107</Words>
  <Application>Microsoft Office PowerPoint</Application>
  <PresentationFormat>Presentación en pantalla (16:9)</PresentationFormat>
  <Paragraphs>297</Paragraphs>
  <Slides>23</Slides>
  <Notes>23</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23</vt:i4>
      </vt:variant>
    </vt:vector>
  </HeadingPairs>
  <TitlesOfParts>
    <vt:vector size="30" baseType="lpstr">
      <vt:lpstr>Poppins</vt:lpstr>
      <vt:lpstr>Calibri</vt:lpstr>
      <vt:lpstr>Poppins Light</vt:lpstr>
      <vt:lpstr>Arial</vt:lpstr>
      <vt:lpstr>Nunito Light</vt:lpstr>
      <vt:lpstr>Statistical Methods in Public Health - Master of Science in Biostatistics by Slidesgo</vt:lpstr>
      <vt:lpstr>Statistical Methods in Public Health - Master of Science in Biostatistics by Slidesgo</vt:lpstr>
      <vt:lpstr>Presentación de PowerPoint</vt:lpstr>
      <vt:lpstr>Research Questions</vt:lpstr>
      <vt:lpstr>Presentación de PowerPoint</vt:lpstr>
      <vt:lpstr>Why is it important?</vt:lpstr>
      <vt:lpstr>Steps to develop a good research question</vt:lpstr>
      <vt:lpstr>Steps to develop a good research question </vt:lpstr>
      <vt:lpstr>Narrow research topic </vt:lpstr>
      <vt:lpstr>Steps to develop a good research question </vt:lpstr>
      <vt:lpstr>Characteristics of a good research question</vt:lpstr>
      <vt:lpstr>Steps to develop a good research question</vt:lpstr>
      <vt:lpstr>Good vs. not so good questions </vt:lpstr>
      <vt:lpstr>Exercise: Good or bad? Why?</vt:lpstr>
      <vt:lpstr>Exercise: Good or bad? Why?</vt:lpstr>
      <vt:lpstr>Exercise: Good or bad? Why?</vt:lpstr>
      <vt:lpstr>Exercise: Good or bad? Why?</vt:lpstr>
      <vt:lpstr>BREAK TIME</vt:lpstr>
      <vt:lpstr>Now... How to answer the question?</vt:lpstr>
      <vt:lpstr>Analytical Strategies: Design</vt:lpstr>
      <vt:lpstr>Let's look at a case study</vt:lpstr>
      <vt:lpstr>Available data sources</vt:lpstr>
      <vt:lpstr>Additional resources on research questions</vt:lpstr>
      <vt:lpstr>Assignment 1</vt:lpstr>
      <vt:lpstr>Task for next week: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Giorgio Cunto Morales</cp:lastModifiedBy>
  <cp:revision>1</cp:revision>
  <dcterms:modified xsi:type="dcterms:W3CDTF">2025-10-06T09:22:49Z</dcterms:modified>
</cp:coreProperties>
</file>