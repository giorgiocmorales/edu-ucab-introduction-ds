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4" r:id="rId22"/>
  </p:sldIdLst>
  <p:sldSz cx="9144000" cy="5143500" type="screen16x9"/>
  <p:notesSz cx="6858000" cy="9144000"/>
  <p:embeddedFontLst>
    <p:embeddedFont>
      <p:font typeface="Nunito Light" pitchFamily="2" charset="0"/>
      <p:italic r:id="rId24"/>
    </p:embeddedFont>
    <p:embeddedFont>
      <p:font typeface="Poppins" panose="00000500000000000000" pitchFamily="2" charset="0"/>
      <p:regular r:id="rId25"/>
      <p:bold r:id="rId26"/>
      <p:italic r:id="rId27"/>
      <p:boldItalic r:id="rId28"/>
    </p:embeddedFont>
    <p:embeddedFont>
      <p:font typeface="Poppins Light" panose="00000400000000000000" pitchFamily="2"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59c6626b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59c6626b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59c6626ba4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359c6626ba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359c6626ba4_0_7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359c6626ba4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59c6626ba4_0_7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359c6626ba4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59c6626ba4_0_7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359c6626ba4_0_7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59c6626ba4_0_7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59c6626ba4_0_7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359c6626ba4_0_7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359c6626ba4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59c6626ba4_0_7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359c6626ba4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59c6626ba4_0_7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359c6626ba4_0_7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59c6626ba4_0_7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359c6626ba4_0_7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359c6626ba4_0_2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359c6626ba4_0_2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1ea6418299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1ea6418299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1ea6418299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1ea6418299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1ea6418299f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1ea6418299f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1ea6418299f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1ea6418299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1ea6418299f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1ea6418299f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1ea6418299f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1ea6418299f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1ea6418299f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1ea6418299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a:extLst>
            <a:ext uri="{FF2B5EF4-FFF2-40B4-BE49-F238E27FC236}">
              <a16:creationId xmlns:a16="http://schemas.microsoft.com/office/drawing/2014/main" id="{1CF3D6A8-1CF0-7313-2AE1-72D339B598FA}"/>
            </a:ext>
          </a:extLst>
        </p:cNvPr>
        <p:cNvGrpSpPr/>
        <p:nvPr/>
      </p:nvGrpSpPr>
      <p:grpSpPr>
        <a:xfrm>
          <a:off x="0" y="0"/>
          <a:ext cx="0" cy="0"/>
          <a:chOff x="0" y="0"/>
          <a:chExt cx="0" cy="0"/>
        </a:xfrm>
      </p:grpSpPr>
      <p:sp>
        <p:nvSpPr>
          <p:cNvPr id="839" name="Google Shape;839;g1ea6418299f_0_41:notes">
            <a:extLst>
              <a:ext uri="{FF2B5EF4-FFF2-40B4-BE49-F238E27FC236}">
                <a16:creationId xmlns:a16="http://schemas.microsoft.com/office/drawing/2014/main" id="{2DDAD103-6433-326E-38FE-2E4589ED72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1ea6418299f_0_41:notes">
            <a:extLst>
              <a:ext uri="{FF2B5EF4-FFF2-40B4-BE49-F238E27FC236}">
                <a16:creationId xmlns:a16="http://schemas.microsoft.com/office/drawing/2014/main" id="{1A6E86AF-D115-7A96-E302-0A3F6992AF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3239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a:extLst>
            <a:ext uri="{FF2B5EF4-FFF2-40B4-BE49-F238E27FC236}">
              <a16:creationId xmlns:a16="http://schemas.microsoft.com/office/drawing/2014/main" id="{48693D87-E380-28D2-9BF6-0D7DD4A41692}"/>
            </a:ext>
          </a:extLst>
        </p:cNvPr>
        <p:cNvGrpSpPr/>
        <p:nvPr/>
      </p:nvGrpSpPr>
      <p:grpSpPr>
        <a:xfrm>
          <a:off x="0" y="0"/>
          <a:ext cx="0" cy="0"/>
          <a:chOff x="0" y="0"/>
          <a:chExt cx="0" cy="0"/>
        </a:xfrm>
      </p:grpSpPr>
      <p:sp>
        <p:nvSpPr>
          <p:cNvPr id="839" name="Google Shape;839;g1ea6418299f_0_41:notes">
            <a:extLst>
              <a:ext uri="{FF2B5EF4-FFF2-40B4-BE49-F238E27FC236}">
                <a16:creationId xmlns:a16="http://schemas.microsoft.com/office/drawing/2014/main" id="{8773ABCD-F3F8-DC9D-7540-F4C0D5B0F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1ea6418299f_0_41:notes">
            <a:extLst>
              <a:ext uri="{FF2B5EF4-FFF2-40B4-BE49-F238E27FC236}">
                <a16:creationId xmlns:a16="http://schemas.microsoft.com/office/drawing/2014/main" id="{1076BA4E-C5FA-1F3D-6FBE-080952F59C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953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359c6626ba4_0_1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6" name="Google Shape;846;g359c6626ba4_0_14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846900" y="1098283"/>
            <a:ext cx="7584000" cy="2247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846900" y="3728338"/>
            <a:ext cx="45288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747801" y="-707126"/>
            <a:ext cx="10297750" cy="6227885"/>
            <a:chOff x="-747801" y="-707126"/>
            <a:chExt cx="10297750" cy="6227885"/>
          </a:xfrm>
        </p:grpSpPr>
        <p:grpSp>
          <p:nvGrpSpPr>
            <p:cNvPr id="13" name="Google Shape;13;p2"/>
            <p:cNvGrpSpPr/>
            <p:nvPr/>
          </p:nvGrpSpPr>
          <p:grpSpPr>
            <a:xfrm>
              <a:off x="-747801" y="-707126"/>
              <a:ext cx="2577275" cy="1833510"/>
              <a:chOff x="781874" y="1294774"/>
              <a:chExt cx="2577275" cy="1833510"/>
            </a:xfrm>
          </p:grpSpPr>
          <p:sp>
            <p:nvSpPr>
              <p:cNvPr id="14" name="Google Shape;14;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a:off x="6972674" y="3687249"/>
              <a:ext cx="2577275" cy="1833510"/>
              <a:chOff x="781874" y="1294774"/>
              <a:chExt cx="2577275" cy="1833510"/>
            </a:xfrm>
          </p:grpSpPr>
          <p:sp>
            <p:nvSpPr>
              <p:cNvPr id="25" name="Google Shape;25;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pic>
        <p:nvPicPr>
          <p:cNvPr id="36" name="Google Shape;36;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 name="Google Shape;37;p3"/>
          <p:cNvSpPr txBox="1">
            <a:spLocks noGrp="1"/>
          </p:cNvSpPr>
          <p:nvPr>
            <p:ph type="title"/>
          </p:nvPr>
        </p:nvSpPr>
        <p:spPr>
          <a:xfrm>
            <a:off x="713225" y="2344050"/>
            <a:ext cx="5067600" cy="920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8" name="Google Shape;38;p3"/>
          <p:cNvSpPr txBox="1">
            <a:spLocks noGrp="1"/>
          </p:cNvSpPr>
          <p:nvPr>
            <p:ph type="title" idx="2" hasCustomPrompt="1"/>
          </p:nvPr>
        </p:nvSpPr>
        <p:spPr>
          <a:xfrm>
            <a:off x="713225" y="1353475"/>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9" name="Google Shape;39;p3"/>
          <p:cNvSpPr txBox="1">
            <a:spLocks noGrp="1"/>
          </p:cNvSpPr>
          <p:nvPr>
            <p:ph type="subTitle" idx="1"/>
          </p:nvPr>
        </p:nvSpPr>
        <p:spPr>
          <a:xfrm>
            <a:off x="713225" y="3415025"/>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0" name="Google Shape;40;p3"/>
          <p:cNvGrpSpPr/>
          <p:nvPr/>
        </p:nvGrpSpPr>
        <p:grpSpPr>
          <a:xfrm>
            <a:off x="6172199" y="136174"/>
            <a:ext cx="2791650" cy="4892530"/>
            <a:chOff x="6172199" y="136174"/>
            <a:chExt cx="2791650" cy="4892530"/>
          </a:xfrm>
        </p:grpSpPr>
        <p:grpSp>
          <p:nvGrpSpPr>
            <p:cNvPr id="41" name="Google Shape;41;p3"/>
            <p:cNvGrpSpPr/>
            <p:nvPr/>
          </p:nvGrpSpPr>
          <p:grpSpPr>
            <a:xfrm>
              <a:off x="6292024" y="136174"/>
              <a:ext cx="2577275" cy="1833510"/>
              <a:chOff x="781874" y="1294774"/>
              <a:chExt cx="2577275" cy="1833510"/>
            </a:xfrm>
          </p:grpSpPr>
          <p:sp>
            <p:nvSpPr>
              <p:cNvPr id="42" name="Google Shape;42;p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3"/>
            <p:cNvGrpSpPr/>
            <p:nvPr/>
          </p:nvGrpSpPr>
          <p:grpSpPr>
            <a:xfrm>
              <a:off x="8027339" y="2095605"/>
              <a:ext cx="936510" cy="688006"/>
              <a:chOff x="3235964" y="2587955"/>
              <a:chExt cx="936510" cy="688006"/>
            </a:xfrm>
          </p:grpSpPr>
          <p:sp>
            <p:nvSpPr>
              <p:cNvPr id="53" name="Google Shape;53;p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3"/>
            <p:cNvGrpSpPr/>
            <p:nvPr/>
          </p:nvGrpSpPr>
          <p:grpSpPr>
            <a:xfrm>
              <a:off x="8027628" y="3199534"/>
              <a:ext cx="935946" cy="1829159"/>
              <a:chOff x="4738303" y="2514672"/>
              <a:chExt cx="935946" cy="1829159"/>
            </a:xfrm>
          </p:grpSpPr>
          <p:sp>
            <p:nvSpPr>
              <p:cNvPr id="56" name="Google Shape;56;p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3"/>
            <p:cNvGrpSpPr/>
            <p:nvPr/>
          </p:nvGrpSpPr>
          <p:grpSpPr>
            <a:xfrm>
              <a:off x="6172199" y="4113949"/>
              <a:ext cx="1345775" cy="914755"/>
              <a:chOff x="2264799" y="3654374"/>
              <a:chExt cx="1345775" cy="914755"/>
            </a:xfrm>
          </p:grpSpPr>
          <p:sp>
            <p:nvSpPr>
              <p:cNvPr id="63" name="Google Shape;63;p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69" name="Google Shape;6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70" name="Google Shape;70;p4"/>
          <p:cNvGrpSpPr/>
          <p:nvPr/>
        </p:nvGrpSpPr>
        <p:grpSpPr>
          <a:xfrm>
            <a:off x="6899599" y="2745080"/>
            <a:ext cx="2577275" cy="2677354"/>
            <a:chOff x="6899599" y="2745080"/>
            <a:chExt cx="2577275" cy="2677354"/>
          </a:xfrm>
        </p:grpSpPr>
        <p:grpSp>
          <p:nvGrpSpPr>
            <p:cNvPr id="71" name="Google Shape;71;p4"/>
            <p:cNvGrpSpPr/>
            <p:nvPr/>
          </p:nvGrpSpPr>
          <p:grpSpPr>
            <a:xfrm>
              <a:off x="6899599" y="3588924"/>
              <a:ext cx="2577275" cy="1833510"/>
              <a:chOff x="781874" y="1294774"/>
              <a:chExt cx="2577275" cy="1833510"/>
            </a:xfrm>
          </p:grpSpPr>
          <p:sp>
            <p:nvSpPr>
              <p:cNvPr id="72" name="Google Shape;72;p4"/>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4"/>
            <p:cNvGrpSpPr/>
            <p:nvPr/>
          </p:nvGrpSpPr>
          <p:grpSpPr>
            <a:xfrm>
              <a:off x="7887114" y="2745080"/>
              <a:ext cx="936510" cy="688006"/>
              <a:chOff x="3235964" y="2587955"/>
              <a:chExt cx="936510" cy="688006"/>
            </a:xfrm>
          </p:grpSpPr>
          <p:sp>
            <p:nvSpPr>
              <p:cNvPr id="83" name="Google Shape;83;p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extLst>
    <p:ext uri="{DCECCB84-F9BA-43D5-87BE-67443E8EF086}">
      <p15:sldGuideLst xmlns:p15="http://schemas.microsoft.com/office/powerpoint/2012/main">
        <p15:guide id="1" orient="horz" pos="11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5"/>
        <p:cNvGrpSpPr/>
        <p:nvPr/>
      </p:nvGrpSpPr>
      <p:grpSpPr>
        <a:xfrm>
          <a:off x="0" y="0"/>
          <a:ext cx="0" cy="0"/>
          <a:chOff x="0" y="0"/>
          <a:chExt cx="0" cy="0"/>
        </a:xfrm>
      </p:grpSpPr>
      <p:sp>
        <p:nvSpPr>
          <p:cNvPr id="86" name="Google Shape;86;p5"/>
          <p:cNvSpPr txBox="1">
            <a:spLocks noGrp="1"/>
          </p:cNvSpPr>
          <p:nvPr>
            <p:ph type="subTitle" idx="1"/>
          </p:nvPr>
        </p:nvSpPr>
        <p:spPr>
          <a:xfrm>
            <a:off x="5055284"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5"/>
          <p:cNvSpPr txBox="1">
            <a:spLocks noGrp="1"/>
          </p:cNvSpPr>
          <p:nvPr>
            <p:ph type="subTitle" idx="2"/>
          </p:nvPr>
        </p:nvSpPr>
        <p:spPr>
          <a:xfrm>
            <a:off x="1583300"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8" name="Google Shape;88;p5"/>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89" name="Google Shape;89;p5"/>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90" name="Google Shape;9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91" name="Google Shape;91;p5"/>
          <p:cNvGrpSpPr/>
          <p:nvPr/>
        </p:nvGrpSpPr>
        <p:grpSpPr>
          <a:xfrm>
            <a:off x="117324" y="1944274"/>
            <a:ext cx="9242625" cy="3033405"/>
            <a:chOff x="117324" y="1944274"/>
            <a:chExt cx="9242625" cy="3033405"/>
          </a:xfrm>
        </p:grpSpPr>
        <p:grpSp>
          <p:nvGrpSpPr>
            <p:cNvPr id="92" name="Google Shape;92;p5"/>
            <p:cNvGrpSpPr/>
            <p:nvPr/>
          </p:nvGrpSpPr>
          <p:grpSpPr>
            <a:xfrm>
              <a:off x="8424003" y="1944274"/>
              <a:ext cx="935946" cy="1833882"/>
              <a:chOff x="4738303" y="2509949"/>
              <a:chExt cx="935946" cy="1833882"/>
            </a:xfrm>
          </p:grpSpPr>
          <p:sp>
            <p:nvSpPr>
              <p:cNvPr id="93" name="Google Shape;93;p5"/>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5"/>
            <p:cNvGrpSpPr/>
            <p:nvPr/>
          </p:nvGrpSpPr>
          <p:grpSpPr>
            <a:xfrm>
              <a:off x="117324" y="4062924"/>
              <a:ext cx="1345775" cy="914755"/>
              <a:chOff x="2264799" y="3654374"/>
              <a:chExt cx="1345775" cy="914755"/>
            </a:xfrm>
          </p:grpSpPr>
          <p:sp>
            <p:nvSpPr>
              <p:cNvPr id="100" name="Google Shape;100;p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6" name="Google Shape;106;p6"/>
          <p:cNvGrpSpPr/>
          <p:nvPr/>
        </p:nvGrpSpPr>
        <p:grpSpPr>
          <a:xfrm>
            <a:off x="7481624" y="4031499"/>
            <a:ext cx="1345775" cy="914755"/>
            <a:chOff x="2264799" y="3654374"/>
            <a:chExt cx="1345775" cy="914755"/>
          </a:xfrm>
        </p:grpSpPr>
        <p:sp>
          <p:nvSpPr>
            <p:cNvPr id="107" name="Google Shape;107;p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p7"/>
          <p:cNvSpPr txBox="1">
            <a:spLocks noGrp="1"/>
          </p:cNvSpPr>
          <p:nvPr>
            <p:ph type="title"/>
          </p:nvPr>
        </p:nvSpPr>
        <p:spPr>
          <a:xfrm>
            <a:off x="720000" y="445025"/>
            <a:ext cx="4294800" cy="1524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 name="Google Shape;113;p7"/>
          <p:cNvSpPr txBox="1">
            <a:spLocks noGrp="1"/>
          </p:cNvSpPr>
          <p:nvPr>
            <p:ph type="subTitle" idx="1"/>
          </p:nvPr>
        </p:nvSpPr>
        <p:spPr>
          <a:xfrm>
            <a:off x="720000" y="2000900"/>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4"/>
        <p:cNvGrpSpPr/>
        <p:nvPr/>
      </p:nvGrpSpPr>
      <p:grpSpPr>
        <a:xfrm>
          <a:off x="0" y="0"/>
          <a:ext cx="0" cy="0"/>
          <a:chOff x="0" y="0"/>
          <a:chExt cx="0" cy="0"/>
        </a:xfrm>
      </p:grpSpPr>
      <p:pic>
        <p:nvPicPr>
          <p:cNvPr id="115" name="Google Shape;115;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6" name="Google Shape;116;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17" name="Google Shape;117;p8"/>
          <p:cNvGrpSpPr/>
          <p:nvPr/>
        </p:nvGrpSpPr>
        <p:grpSpPr>
          <a:xfrm>
            <a:off x="-684701" y="-255601"/>
            <a:ext cx="9583450" cy="5227957"/>
            <a:chOff x="-684701" y="-255601"/>
            <a:chExt cx="9583450" cy="5227957"/>
          </a:xfrm>
        </p:grpSpPr>
        <p:grpSp>
          <p:nvGrpSpPr>
            <p:cNvPr id="118" name="Google Shape;118;p8"/>
            <p:cNvGrpSpPr/>
            <p:nvPr/>
          </p:nvGrpSpPr>
          <p:grpSpPr>
            <a:xfrm>
              <a:off x="-684701" y="-255601"/>
              <a:ext cx="2577275" cy="1833510"/>
              <a:chOff x="781874" y="1294774"/>
              <a:chExt cx="2577275" cy="1833510"/>
            </a:xfrm>
          </p:grpSpPr>
          <p:sp>
            <p:nvSpPr>
              <p:cNvPr id="119" name="Google Shape;119;p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8"/>
            <p:cNvGrpSpPr/>
            <p:nvPr/>
          </p:nvGrpSpPr>
          <p:grpSpPr>
            <a:xfrm>
              <a:off x="7962803" y="3143197"/>
              <a:ext cx="935946" cy="1829159"/>
              <a:chOff x="4738303" y="2514672"/>
              <a:chExt cx="935946" cy="1829159"/>
            </a:xfrm>
          </p:grpSpPr>
          <p:sp>
            <p:nvSpPr>
              <p:cNvPr id="130" name="Google Shape;130;p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8"/>
            <p:cNvGrpSpPr/>
            <p:nvPr/>
          </p:nvGrpSpPr>
          <p:grpSpPr>
            <a:xfrm>
              <a:off x="6360749" y="4057599"/>
              <a:ext cx="1345775" cy="914755"/>
              <a:chOff x="2264799" y="3654374"/>
              <a:chExt cx="1345775" cy="914755"/>
            </a:xfrm>
          </p:grpSpPr>
          <p:sp>
            <p:nvSpPr>
              <p:cNvPr id="137" name="Google Shape;137;p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
        <p:cNvGrpSpPr/>
        <p:nvPr/>
      </p:nvGrpSpPr>
      <p:grpSpPr>
        <a:xfrm>
          <a:off x="0" y="0"/>
          <a:ext cx="0" cy="0"/>
          <a:chOff x="0" y="0"/>
          <a:chExt cx="0" cy="0"/>
        </a:xfrm>
      </p:grpSpPr>
      <p:pic>
        <p:nvPicPr>
          <p:cNvPr id="142" name="Google Shape;142;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3" name="Google Shape;143;p9"/>
          <p:cNvSpPr txBox="1">
            <a:spLocks noGrp="1"/>
          </p:cNvSpPr>
          <p:nvPr>
            <p:ph type="title"/>
          </p:nvPr>
        </p:nvSpPr>
        <p:spPr>
          <a:xfrm>
            <a:off x="2135550" y="15411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44" name="Google Shape;144;p9"/>
          <p:cNvSpPr txBox="1">
            <a:spLocks noGrp="1"/>
          </p:cNvSpPr>
          <p:nvPr>
            <p:ph type="subTitle" idx="1"/>
          </p:nvPr>
        </p:nvSpPr>
        <p:spPr>
          <a:xfrm>
            <a:off x="2135550" y="29312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45" name="Google Shape;145;p9"/>
          <p:cNvGrpSpPr/>
          <p:nvPr/>
        </p:nvGrpSpPr>
        <p:grpSpPr>
          <a:xfrm>
            <a:off x="-244726" y="136174"/>
            <a:ext cx="9143475" cy="4810080"/>
            <a:chOff x="-244726" y="136174"/>
            <a:chExt cx="9143475" cy="4810080"/>
          </a:xfrm>
        </p:grpSpPr>
        <p:grpSp>
          <p:nvGrpSpPr>
            <p:cNvPr id="146" name="Google Shape;146;p9"/>
            <p:cNvGrpSpPr/>
            <p:nvPr/>
          </p:nvGrpSpPr>
          <p:grpSpPr>
            <a:xfrm>
              <a:off x="7962803" y="2451822"/>
              <a:ext cx="935946" cy="1829159"/>
              <a:chOff x="4738303" y="2514672"/>
              <a:chExt cx="935946" cy="1829159"/>
            </a:xfrm>
          </p:grpSpPr>
          <p:sp>
            <p:nvSpPr>
              <p:cNvPr id="147" name="Google Shape;147;p9"/>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9"/>
            <p:cNvGrpSpPr/>
            <p:nvPr/>
          </p:nvGrpSpPr>
          <p:grpSpPr>
            <a:xfrm>
              <a:off x="2135549" y="4031499"/>
              <a:ext cx="1345775" cy="914755"/>
              <a:chOff x="2264799" y="3654374"/>
              <a:chExt cx="1345775" cy="914755"/>
            </a:xfrm>
          </p:grpSpPr>
          <p:sp>
            <p:nvSpPr>
              <p:cNvPr id="154" name="Google Shape;154;p9"/>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9"/>
            <p:cNvGrpSpPr/>
            <p:nvPr/>
          </p:nvGrpSpPr>
          <p:grpSpPr>
            <a:xfrm>
              <a:off x="-244726" y="136174"/>
              <a:ext cx="2577275" cy="1833510"/>
              <a:chOff x="781874" y="1294774"/>
              <a:chExt cx="2577275" cy="1833510"/>
            </a:xfrm>
          </p:grpSpPr>
          <p:sp>
            <p:nvSpPr>
              <p:cNvPr id="159" name="Google Shape;159;p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9"/>
        <p:cNvGrpSpPr/>
        <p:nvPr/>
      </p:nvGrpSpPr>
      <p:grpSpPr>
        <a:xfrm>
          <a:off x="0" y="0"/>
          <a:ext cx="0" cy="0"/>
          <a:chOff x="0" y="0"/>
          <a:chExt cx="0" cy="0"/>
        </a:xfrm>
      </p:grpSpPr>
      <p:sp>
        <p:nvSpPr>
          <p:cNvPr id="170" name="Google Shape;170;p10"/>
          <p:cNvSpPr>
            <a:spLocks noGrp="1"/>
          </p:cNvSpPr>
          <p:nvPr>
            <p:ph type="pic" idx="2"/>
          </p:nvPr>
        </p:nvSpPr>
        <p:spPr>
          <a:xfrm>
            <a:off x="-25" y="-13725"/>
            <a:ext cx="9144000" cy="5157300"/>
          </a:xfrm>
          <a:prstGeom prst="rect">
            <a:avLst/>
          </a:prstGeom>
          <a:noFill/>
          <a:ln>
            <a:noFill/>
          </a:ln>
        </p:spPr>
      </p:sp>
      <p:sp>
        <p:nvSpPr>
          <p:cNvPr id="171" name="Google Shape;171;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2"/>
        <p:cNvGrpSpPr/>
        <p:nvPr/>
      </p:nvGrpSpPr>
      <p:grpSpPr>
        <a:xfrm>
          <a:off x="0" y="0"/>
          <a:ext cx="0" cy="0"/>
          <a:chOff x="0" y="0"/>
          <a:chExt cx="0" cy="0"/>
        </a:xfrm>
      </p:grpSpPr>
      <p:pic>
        <p:nvPicPr>
          <p:cNvPr id="173" name="Google Shape;173;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4" name="Google Shape;174;p11"/>
          <p:cNvSpPr txBox="1">
            <a:spLocks noGrp="1"/>
          </p:cNvSpPr>
          <p:nvPr>
            <p:ph type="title" hasCustomPrompt="1"/>
          </p:nvPr>
        </p:nvSpPr>
        <p:spPr>
          <a:xfrm>
            <a:off x="1284000" y="1215175"/>
            <a:ext cx="6576000" cy="1334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5" name="Google Shape;175;p11"/>
          <p:cNvSpPr txBox="1">
            <a:spLocks noGrp="1"/>
          </p:cNvSpPr>
          <p:nvPr>
            <p:ph type="subTitle" idx="1"/>
          </p:nvPr>
        </p:nvSpPr>
        <p:spPr>
          <a:xfrm>
            <a:off x="1284000" y="28502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76" name="Google Shape;176;p11"/>
          <p:cNvGrpSpPr/>
          <p:nvPr/>
        </p:nvGrpSpPr>
        <p:grpSpPr>
          <a:xfrm>
            <a:off x="-575414" y="236724"/>
            <a:ext cx="9256137" cy="4578762"/>
            <a:chOff x="-575414" y="236724"/>
            <a:chExt cx="9256137" cy="4578762"/>
          </a:xfrm>
        </p:grpSpPr>
        <p:grpSp>
          <p:nvGrpSpPr>
            <p:cNvPr id="177" name="Google Shape;177;p11"/>
            <p:cNvGrpSpPr/>
            <p:nvPr/>
          </p:nvGrpSpPr>
          <p:grpSpPr>
            <a:xfrm>
              <a:off x="-575414" y="236724"/>
              <a:ext cx="2577275" cy="1833510"/>
              <a:chOff x="781874" y="1294774"/>
              <a:chExt cx="2577275" cy="1833510"/>
            </a:xfrm>
          </p:grpSpPr>
          <p:sp>
            <p:nvSpPr>
              <p:cNvPr id="178" name="Google Shape;178;p1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 name="Google Shape;188;p11"/>
            <p:cNvGrpSpPr/>
            <p:nvPr/>
          </p:nvGrpSpPr>
          <p:grpSpPr>
            <a:xfrm>
              <a:off x="952289" y="4127480"/>
              <a:ext cx="936510" cy="688006"/>
              <a:chOff x="3235964" y="2587955"/>
              <a:chExt cx="936510" cy="688006"/>
            </a:xfrm>
          </p:grpSpPr>
          <p:sp>
            <p:nvSpPr>
              <p:cNvPr id="189" name="Google Shape;189;p1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7744778" y="2850299"/>
              <a:ext cx="935946" cy="1833882"/>
              <a:chOff x="4738303" y="2509949"/>
              <a:chExt cx="935946" cy="1833882"/>
            </a:xfrm>
          </p:grpSpPr>
          <p:sp>
            <p:nvSpPr>
              <p:cNvPr id="192" name="Google Shape;192;p1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6109324" y="236724"/>
              <a:ext cx="1345775" cy="914755"/>
              <a:chOff x="2264799" y="3654374"/>
              <a:chExt cx="1345775" cy="914755"/>
            </a:xfrm>
          </p:grpSpPr>
          <p:sp>
            <p:nvSpPr>
              <p:cNvPr id="199" name="Google Shape;199;p1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04"/>
        <p:cNvGrpSpPr/>
        <p:nvPr/>
      </p:nvGrpSpPr>
      <p:grpSpPr>
        <a:xfrm>
          <a:off x="0" y="0"/>
          <a:ext cx="0" cy="0"/>
          <a:chOff x="0" y="0"/>
          <a:chExt cx="0" cy="0"/>
        </a:xfrm>
      </p:grpSpPr>
      <p:sp>
        <p:nvSpPr>
          <p:cNvPr id="205" name="Google Shape;205;p13"/>
          <p:cNvSpPr txBox="1">
            <a:spLocks noGrp="1"/>
          </p:cNvSpPr>
          <p:nvPr>
            <p:ph type="subTitle" idx="1"/>
          </p:nvPr>
        </p:nvSpPr>
        <p:spPr>
          <a:xfrm>
            <a:off x="720000"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subTitle" idx="2"/>
          </p:nvPr>
        </p:nvSpPr>
        <p:spPr>
          <a:xfrm>
            <a:off x="334657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3"/>
          </p:nvPr>
        </p:nvSpPr>
        <p:spPr>
          <a:xfrm>
            <a:off x="720000"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subTitle" idx="4"/>
          </p:nvPr>
        </p:nvSpPr>
        <p:spPr>
          <a:xfrm>
            <a:off x="334657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13"/>
          <p:cNvSpPr txBox="1">
            <a:spLocks noGrp="1"/>
          </p:cNvSpPr>
          <p:nvPr>
            <p:ph type="subTitle" idx="5"/>
          </p:nvPr>
        </p:nvSpPr>
        <p:spPr>
          <a:xfrm>
            <a:off x="597315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 name="Google Shape;210;p13"/>
          <p:cNvSpPr txBox="1">
            <a:spLocks noGrp="1"/>
          </p:cNvSpPr>
          <p:nvPr>
            <p:ph type="subTitle" idx="6"/>
          </p:nvPr>
        </p:nvSpPr>
        <p:spPr>
          <a:xfrm>
            <a:off x="597315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13"/>
          <p:cNvSpPr txBox="1">
            <a:spLocks noGrp="1"/>
          </p:cNvSpPr>
          <p:nvPr>
            <p:ph type="title" hasCustomPrompt="1"/>
          </p:nvPr>
        </p:nvSpPr>
        <p:spPr>
          <a:xfrm>
            <a:off x="720000"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7" hasCustomPrompt="1"/>
          </p:nvPr>
        </p:nvSpPr>
        <p:spPr>
          <a:xfrm>
            <a:off x="720000"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8" hasCustomPrompt="1"/>
          </p:nvPr>
        </p:nvSpPr>
        <p:spPr>
          <a:xfrm>
            <a:off x="334657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9" hasCustomPrompt="1"/>
          </p:nvPr>
        </p:nvSpPr>
        <p:spPr>
          <a:xfrm>
            <a:off x="334657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title" idx="13" hasCustomPrompt="1"/>
          </p:nvPr>
        </p:nvSpPr>
        <p:spPr>
          <a:xfrm>
            <a:off x="597315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6" name="Google Shape;216;p13"/>
          <p:cNvSpPr txBox="1">
            <a:spLocks noGrp="1"/>
          </p:cNvSpPr>
          <p:nvPr>
            <p:ph type="title" idx="14" hasCustomPrompt="1"/>
          </p:nvPr>
        </p:nvSpPr>
        <p:spPr>
          <a:xfrm>
            <a:off x="597315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7" name="Google Shape;217;p13"/>
          <p:cNvSpPr txBox="1">
            <a:spLocks noGrp="1"/>
          </p:cNvSpPr>
          <p:nvPr>
            <p:ph type="subTitle" idx="15"/>
          </p:nvPr>
        </p:nvSpPr>
        <p:spPr>
          <a:xfrm>
            <a:off x="720000"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8" name="Google Shape;218;p13"/>
          <p:cNvSpPr txBox="1">
            <a:spLocks noGrp="1"/>
          </p:cNvSpPr>
          <p:nvPr>
            <p:ph type="subTitle" idx="16"/>
          </p:nvPr>
        </p:nvSpPr>
        <p:spPr>
          <a:xfrm>
            <a:off x="334657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9" name="Google Shape;219;p13"/>
          <p:cNvSpPr txBox="1">
            <a:spLocks noGrp="1"/>
          </p:cNvSpPr>
          <p:nvPr>
            <p:ph type="subTitle" idx="17"/>
          </p:nvPr>
        </p:nvSpPr>
        <p:spPr>
          <a:xfrm>
            <a:off x="597315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0" name="Google Shape;220;p13"/>
          <p:cNvSpPr txBox="1">
            <a:spLocks noGrp="1"/>
          </p:cNvSpPr>
          <p:nvPr>
            <p:ph type="subTitle" idx="18"/>
          </p:nvPr>
        </p:nvSpPr>
        <p:spPr>
          <a:xfrm>
            <a:off x="720000"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1" name="Google Shape;221;p13"/>
          <p:cNvSpPr txBox="1">
            <a:spLocks noGrp="1"/>
          </p:cNvSpPr>
          <p:nvPr>
            <p:ph type="subTitle" idx="19"/>
          </p:nvPr>
        </p:nvSpPr>
        <p:spPr>
          <a:xfrm>
            <a:off x="334657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2" name="Google Shape;222;p13"/>
          <p:cNvSpPr txBox="1">
            <a:spLocks noGrp="1"/>
          </p:cNvSpPr>
          <p:nvPr>
            <p:ph type="subTitle" idx="20"/>
          </p:nvPr>
        </p:nvSpPr>
        <p:spPr>
          <a:xfrm>
            <a:off x="597315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3" name="Google Shape;223;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24" name="Google Shape;224;p13"/>
          <p:cNvGrpSpPr/>
          <p:nvPr/>
        </p:nvGrpSpPr>
        <p:grpSpPr>
          <a:xfrm>
            <a:off x="-257850" y="1718480"/>
            <a:ext cx="9618198" cy="3180026"/>
            <a:chOff x="-257850" y="1718480"/>
            <a:chExt cx="9618198" cy="3180026"/>
          </a:xfrm>
        </p:grpSpPr>
        <p:grpSp>
          <p:nvGrpSpPr>
            <p:cNvPr id="225" name="Google Shape;225;p13"/>
            <p:cNvGrpSpPr/>
            <p:nvPr/>
          </p:nvGrpSpPr>
          <p:grpSpPr>
            <a:xfrm>
              <a:off x="8423839" y="1718480"/>
              <a:ext cx="936510" cy="688006"/>
              <a:chOff x="3235964" y="2587955"/>
              <a:chExt cx="936510" cy="688006"/>
            </a:xfrm>
          </p:grpSpPr>
          <p:sp>
            <p:nvSpPr>
              <p:cNvPr id="226" name="Google Shape;226;p1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3"/>
            <p:cNvGrpSpPr/>
            <p:nvPr/>
          </p:nvGrpSpPr>
          <p:grpSpPr>
            <a:xfrm>
              <a:off x="-257850" y="3064624"/>
              <a:ext cx="935946" cy="1833882"/>
              <a:chOff x="4738303" y="2509949"/>
              <a:chExt cx="935946" cy="1833882"/>
            </a:xfrm>
          </p:grpSpPr>
          <p:sp>
            <p:nvSpPr>
              <p:cNvPr id="229" name="Google Shape;229;p13"/>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35"/>
        <p:cNvGrpSpPr/>
        <p:nvPr/>
      </p:nvGrpSpPr>
      <p:grpSpPr>
        <a:xfrm>
          <a:off x="0" y="0"/>
          <a:ext cx="0" cy="0"/>
          <a:chOff x="0" y="0"/>
          <a:chExt cx="0" cy="0"/>
        </a:xfrm>
      </p:grpSpPr>
      <p:sp>
        <p:nvSpPr>
          <p:cNvPr id="236" name="Google Shape;23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37" name="Google Shape;237;p14"/>
          <p:cNvGrpSpPr/>
          <p:nvPr/>
        </p:nvGrpSpPr>
        <p:grpSpPr>
          <a:xfrm>
            <a:off x="-289972" y="1493824"/>
            <a:ext cx="9188996" cy="3454187"/>
            <a:chOff x="-289972" y="1493824"/>
            <a:chExt cx="9188996" cy="3454187"/>
          </a:xfrm>
        </p:grpSpPr>
        <p:grpSp>
          <p:nvGrpSpPr>
            <p:cNvPr id="238" name="Google Shape;238;p14"/>
            <p:cNvGrpSpPr/>
            <p:nvPr/>
          </p:nvGrpSpPr>
          <p:grpSpPr>
            <a:xfrm>
              <a:off x="7962514" y="4260005"/>
              <a:ext cx="936510" cy="688006"/>
              <a:chOff x="3235964" y="2587955"/>
              <a:chExt cx="936510" cy="688006"/>
            </a:xfrm>
          </p:grpSpPr>
          <p:sp>
            <p:nvSpPr>
              <p:cNvPr id="239" name="Google Shape;239;p1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4"/>
            <p:cNvGrpSpPr/>
            <p:nvPr/>
          </p:nvGrpSpPr>
          <p:grpSpPr>
            <a:xfrm>
              <a:off x="-289972" y="1493824"/>
              <a:ext cx="935946" cy="1833882"/>
              <a:chOff x="4738303" y="2509949"/>
              <a:chExt cx="935946" cy="1833882"/>
            </a:xfrm>
          </p:grpSpPr>
          <p:sp>
            <p:nvSpPr>
              <p:cNvPr id="242" name="Google Shape;242;p14"/>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4"/>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4"/>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48"/>
        <p:cNvGrpSpPr/>
        <p:nvPr/>
      </p:nvGrpSpPr>
      <p:grpSpPr>
        <a:xfrm>
          <a:off x="0" y="0"/>
          <a:ext cx="0" cy="0"/>
          <a:chOff x="0" y="0"/>
          <a:chExt cx="0" cy="0"/>
        </a:xfrm>
      </p:grpSpPr>
      <p:sp>
        <p:nvSpPr>
          <p:cNvPr id="249" name="Google Shape;24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50" name="Google Shape;250;p15"/>
          <p:cNvGrpSpPr/>
          <p:nvPr/>
        </p:nvGrpSpPr>
        <p:grpSpPr>
          <a:xfrm>
            <a:off x="1081074" y="1933799"/>
            <a:ext cx="9631925" cy="3127580"/>
            <a:chOff x="1081074" y="1933799"/>
            <a:chExt cx="9631925" cy="3127580"/>
          </a:xfrm>
        </p:grpSpPr>
        <p:grpSp>
          <p:nvGrpSpPr>
            <p:cNvPr id="251" name="Google Shape;251;p15"/>
            <p:cNvGrpSpPr/>
            <p:nvPr/>
          </p:nvGrpSpPr>
          <p:grpSpPr>
            <a:xfrm>
              <a:off x="8135724" y="1933799"/>
              <a:ext cx="2577275" cy="1833510"/>
              <a:chOff x="781874" y="1294774"/>
              <a:chExt cx="2577275" cy="1833510"/>
            </a:xfrm>
          </p:grpSpPr>
          <p:sp>
            <p:nvSpPr>
              <p:cNvPr id="252" name="Google Shape;252;p1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5"/>
            <p:cNvGrpSpPr/>
            <p:nvPr/>
          </p:nvGrpSpPr>
          <p:grpSpPr>
            <a:xfrm>
              <a:off x="1081074" y="4146624"/>
              <a:ext cx="1345775" cy="914755"/>
              <a:chOff x="2264799" y="3654374"/>
              <a:chExt cx="1345775" cy="914755"/>
            </a:xfrm>
          </p:grpSpPr>
          <p:sp>
            <p:nvSpPr>
              <p:cNvPr id="263" name="Google Shape;263;p1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67"/>
        <p:cNvGrpSpPr/>
        <p:nvPr/>
      </p:nvGrpSpPr>
      <p:grpSpPr>
        <a:xfrm>
          <a:off x="0" y="0"/>
          <a:ext cx="0" cy="0"/>
          <a:chOff x="0" y="0"/>
          <a:chExt cx="0" cy="0"/>
        </a:xfrm>
      </p:grpSpPr>
      <p:sp>
        <p:nvSpPr>
          <p:cNvPr id="268" name="Google Shape;268;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69" name="Google Shape;269;p16"/>
          <p:cNvGrpSpPr/>
          <p:nvPr/>
        </p:nvGrpSpPr>
        <p:grpSpPr>
          <a:xfrm>
            <a:off x="6263389" y="-492526"/>
            <a:ext cx="2480210" cy="914755"/>
            <a:chOff x="6263389" y="-492526"/>
            <a:chExt cx="2480210" cy="914755"/>
          </a:xfrm>
        </p:grpSpPr>
        <p:grpSp>
          <p:nvGrpSpPr>
            <p:cNvPr id="270" name="Google Shape;270;p16"/>
            <p:cNvGrpSpPr/>
            <p:nvPr/>
          </p:nvGrpSpPr>
          <p:grpSpPr>
            <a:xfrm>
              <a:off x="6263389" y="-379145"/>
              <a:ext cx="936510" cy="688006"/>
              <a:chOff x="3235964" y="2587955"/>
              <a:chExt cx="936510" cy="688006"/>
            </a:xfrm>
          </p:grpSpPr>
          <p:sp>
            <p:nvSpPr>
              <p:cNvPr id="271" name="Google Shape;271;p1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16"/>
            <p:cNvGrpSpPr/>
            <p:nvPr/>
          </p:nvGrpSpPr>
          <p:grpSpPr>
            <a:xfrm>
              <a:off x="7397824" y="-492526"/>
              <a:ext cx="1345775" cy="914755"/>
              <a:chOff x="2264799" y="3654374"/>
              <a:chExt cx="1345775" cy="914755"/>
            </a:xfrm>
          </p:grpSpPr>
          <p:sp>
            <p:nvSpPr>
              <p:cNvPr id="274" name="Google Shape;274;p1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78"/>
        <p:cNvGrpSpPr/>
        <p:nvPr/>
      </p:nvGrpSpPr>
      <p:grpSpPr>
        <a:xfrm>
          <a:off x="0" y="0"/>
          <a:ext cx="0" cy="0"/>
          <a:chOff x="0" y="0"/>
          <a:chExt cx="0" cy="0"/>
        </a:xfrm>
      </p:grpSpPr>
      <p:pic>
        <p:nvPicPr>
          <p:cNvPr id="279" name="Google Shape;279;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0" name="Google Shape;280;p17"/>
          <p:cNvSpPr txBox="1">
            <a:spLocks noGrp="1"/>
          </p:cNvSpPr>
          <p:nvPr>
            <p:ph type="title"/>
          </p:nvPr>
        </p:nvSpPr>
        <p:spPr>
          <a:xfrm>
            <a:off x="1226400" y="3128675"/>
            <a:ext cx="6691200" cy="66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81" name="Google Shape;281;p17"/>
          <p:cNvSpPr txBox="1">
            <a:spLocks noGrp="1"/>
          </p:cNvSpPr>
          <p:nvPr>
            <p:ph type="subTitle" idx="1"/>
          </p:nvPr>
        </p:nvSpPr>
        <p:spPr>
          <a:xfrm>
            <a:off x="1226400" y="1429225"/>
            <a:ext cx="6691200" cy="151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282" name="Google Shape;282;p17"/>
          <p:cNvGrpSpPr/>
          <p:nvPr/>
        </p:nvGrpSpPr>
        <p:grpSpPr>
          <a:xfrm>
            <a:off x="-312476" y="134499"/>
            <a:ext cx="9211500" cy="5489485"/>
            <a:chOff x="-312476" y="134499"/>
            <a:chExt cx="9211500" cy="5489485"/>
          </a:xfrm>
        </p:grpSpPr>
        <p:grpSp>
          <p:nvGrpSpPr>
            <p:cNvPr id="283" name="Google Shape;283;p17"/>
            <p:cNvGrpSpPr/>
            <p:nvPr/>
          </p:nvGrpSpPr>
          <p:grpSpPr>
            <a:xfrm>
              <a:off x="-312476" y="3790474"/>
              <a:ext cx="2577275" cy="1833510"/>
              <a:chOff x="781874" y="1294774"/>
              <a:chExt cx="2577275" cy="1833510"/>
            </a:xfrm>
          </p:grpSpPr>
          <p:sp>
            <p:nvSpPr>
              <p:cNvPr id="284" name="Google Shape;284;p17"/>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7"/>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7"/>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7"/>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7"/>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7"/>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7"/>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17"/>
            <p:cNvGrpSpPr/>
            <p:nvPr/>
          </p:nvGrpSpPr>
          <p:grpSpPr>
            <a:xfrm>
              <a:off x="7962514" y="1163280"/>
              <a:ext cx="936510" cy="688006"/>
              <a:chOff x="3235964" y="2587955"/>
              <a:chExt cx="936510" cy="688006"/>
            </a:xfrm>
          </p:grpSpPr>
          <p:sp>
            <p:nvSpPr>
              <p:cNvPr id="295" name="Google Shape;295;p1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297;p17"/>
            <p:cNvGrpSpPr/>
            <p:nvPr/>
          </p:nvGrpSpPr>
          <p:grpSpPr>
            <a:xfrm>
              <a:off x="6905474" y="134499"/>
              <a:ext cx="1345775" cy="914755"/>
              <a:chOff x="2264799" y="3654374"/>
              <a:chExt cx="1345775" cy="914755"/>
            </a:xfrm>
          </p:grpSpPr>
          <p:sp>
            <p:nvSpPr>
              <p:cNvPr id="298" name="Google Shape;298;p1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02"/>
        <p:cNvGrpSpPr/>
        <p:nvPr/>
      </p:nvGrpSpPr>
      <p:grpSpPr>
        <a:xfrm>
          <a:off x="0" y="0"/>
          <a:ext cx="0" cy="0"/>
          <a:chOff x="0" y="0"/>
          <a:chExt cx="0" cy="0"/>
        </a:xfrm>
      </p:grpSpPr>
      <p:grpSp>
        <p:nvGrpSpPr>
          <p:cNvPr id="303" name="Google Shape;303;p18"/>
          <p:cNvGrpSpPr/>
          <p:nvPr/>
        </p:nvGrpSpPr>
        <p:grpSpPr>
          <a:xfrm>
            <a:off x="5605824" y="-266076"/>
            <a:ext cx="3292925" cy="5294770"/>
            <a:chOff x="5605824" y="-266076"/>
            <a:chExt cx="3292925" cy="5294770"/>
          </a:xfrm>
        </p:grpSpPr>
        <p:grpSp>
          <p:nvGrpSpPr>
            <p:cNvPr id="304" name="Google Shape;304;p18"/>
            <p:cNvGrpSpPr/>
            <p:nvPr/>
          </p:nvGrpSpPr>
          <p:grpSpPr>
            <a:xfrm>
              <a:off x="5605824" y="-266076"/>
              <a:ext cx="2577275" cy="1833510"/>
              <a:chOff x="781874" y="1294774"/>
              <a:chExt cx="2577275" cy="1833510"/>
            </a:xfrm>
          </p:grpSpPr>
          <p:sp>
            <p:nvSpPr>
              <p:cNvPr id="305" name="Google Shape;305;p1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18"/>
            <p:cNvGrpSpPr/>
            <p:nvPr/>
          </p:nvGrpSpPr>
          <p:grpSpPr>
            <a:xfrm>
              <a:off x="7962803" y="3199534"/>
              <a:ext cx="935946" cy="1829159"/>
              <a:chOff x="4738303" y="2514672"/>
              <a:chExt cx="935946" cy="1829159"/>
            </a:xfrm>
          </p:grpSpPr>
          <p:sp>
            <p:nvSpPr>
              <p:cNvPr id="316" name="Google Shape;316;p1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2" name="Google Shape;322;p18"/>
          <p:cNvSpPr>
            <a:spLocks noGrp="1"/>
          </p:cNvSpPr>
          <p:nvPr>
            <p:ph type="pic" idx="2"/>
          </p:nvPr>
        </p:nvSpPr>
        <p:spPr>
          <a:xfrm>
            <a:off x="5273100" y="533863"/>
            <a:ext cx="2910000" cy="4075800"/>
          </a:xfrm>
          <a:prstGeom prst="rect">
            <a:avLst/>
          </a:prstGeom>
          <a:noFill/>
          <a:ln>
            <a:noFill/>
          </a:ln>
        </p:spPr>
      </p:sp>
      <p:sp>
        <p:nvSpPr>
          <p:cNvPr id="323" name="Google Shape;323;p18"/>
          <p:cNvSpPr txBox="1">
            <a:spLocks noGrp="1"/>
          </p:cNvSpPr>
          <p:nvPr>
            <p:ph type="title"/>
          </p:nvPr>
        </p:nvSpPr>
        <p:spPr>
          <a:xfrm>
            <a:off x="720000" y="836175"/>
            <a:ext cx="3519600" cy="2296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4" name="Google Shape;324;p18"/>
          <p:cNvSpPr txBox="1">
            <a:spLocks noGrp="1"/>
          </p:cNvSpPr>
          <p:nvPr>
            <p:ph type="subTitle" idx="1"/>
          </p:nvPr>
        </p:nvSpPr>
        <p:spPr>
          <a:xfrm>
            <a:off x="720000" y="3132225"/>
            <a:ext cx="35196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25"/>
        <p:cNvGrpSpPr/>
        <p:nvPr/>
      </p:nvGrpSpPr>
      <p:grpSpPr>
        <a:xfrm>
          <a:off x="0" y="0"/>
          <a:ext cx="0" cy="0"/>
          <a:chOff x="0" y="0"/>
          <a:chExt cx="0" cy="0"/>
        </a:xfrm>
      </p:grpSpPr>
      <p:sp>
        <p:nvSpPr>
          <p:cNvPr id="326" name="Google Shape;326;p19"/>
          <p:cNvSpPr txBox="1">
            <a:spLocks noGrp="1"/>
          </p:cNvSpPr>
          <p:nvPr>
            <p:ph type="title"/>
          </p:nvPr>
        </p:nvSpPr>
        <p:spPr>
          <a:xfrm>
            <a:off x="720000" y="1435213"/>
            <a:ext cx="3103500" cy="1108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7" name="Google Shape;327;p19"/>
          <p:cNvSpPr txBox="1">
            <a:spLocks noGrp="1"/>
          </p:cNvSpPr>
          <p:nvPr>
            <p:ph type="subTitle" idx="1"/>
          </p:nvPr>
        </p:nvSpPr>
        <p:spPr>
          <a:xfrm>
            <a:off x="720000" y="2543688"/>
            <a:ext cx="3103500" cy="116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28" name="Google Shape;328;p19"/>
          <p:cNvGrpSpPr/>
          <p:nvPr/>
        </p:nvGrpSpPr>
        <p:grpSpPr>
          <a:xfrm>
            <a:off x="876149" y="-589501"/>
            <a:ext cx="6689450" cy="6267410"/>
            <a:chOff x="876149" y="-589501"/>
            <a:chExt cx="6689450" cy="6267410"/>
          </a:xfrm>
        </p:grpSpPr>
        <p:grpSp>
          <p:nvGrpSpPr>
            <p:cNvPr id="329" name="Google Shape;329;p19"/>
            <p:cNvGrpSpPr/>
            <p:nvPr/>
          </p:nvGrpSpPr>
          <p:grpSpPr>
            <a:xfrm>
              <a:off x="876149" y="3844399"/>
              <a:ext cx="2577275" cy="1833510"/>
              <a:chOff x="781874" y="1294774"/>
              <a:chExt cx="2577275" cy="1833510"/>
            </a:xfrm>
          </p:grpSpPr>
          <p:sp>
            <p:nvSpPr>
              <p:cNvPr id="330" name="Google Shape;330;p1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19"/>
            <p:cNvGrpSpPr/>
            <p:nvPr/>
          </p:nvGrpSpPr>
          <p:grpSpPr>
            <a:xfrm>
              <a:off x="6629653" y="-589501"/>
              <a:ext cx="935946" cy="1829159"/>
              <a:chOff x="4738303" y="2509949"/>
              <a:chExt cx="935946" cy="1829159"/>
            </a:xfrm>
          </p:grpSpPr>
          <p:sp>
            <p:nvSpPr>
              <p:cNvPr id="341" name="Google Shape;341;p1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47"/>
        <p:cNvGrpSpPr/>
        <p:nvPr/>
      </p:nvGrpSpPr>
      <p:grpSpPr>
        <a:xfrm>
          <a:off x="0" y="0"/>
          <a:ext cx="0" cy="0"/>
          <a:chOff x="0" y="0"/>
          <a:chExt cx="0" cy="0"/>
        </a:xfrm>
      </p:grpSpPr>
      <p:sp>
        <p:nvSpPr>
          <p:cNvPr id="348" name="Google Shape;348;p20"/>
          <p:cNvSpPr txBox="1">
            <a:spLocks noGrp="1"/>
          </p:cNvSpPr>
          <p:nvPr>
            <p:ph type="title"/>
          </p:nvPr>
        </p:nvSpPr>
        <p:spPr>
          <a:xfrm>
            <a:off x="4038175" y="1712763"/>
            <a:ext cx="3968100" cy="687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9" name="Google Shape;349;p20"/>
          <p:cNvSpPr txBox="1">
            <a:spLocks noGrp="1"/>
          </p:cNvSpPr>
          <p:nvPr>
            <p:ph type="subTitle" idx="1"/>
          </p:nvPr>
        </p:nvSpPr>
        <p:spPr>
          <a:xfrm>
            <a:off x="4038375" y="2399638"/>
            <a:ext cx="3968100" cy="103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50" name="Google Shape;350;p20"/>
          <p:cNvGrpSpPr/>
          <p:nvPr/>
        </p:nvGrpSpPr>
        <p:grpSpPr>
          <a:xfrm>
            <a:off x="-627601" y="-377251"/>
            <a:ext cx="7883675" cy="5333955"/>
            <a:chOff x="-627601" y="-377251"/>
            <a:chExt cx="7883675" cy="5333955"/>
          </a:xfrm>
        </p:grpSpPr>
        <p:grpSp>
          <p:nvGrpSpPr>
            <p:cNvPr id="351" name="Google Shape;351;p20"/>
            <p:cNvGrpSpPr/>
            <p:nvPr/>
          </p:nvGrpSpPr>
          <p:grpSpPr>
            <a:xfrm>
              <a:off x="-627601" y="-377251"/>
              <a:ext cx="2577275" cy="1833510"/>
              <a:chOff x="781874" y="1294774"/>
              <a:chExt cx="2577275" cy="1833510"/>
            </a:xfrm>
          </p:grpSpPr>
          <p:sp>
            <p:nvSpPr>
              <p:cNvPr id="352" name="Google Shape;352;p2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20"/>
            <p:cNvGrpSpPr/>
            <p:nvPr/>
          </p:nvGrpSpPr>
          <p:grpSpPr>
            <a:xfrm>
              <a:off x="5910299" y="4041949"/>
              <a:ext cx="1345775" cy="914755"/>
              <a:chOff x="2264799" y="3654374"/>
              <a:chExt cx="1345775" cy="914755"/>
            </a:xfrm>
          </p:grpSpPr>
          <p:sp>
            <p:nvSpPr>
              <p:cNvPr id="363" name="Google Shape;363;p20"/>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367"/>
        <p:cNvGrpSpPr/>
        <p:nvPr/>
      </p:nvGrpSpPr>
      <p:grpSpPr>
        <a:xfrm>
          <a:off x="0" y="0"/>
          <a:ext cx="0" cy="0"/>
          <a:chOff x="0" y="0"/>
          <a:chExt cx="0" cy="0"/>
        </a:xfrm>
      </p:grpSpPr>
      <p:sp>
        <p:nvSpPr>
          <p:cNvPr id="368" name="Google Shape;368;p21"/>
          <p:cNvSpPr txBox="1">
            <a:spLocks noGrp="1"/>
          </p:cNvSpPr>
          <p:nvPr>
            <p:ph type="title"/>
          </p:nvPr>
        </p:nvSpPr>
        <p:spPr>
          <a:xfrm>
            <a:off x="1222825" y="1801800"/>
            <a:ext cx="4193100" cy="7419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9" name="Google Shape;369;p21"/>
          <p:cNvSpPr txBox="1">
            <a:spLocks noGrp="1"/>
          </p:cNvSpPr>
          <p:nvPr>
            <p:ph type="subTitle" idx="1"/>
          </p:nvPr>
        </p:nvSpPr>
        <p:spPr>
          <a:xfrm>
            <a:off x="1222825" y="2543700"/>
            <a:ext cx="4193100" cy="93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70" name="Google Shape;370;p21"/>
          <p:cNvGrpSpPr/>
          <p:nvPr/>
        </p:nvGrpSpPr>
        <p:grpSpPr>
          <a:xfrm>
            <a:off x="150003" y="-316120"/>
            <a:ext cx="9703996" cy="3951429"/>
            <a:chOff x="150003" y="-316120"/>
            <a:chExt cx="9703996" cy="3951429"/>
          </a:xfrm>
        </p:grpSpPr>
        <p:grpSp>
          <p:nvGrpSpPr>
            <p:cNvPr id="371" name="Google Shape;371;p21"/>
            <p:cNvGrpSpPr/>
            <p:nvPr/>
          </p:nvGrpSpPr>
          <p:grpSpPr>
            <a:xfrm>
              <a:off x="7276724" y="1801799"/>
              <a:ext cx="2577275" cy="1833510"/>
              <a:chOff x="781874" y="1294774"/>
              <a:chExt cx="2577275" cy="1833510"/>
            </a:xfrm>
          </p:grpSpPr>
          <p:sp>
            <p:nvSpPr>
              <p:cNvPr id="372" name="Google Shape;372;p2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21"/>
            <p:cNvGrpSpPr/>
            <p:nvPr/>
          </p:nvGrpSpPr>
          <p:grpSpPr>
            <a:xfrm>
              <a:off x="1328289" y="-316120"/>
              <a:ext cx="936510" cy="688006"/>
              <a:chOff x="3235964" y="2587955"/>
              <a:chExt cx="936510" cy="688006"/>
            </a:xfrm>
          </p:grpSpPr>
          <p:sp>
            <p:nvSpPr>
              <p:cNvPr id="383" name="Google Shape;383;p2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1"/>
            <p:cNvGrpSpPr/>
            <p:nvPr/>
          </p:nvGrpSpPr>
          <p:grpSpPr>
            <a:xfrm>
              <a:off x="150003" y="142474"/>
              <a:ext cx="935946" cy="1829159"/>
              <a:chOff x="4738303" y="2509949"/>
              <a:chExt cx="935946" cy="1829159"/>
            </a:xfrm>
          </p:grpSpPr>
          <p:sp>
            <p:nvSpPr>
              <p:cNvPr id="386" name="Google Shape;386;p2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1"/>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1"/>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1"/>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392"/>
        <p:cNvGrpSpPr/>
        <p:nvPr/>
      </p:nvGrpSpPr>
      <p:grpSpPr>
        <a:xfrm>
          <a:off x="0" y="0"/>
          <a:ext cx="0" cy="0"/>
          <a:chOff x="0" y="0"/>
          <a:chExt cx="0" cy="0"/>
        </a:xfrm>
      </p:grpSpPr>
      <p:sp>
        <p:nvSpPr>
          <p:cNvPr id="393" name="Google Shape;393;p22"/>
          <p:cNvSpPr txBox="1">
            <a:spLocks noGrp="1"/>
          </p:cNvSpPr>
          <p:nvPr>
            <p:ph type="body" idx="1"/>
          </p:nvPr>
        </p:nvSpPr>
        <p:spPr>
          <a:xfrm>
            <a:off x="720000" y="1215750"/>
            <a:ext cx="5052000" cy="57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394" name="Google Shape;39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95" name="Google Shape;395;p22"/>
          <p:cNvGrpSpPr/>
          <p:nvPr/>
        </p:nvGrpSpPr>
        <p:grpSpPr>
          <a:xfrm>
            <a:off x="6492739" y="2722049"/>
            <a:ext cx="3057485" cy="2798710"/>
            <a:chOff x="6492739" y="2722049"/>
            <a:chExt cx="3057485" cy="2798710"/>
          </a:xfrm>
        </p:grpSpPr>
        <p:grpSp>
          <p:nvGrpSpPr>
            <p:cNvPr id="396" name="Google Shape;396;p22"/>
            <p:cNvGrpSpPr/>
            <p:nvPr/>
          </p:nvGrpSpPr>
          <p:grpSpPr>
            <a:xfrm>
              <a:off x="6972949" y="3687249"/>
              <a:ext cx="2577275" cy="1833510"/>
              <a:chOff x="781874" y="1294774"/>
              <a:chExt cx="2577275" cy="1833510"/>
            </a:xfrm>
          </p:grpSpPr>
          <p:sp>
            <p:nvSpPr>
              <p:cNvPr id="397" name="Google Shape;397;p2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22"/>
            <p:cNvGrpSpPr/>
            <p:nvPr/>
          </p:nvGrpSpPr>
          <p:grpSpPr>
            <a:xfrm>
              <a:off x="6492739" y="4117380"/>
              <a:ext cx="936510" cy="688006"/>
              <a:chOff x="3235964" y="2587955"/>
              <a:chExt cx="936510" cy="688006"/>
            </a:xfrm>
          </p:grpSpPr>
          <p:sp>
            <p:nvSpPr>
              <p:cNvPr id="408" name="Google Shape;408;p2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22"/>
            <p:cNvGrpSpPr/>
            <p:nvPr/>
          </p:nvGrpSpPr>
          <p:grpSpPr>
            <a:xfrm>
              <a:off x="7429249" y="2722049"/>
              <a:ext cx="1345775" cy="914755"/>
              <a:chOff x="2264799" y="3654374"/>
              <a:chExt cx="1345775" cy="914755"/>
            </a:xfrm>
          </p:grpSpPr>
          <p:sp>
            <p:nvSpPr>
              <p:cNvPr id="411" name="Google Shape;411;p2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15"/>
        <p:cNvGrpSpPr/>
        <p:nvPr/>
      </p:nvGrpSpPr>
      <p:grpSpPr>
        <a:xfrm>
          <a:off x="0" y="0"/>
          <a:ext cx="0" cy="0"/>
          <a:chOff x="0" y="0"/>
          <a:chExt cx="0" cy="0"/>
        </a:xfrm>
      </p:grpSpPr>
      <p:sp>
        <p:nvSpPr>
          <p:cNvPr id="416" name="Google Shape;416;p23"/>
          <p:cNvSpPr txBox="1">
            <a:spLocks noGrp="1"/>
          </p:cNvSpPr>
          <p:nvPr>
            <p:ph type="subTitle" idx="1"/>
          </p:nvPr>
        </p:nvSpPr>
        <p:spPr>
          <a:xfrm>
            <a:off x="4973485"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7" name="Google Shape;417;p23"/>
          <p:cNvSpPr txBox="1">
            <a:spLocks noGrp="1"/>
          </p:cNvSpPr>
          <p:nvPr>
            <p:ph type="subTitle" idx="2"/>
          </p:nvPr>
        </p:nvSpPr>
        <p:spPr>
          <a:xfrm>
            <a:off x="1150407"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8" name="Google Shape;418;p23"/>
          <p:cNvSpPr txBox="1">
            <a:spLocks noGrp="1"/>
          </p:cNvSpPr>
          <p:nvPr>
            <p:ph type="subTitle" idx="3"/>
          </p:nvPr>
        </p:nvSpPr>
        <p:spPr>
          <a:xfrm>
            <a:off x="1150408"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19" name="Google Shape;419;p23"/>
          <p:cNvSpPr txBox="1">
            <a:spLocks noGrp="1"/>
          </p:cNvSpPr>
          <p:nvPr>
            <p:ph type="subTitle" idx="4"/>
          </p:nvPr>
        </p:nvSpPr>
        <p:spPr>
          <a:xfrm>
            <a:off x="4973493"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20" name="Google Shape;42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21" name="Google Shape;421;p23"/>
          <p:cNvGrpSpPr/>
          <p:nvPr/>
        </p:nvGrpSpPr>
        <p:grpSpPr>
          <a:xfrm>
            <a:off x="-625776" y="3465724"/>
            <a:ext cx="9463650" cy="2543548"/>
            <a:chOff x="-625776" y="3465724"/>
            <a:chExt cx="9463650" cy="2543548"/>
          </a:xfrm>
        </p:grpSpPr>
        <p:grpSp>
          <p:nvGrpSpPr>
            <p:cNvPr id="422" name="Google Shape;422;p23"/>
            <p:cNvGrpSpPr/>
            <p:nvPr/>
          </p:nvGrpSpPr>
          <p:grpSpPr>
            <a:xfrm>
              <a:off x="1927011" y="4175761"/>
              <a:ext cx="2577275" cy="1833510"/>
              <a:chOff x="781874" y="1294774"/>
              <a:chExt cx="2577275" cy="1833510"/>
            </a:xfrm>
          </p:grpSpPr>
          <p:sp>
            <p:nvSpPr>
              <p:cNvPr id="423" name="Google Shape;423;p2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23"/>
            <p:cNvGrpSpPr/>
            <p:nvPr/>
          </p:nvGrpSpPr>
          <p:grpSpPr>
            <a:xfrm>
              <a:off x="7901928" y="3813647"/>
              <a:ext cx="935946" cy="1829159"/>
              <a:chOff x="4738303" y="2514672"/>
              <a:chExt cx="935946" cy="1829159"/>
            </a:xfrm>
          </p:grpSpPr>
          <p:sp>
            <p:nvSpPr>
              <p:cNvPr id="434" name="Google Shape;434;p2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3"/>
            <p:cNvGrpSpPr/>
            <p:nvPr/>
          </p:nvGrpSpPr>
          <p:grpSpPr>
            <a:xfrm>
              <a:off x="-625776" y="3465724"/>
              <a:ext cx="1345775" cy="914755"/>
              <a:chOff x="2264799" y="3654374"/>
              <a:chExt cx="1345775" cy="914755"/>
            </a:xfrm>
          </p:grpSpPr>
          <p:sp>
            <p:nvSpPr>
              <p:cNvPr id="441" name="Google Shape;441;p2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45"/>
        <p:cNvGrpSpPr/>
        <p:nvPr/>
      </p:nvGrpSpPr>
      <p:grpSpPr>
        <a:xfrm>
          <a:off x="0" y="0"/>
          <a:ext cx="0" cy="0"/>
          <a:chOff x="0" y="0"/>
          <a:chExt cx="0" cy="0"/>
        </a:xfrm>
      </p:grpSpPr>
      <p:sp>
        <p:nvSpPr>
          <p:cNvPr id="446" name="Google Shape;446;p24"/>
          <p:cNvSpPr txBox="1">
            <a:spLocks noGrp="1"/>
          </p:cNvSpPr>
          <p:nvPr>
            <p:ph type="subTitle" idx="1"/>
          </p:nvPr>
        </p:nvSpPr>
        <p:spPr>
          <a:xfrm>
            <a:off x="4832078"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7" name="Google Shape;447;p24"/>
          <p:cNvSpPr txBox="1">
            <a:spLocks noGrp="1"/>
          </p:cNvSpPr>
          <p:nvPr>
            <p:ph type="subTitle" idx="2"/>
          </p:nvPr>
        </p:nvSpPr>
        <p:spPr>
          <a:xfrm>
            <a:off x="1057900"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49" name="Google Shape;449;p24"/>
          <p:cNvGrpSpPr/>
          <p:nvPr/>
        </p:nvGrpSpPr>
        <p:grpSpPr>
          <a:xfrm>
            <a:off x="965824" y="3077647"/>
            <a:ext cx="7932925" cy="1846320"/>
            <a:chOff x="965824" y="3077647"/>
            <a:chExt cx="7932925" cy="1846320"/>
          </a:xfrm>
        </p:grpSpPr>
        <p:grpSp>
          <p:nvGrpSpPr>
            <p:cNvPr id="450" name="Google Shape;450;p24"/>
            <p:cNvGrpSpPr/>
            <p:nvPr/>
          </p:nvGrpSpPr>
          <p:grpSpPr>
            <a:xfrm>
              <a:off x="7962803" y="3077647"/>
              <a:ext cx="935946" cy="1829159"/>
              <a:chOff x="4738303" y="2514672"/>
              <a:chExt cx="935946" cy="1829159"/>
            </a:xfrm>
          </p:grpSpPr>
          <p:sp>
            <p:nvSpPr>
              <p:cNvPr id="451" name="Google Shape;451;p24"/>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4"/>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4"/>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4"/>
            <p:cNvGrpSpPr/>
            <p:nvPr/>
          </p:nvGrpSpPr>
          <p:grpSpPr>
            <a:xfrm>
              <a:off x="965824" y="4009211"/>
              <a:ext cx="1345775" cy="914755"/>
              <a:chOff x="2264799" y="3654374"/>
              <a:chExt cx="1345775" cy="914755"/>
            </a:xfrm>
          </p:grpSpPr>
          <p:sp>
            <p:nvSpPr>
              <p:cNvPr id="458" name="Google Shape;458;p24"/>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62"/>
        <p:cNvGrpSpPr/>
        <p:nvPr/>
      </p:nvGrpSpPr>
      <p:grpSpPr>
        <a:xfrm>
          <a:off x="0" y="0"/>
          <a:ext cx="0" cy="0"/>
          <a:chOff x="0" y="0"/>
          <a:chExt cx="0" cy="0"/>
        </a:xfrm>
      </p:grpSpPr>
      <p:sp>
        <p:nvSpPr>
          <p:cNvPr id="463" name="Google Shape;463;p25"/>
          <p:cNvSpPr txBox="1">
            <a:spLocks noGrp="1"/>
          </p:cNvSpPr>
          <p:nvPr>
            <p:ph type="subTitle" idx="1"/>
          </p:nvPr>
        </p:nvSpPr>
        <p:spPr>
          <a:xfrm>
            <a:off x="713225"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4" name="Google Shape;464;p25"/>
          <p:cNvSpPr txBox="1">
            <a:spLocks noGrp="1"/>
          </p:cNvSpPr>
          <p:nvPr>
            <p:ph type="subTitle" idx="2"/>
          </p:nvPr>
        </p:nvSpPr>
        <p:spPr>
          <a:xfrm>
            <a:off x="3393900"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5" name="Google Shape;465;p25"/>
          <p:cNvSpPr txBox="1">
            <a:spLocks noGrp="1"/>
          </p:cNvSpPr>
          <p:nvPr>
            <p:ph type="subTitle" idx="3"/>
          </p:nvPr>
        </p:nvSpPr>
        <p:spPr>
          <a:xfrm>
            <a:off x="6074574"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6" name="Google Shape;466;p25"/>
          <p:cNvSpPr txBox="1">
            <a:spLocks noGrp="1"/>
          </p:cNvSpPr>
          <p:nvPr>
            <p:ph type="subTitle" idx="4"/>
          </p:nvPr>
        </p:nvSpPr>
        <p:spPr>
          <a:xfrm>
            <a:off x="71322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7" name="Google Shape;467;p25"/>
          <p:cNvSpPr txBox="1">
            <a:spLocks noGrp="1"/>
          </p:cNvSpPr>
          <p:nvPr>
            <p:ph type="subTitle" idx="5"/>
          </p:nvPr>
        </p:nvSpPr>
        <p:spPr>
          <a:xfrm>
            <a:off x="3393900"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8" name="Google Shape;468;p25"/>
          <p:cNvSpPr txBox="1">
            <a:spLocks noGrp="1"/>
          </p:cNvSpPr>
          <p:nvPr>
            <p:ph type="subTitle" idx="6"/>
          </p:nvPr>
        </p:nvSpPr>
        <p:spPr>
          <a:xfrm>
            <a:off x="607457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9" name="Google Shape;46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70" name="Google Shape;470;p25"/>
          <p:cNvGrpSpPr/>
          <p:nvPr/>
        </p:nvGrpSpPr>
        <p:grpSpPr>
          <a:xfrm>
            <a:off x="-391401" y="1603297"/>
            <a:ext cx="9868275" cy="4284737"/>
            <a:chOff x="-391401" y="1603297"/>
            <a:chExt cx="9868275" cy="4284737"/>
          </a:xfrm>
        </p:grpSpPr>
        <p:grpSp>
          <p:nvGrpSpPr>
            <p:cNvPr id="471" name="Google Shape;471;p25"/>
            <p:cNvGrpSpPr/>
            <p:nvPr/>
          </p:nvGrpSpPr>
          <p:grpSpPr>
            <a:xfrm>
              <a:off x="-391401" y="4054524"/>
              <a:ext cx="2577275" cy="1833510"/>
              <a:chOff x="781874" y="1294774"/>
              <a:chExt cx="2577275" cy="1833510"/>
            </a:xfrm>
          </p:grpSpPr>
          <p:sp>
            <p:nvSpPr>
              <p:cNvPr id="472" name="Google Shape;472;p2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25"/>
            <p:cNvGrpSpPr/>
            <p:nvPr/>
          </p:nvGrpSpPr>
          <p:grpSpPr>
            <a:xfrm>
              <a:off x="7394764" y="4054530"/>
              <a:ext cx="936510" cy="688006"/>
              <a:chOff x="3235964" y="2587955"/>
              <a:chExt cx="936510" cy="688006"/>
            </a:xfrm>
          </p:grpSpPr>
          <p:sp>
            <p:nvSpPr>
              <p:cNvPr id="483" name="Google Shape;483;p25"/>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25"/>
            <p:cNvGrpSpPr/>
            <p:nvPr/>
          </p:nvGrpSpPr>
          <p:grpSpPr>
            <a:xfrm>
              <a:off x="8540928" y="1603297"/>
              <a:ext cx="935946" cy="1829159"/>
              <a:chOff x="4738303" y="2514672"/>
              <a:chExt cx="935946" cy="1829159"/>
            </a:xfrm>
          </p:grpSpPr>
          <p:sp>
            <p:nvSpPr>
              <p:cNvPr id="486" name="Google Shape;486;p25"/>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25"/>
            <p:cNvGrpSpPr/>
            <p:nvPr/>
          </p:nvGrpSpPr>
          <p:grpSpPr>
            <a:xfrm>
              <a:off x="4915099" y="4146624"/>
              <a:ext cx="1345775" cy="914755"/>
              <a:chOff x="2264799" y="3654374"/>
              <a:chExt cx="1345775" cy="914755"/>
            </a:xfrm>
          </p:grpSpPr>
          <p:sp>
            <p:nvSpPr>
              <p:cNvPr id="493" name="Google Shape;493;p2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7"/>
        <p:cNvGrpSpPr/>
        <p:nvPr/>
      </p:nvGrpSpPr>
      <p:grpSpPr>
        <a:xfrm>
          <a:off x="0" y="0"/>
          <a:ext cx="0" cy="0"/>
          <a:chOff x="0" y="0"/>
          <a:chExt cx="0" cy="0"/>
        </a:xfrm>
      </p:grpSpPr>
      <p:sp>
        <p:nvSpPr>
          <p:cNvPr id="498" name="Google Shape;498;p26"/>
          <p:cNvSpPr txBox="1">
            <a:spLocks noGrp="1"/>
          </p:cNvSpPr>
          <p:nvPr>
            <p:ph type="subTitle" idx="1"/>
          </p:nvPr>
        </p:nvSpPr>
        <p:spPr>
          <a:xfrm>
            <a:off x="2319753"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26"/>
          <p:cNvSpPr txBox="1">
            <a:spLocks noGrp="1"/>
          </p:cNvSpPr>
          <p:nvPr>
            <p:ph type="subTitle" idx="2"/>
          </p:nvPr>
        </p:nvSpPr>
        <p:spPr>
          <a:xfrm>
            <a:off x="5467047"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26"/>
          <p:cNvSpPr txBox="1">
            <a:spLocks noGrp="1"/>
          </p:cNvSpPr>
          <p:nvPr>
            <p:ph type="subTitle" idx="3"/>
          </p:nvPr>
        </p:nvSpPr>
        <p:spPr>
          <a:xfrm>
            <a:off x="2319753"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1" name="Google Shape;501;p26"/>
          <p:cNvSpPr txBox="1">
            <a:spLocks noGrp="1"/>
          </p:cNvSpPr>
          <p:nvPr>
            <p:ph type="subTitle" idx="4"/>
          </p:nvPr>
        </p:nvSpPr>
        <p:spPr>
          <a:xfrm>
            <a:off x="5467047"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2" name="Google Shape;502;p26"/>
          <p:cNvSpPr txBox="1">
            <a:spLocks noGrp="1"/>
          </p:cNvSpPr>
          <p:nvPr>
            <p:ph type="subTitle" idx="5"/>
          </p:nvPr>
        </p:nvSpPr>
        <p:spPr>
          <a:xfrm>
            <a:off x="231975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3" name="Google Shape;503;p26"/>
          <p:cNvSpPr txBox="1">
            <a:spLocks noGrp="1"/>
          </p:cNvSpPr>
          <p:nvPr>
            <p:ph type="subTitle" idx="6"/>
          </p:nvPr>
        </p:nvSpPr>
        <p:spPr>
          <a:xfrm>
            <a:off x="231975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4" name="Google Shape;504;p26"/>
          <p:cNvSpPr txBox="1">
            <a:spLocks noGrp="1"/>
          </p:cNvSpPr>
          <p:nvPr>
            <p:ph type="subTitle" idx="7"/>
          </p:nvPr>
        </p:nvSpPr>
        <p:spPr>
          <a:xfrm>
            <a:off x="546704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5" name="Google Shape;505;p26"/>
          <p:cNvSpPr txBox="1">
            <a:spLocks noGrp="1"/>
          </p:cNvSpPr>
          <p:nvPr>
            <p:ph type="subTitle" idx="8"/>
          </p:nvPr>
        </p:nvSpPr>
        <p:spPr>
          <a:xfrm>
            <a:off x="546704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6" name="Google Shape;506;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07" name="Google Shape;507;p26"/>
          <p:cNvGrpSpPr/>
          <p:nvPr/>
        </p:nvGrpSpPr>
        <p:grpSpPr>
          <a:xfrm>
            <a:off x="171639" y="3687249"/>
            <a:ext cx="9207610" cy="1833510"/>
            <a:chOff x="171639" y="3687249"/>
            <a:chExt cx="9207610" cy="1833510"/>
          </a:xfrm>
        </p:grpSpPr>
        <p:grpSp>
          <p:nvGrpSpPr>
            <p:cNvPr id="508" name="Google Shape;508;p26"/>
            <p:cNvGrpSpPr/>
            <p:nvPr/>
          </p:nvGrpSpPr>
          <p:grpSpPr>
            <a:xfrm>
              <a:off x="6801974" y="3687249"/>
              <a:ext cx="2577275" cy="1833510"/>
              <a:chOff x="781874" y="1294774"/>
              <a:chExt cx="2577275" cy="1833510"/>
            </a:xfrm>
          </p:grpSpPr>
          <p:sp>
            <p:nvSpPr>
              <p:cNvPr id="509" name="Google Shape;509;p26"/>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6"/>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26"/>
            <p:cNvGrpSpPr/>
            <p:nvPr/>
          </p:nvGrpSpPr>
          <p:grpSpPr>
            <a:xfrm>
              <a:off x="171639" y="3767755"/>
              <a:ext cx="936510" cy="688006"/>
              <a:chOff x="3235964" y="2587955"/>
              <a:chExt cx="936510" cy="688006"/>
            </a:xfrm>
          </p:grpSpPr>
          <p:sp>
            <p:nvSpPr>
              <p:cNvPr id="520" name="Google Shape;520;p2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26"/>
            <p:cNvGrpSpPr/>
            <p:nvPr/>
          </p:nvGrpSpPr>
          <p:grpSpPr>
            <a:xfrm>
              <a:off x="1108149" y="4146624"/>
              <a:ext cx="1345775" cy="914755"/>
              <a:chOff x="2264799" y="3654374"/>
              <a:chExt cx="1345775" cy="914755"/>
            </a:xfrm>
          </p:grpSpPr>
          <p:sp>
            <p:nvSpPr>
              <p:cNvPr id="523" name="Google Shape;523;p2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27"/>
        <p:cNvGrpSpPr/>
        <p:nvPr/>
      </p:nvGrpSpPr>
      <p:grpSpPr>
        <a:xfrm>
          <a:off x="0" y="0"/>
          <a:ext cx="0" cy="0"/>
          <a:chOff x="0" y="0"/>
          <a:chExt cx="0" cy="0"/>
        </a:xfrm>
      </p:grpSpPr>
      <p:sp>
        <p:nvSpPr>
          <p:cNvPr id="528" name="Google Shape;528;p27"/>
          <p:cNvSpPr txBox="1">
            <a:spLocks noGrp="1"/>
          </p:cNvSpPr>
          <p:nvPr>
            <p:ph type="subTitle" idx="1"/>
          </p:nvPr>
        </p:nvSpPr>
        <p:spPr>
          <a:xfrm>
            <a:off x="726651"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9" name="Google Shape;529;p27"/>
          <p:cNvSpPr txBox="1">
            <a:spLocks noGrp="1"/>
          </p:cNvSpPr>
          <p:nvPr>
            <p:ph type="subTitle" idx="2"/>
          </p:nvPr>
        </p:nvSpPr>
        <p:spPr>
          <a:xfrm>
            <a:off x="3474109"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0" name="Google Shape;530;p27"/>
          <p:cNvSpPr txBox="1">
            <a:spLocks noGrp="1"/>
          </p:cNvSpPr>
          <p:nvPr>
            <p:ph type="subTitle" idx="3"/>
          </p:nvPr>
        </p:nvSpPr>
        <p:spPr>
          <a:xfrm>
            <a:off x="726651"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1" name="Google Shape;531;p27"/>
          <p:cNvSpPr txBox="1">
            <a:spLocks noGrp="1"/>
          </p:cNvSpPr>
          <p:nvPr>
            <p:ph type="subTitle" idx="4"/>
          </p:nvPr>
        </p:nvSpPr>
        <p:spPr>
          <a:xfrm>
            <a:off x="3474109"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2" name="Google Shape;532;p27"/>
          <p:cNvSpPr txBox="1">
            <a:spLocks noGrp="1"/>
          </p:cNvSpPr>
          <p:nvPr>
            <p:ph type="subTitle" idx="5"/>
          </p:nvPr>
        </p:nvSpPr>
        <p:spPr>
          <a:xfrm>
            <a:off x="6221568"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3" name="Google Shape;533;p27"/>
          <p:cNvSpPr txBox="1">
            <a:spLocks noGrp="1"/>
          </p:cNvSpPr>
          <p:nvPr>
            <p:ph type="subTitle" idx="6"/>
          </p:nvPr>
        </p:nvSpPr>
        <p:spPr>
          <a:xfrm>
            <a:off x="6221568"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4" name="Google Shape;534;p27"/>
          <p:cNvSpPr txBox="1">
            <a:spLocks noGrp="1"/>
          </p:cNvSpPr>
          <p:nvPr>
            <p:ph type="subTitle" idx="7"/>
          </p:nvPr>
        </p:nvSpPr>
        <p:spPr>
          <a:xfrm>
            <a:off x="730989"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5" name="Google Shape;535;p27"/>
          <p:cNvSpPr txBox="1">
            <a:spLocks noGrp="1"/>
          </p:cNvSpPr>
          <p:nvPr>
            <p:ph type="subTitle" idx="8"/>
          </p:nvPr>
        </p:nvSpPr>
        <p:spPr>
          <a:xfrm>
            <a:off x="3478447"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6" name="Google Shape;536;p27"/>
          <p:cNvSpPr txBox="1">
            <a:spLocks noGrp="1"/>
          </p:cNvSpPr>
          <p:nvPr>
            <p:ph type="subTitle" idx="9"/>
          </p:nvPr>
        </p:nvSpPr>
        <p:spPr>
          <a:xfrm>
            <a:off x="6225906"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7" name="Google Shape;537;p27"/>
          <p:cNvSpPr txBox="1">
            <a:spLocks noGrp="1"/>
          </p:cNvSpPr>
          <p:nvPr>
            <p:ph type="subTitle" idx="13"/>
          </p:nvPr>
        </p:nvSpPr>
        <p:spPr>
          <a:xfrm>
            <a:off x="730989"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8" name="Google Shape;538;p27"/>
          <p:cNvSpPr txBox="1">
            <a:spLocks noGrp="1"/>
          </p:cNvSpPr>
          <p:nvPr>
            <p:ph type="subTitle" idx="14"/>
          </p:nvPr>
        </p:nvSpPr>
        <p:spPr>
          <a:xfrm>
            <a:off x="3478447"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9" name="Google Shape;539;p27"/>
          <p:cNvSpPr txBox="1">
            <a:spLocks noGrp="1"/>
          </p:cNvSpPr>
          <p:nvPr>
            <p:ph type="subTitle" idx="15"/>
          </p:nvPr>
        </p:nvSpPr>
        <p:spPr>
          <a:xfrm>
            <a:off x="6225906"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40" name="Google Shape;54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41" name="Google Shape;541;p27"/>
          <p:cNvGrpSpPr/>
          <p:nvPr/>
        </p:nvGrpSpPr>
        <p:grpSpPr>
          <a:xfrm>
            <a:off x="324089" y="4387674"/>
            <a:ext cx="8509210" cy="926987"/>
            <a:chOff x="313264" y="4021024"/>
            <a:chExt cx="8509210" cy="926987"/>
          </a:xfrm>
        </p:grpSpPr>
        <p:grpSp>
          <p:nvGrpSpPr>
            <p:cNvPr id="542" name="Google Shape;542;p27"/>
            <p:cNvGrpSpPr/>
            <p:nvPr/>
          </p:nvGrpSpPr>
          <p:grpSpPr>
            <a:xfrm>
              <a:off x="313264" y="4260005"/>
              <a:ext cx="936510" cy="688006"/>
              <a:chOff x="3235964" y="2587955"/>
              <a:chExt cx="936510" cy="688006"/>
            </a:xfrm>
          </p:grpSpPr>
          <p:sp>
            <p:nvSpPr>
              <p:cNvPr id="543" name="Google Shape;543;p2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27"/>
            <p:cNvGrpSpPr/>
            <p:nvPr/>
          </p:nvGrpSpPr>
          <p:grpSpPr>
            <a:xfrm>
              <a:off x="7476699" y="4021024"/>
              <a:ext cx="1345775" cy="914755"/>
              <a:chOff x="2264799" y="3654374"/>
              <a:chExt cx="1345775" cy="914755"/>
            </a:xfrm>
          </p:grpSpPr>
          <p:sp>
            <p:nvSpPr>
              <p:cNvPr id="546" name="Google Shape;546;p2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50"/>
        <p:cNvGrpSpPr/>
        <p:nvPr/>
      </p:nvGrpSpPr>
      <p:grpSpPr>
        <a:xfrm>
          <a:off x="0" y="0"/>
          <a:ext cx="0" cy="0"/>
          <a:chOff x="0" y="0"/>
          <a:chExt cx="0" cy="0"/>
        </a:xfrm>
      </p:grpSpPr>
      <p:pic>
        <p:nvPicPr>
          <p:cNvPr id="551" name="Google Shape;551;p28"/>
          <p:cNvPicPr preferRelativeResize="0"/>
          <p:nvPr/>
        </p:nvPicPr>
        <p:blipFill>
          <a:blip r:embed="rId2">
            <a:alphaModFix/>
          </a:blip>
          <a:stretch>
            <a:fillRect/>
          </a:stretch>
        </p:blipFill>
        <p:spPr>
          <a:xfrm>
            <a:off x="0" y="0"/>
            <a:ext cx="9144000" cy="5143500"/>
          </a:xfrm>
          <a:prstGeom prst="rect">
            <a:avLst/>
          </a:prstGeom>
          <a:noFill/>
          <a:ln>
            <a:noFill/>
          </a:ln>
        </p:spPr>
      </p:pic>
      <p:sp>
        <p:nvSpPr>
          <p:cNvPr id="552" name="Google Shape;552;p28"/>
          <p:cNvSpPr txBox="1">
            <a:spLocks noGrp="1"/>
          </p:cNvSpPr>
          <p:nvPr>
            <p:ph type="title" hasCustomPrompt="1"/>
          </p:nvPr>
        </p:nvSpPr>
        <p:spPr>
          <a:xfrm>
            <a:off x="2223600" y="638357"/>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3" name="Google Shape;553;p28"/>
          <p:cNvSpPr txBox="1">
            <a:spLocks noGrp="1"/>
          </p:cNvSpPr>
          <p:nvPr>
            <p:ph type="subTitle" idx="1"/>
          </p:nvPr>
        </p:nvSpPr>
        <p:spPr>
          <a:xfrm>
            <a:off x="2223600" y="1327275"/>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4" name="Google Shape;554;p28"/>
          <p:cNvSpPr txBox="1">
            <a:spLocks noGrp="1"/>
          </p:cNvSpPr>
          <p:nvPr>
            <p:ph type="title" idx="2" hasCustomPrompt="1"/>
          </p:nvPr>
        </p:nvSpPr>
        <p:spPr>
          <a:xfrm>
            <a:off x="2223600" y="1990612"/>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5" name="Google Shape;555;p28"/>
          <p:cNvSpPr txBox="1">
            <a:spLocks noGrp="1"/>
          </p:cNvSpPr>
          <p:nvPr>
            <p:ph type="subTitle" idx="3"/>
          </p:nvPr>
        </p:nvSpPr>
        <p:spPr>
          <a:xfrm>
            <a:off x="2223600" y="267952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6" name="Google Shape;556;p28"/>
          <p:cNvSpPr txBox="1">
            <a:spLocks noGrp="1"/>
          </p:cNvSpPr>
          <p:nvPr>
            <p:ph type="title" idx="4" hasCustomPrompt="1"/>
          </p:nvPr>
        </p:nvSpPr>
        <p:spPr>
          <a:xfrm>
            <a:off x="2223600" y="3342868"/>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7" name="Google Shape;557;p28"/>
          <p:cNvSpPr txBox="1">
            <a:spLocks noGrp="1"/>
          </p:cNvSpPr>
          <p:nvPr>
            <p:ph type="subTitle" idx="5"/>
          </p:nvPr>
        </p:nvSpPr>
        <p:spPr>
          <a:xfrm>
            <a:off x="2223600" y="403179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558" name="Google Shape;558;p28"/>
          <p:cNvGrpSpPr/>
          <p:nvPr/>
        </p:nvGrpSpPr>
        <p:grpSpPr>
          <a:xfrm>
            <a:off x="202374" y="239324"/>
            <a:ext cx="9683050" cy="4722185"/>
            <a:chOff x="202374" y="239324"/>
            <a:chExt cx="9683050" cy="4722185"/>
          </a:xfrm>
        </p:grpSpPr>
        <p:grpSp>
          <p:nvGrpSpPr>
            <p:cNvPr id="559" name="Google Shape;559;p28"/>
            <p:cNvGrpSpPr/>
            <p:nvPr/>
          </p:nvGrpSpPr>
          <p:grpSpPr>
            <a:xfrm>
              <a:off x="7308149" y="3127999"/>
              <a:ext cx="2577275" cy="1833510"/>
              <a:chOff x="781874" y="1294774"/>
              <a:chExt cx="2577275" cy="1833510"/>
            </a:xfrm>
          </p:grpSpPr>
          <p:sp>
            <p:nvSpPr>
              <p:cNvPr id="560" name="Google Shape;560;p2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28"/>
            <p:cNvGrpSpPr/>
            <p:nvPr/>
          </p:nvGrpSpPr>
          <p:grpSpPr>
            <a:xfrm>
              <a:off x="7918539" y="1927980"/>
              <a:ext cx="936510" cy="688006"/>
              <a:chOff x="3235964" y="2587955"/>
              <a:chExt cx="936510" cy="688006"/>
            </a:xfrm>
          </p:grpSpPr>
          <p:sp>
            <p:nvSpPr>
              <p:cNvPr id="571" name="Google Shape;571;p28"/>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8"/>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28"/>
            <p:cNvGrpSpPr/>
            <p:nvPr/>
          </p:nvGrpSpPr>
          <p:grpSpPr>
            <a:xfrm>
              <a:off x="202378" y="3017522"/>
              <a:ext cx="935946" cy="1829159"/>
              <a:chOff x="4738303" y="2514672"/>
              <a:chExt cx="935946" cy="1829159"/>
            </a:xfrm>
          </p:grpSpPr>
          <p:sp>
            <p:nvSpPr>
              <p:cNvPr id="574" name="Google Shape;574;p2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28"/>
            <p:cNvGrpSpPr/>
            <p:nvPr/>
          </p:nvGrpSpPr>
          <p:grpSpPr>
            <a:xfrm>
              <a:off x="202374" y="239324"/>
              <a:ext cx="1345775" cy="914755"/>
              <a:chOff x="2264799" y="3654374"/>
              <a:chExt cx="1345775" cy="914755"/>
            </a:xfrm>
          </p:grpSpPr>
          <p:sp>
            <p:nvSpPr>
              <p:cNvPr id="581" name="Google Shape;581;p2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85"/>
        <p:cNvGrpSpPr/>
        <p:nvPr/>
      </p:nvGrpSpPr>
      <p:grpSpPr>
        <a:xfrm>
          <a:off x="0" y="0"/>
          <a:ext cx="0" cy="0"/>
          <a:chOff x="0" y="0"/>
          <a:chExt cx="0" cy="0"/>
        </a:xfrm>
      </p:grpSpPr>
      <p:sp>
        <p:nvSpPr>
          <p:cNvPr id="586" name="Google Shape;586;p29"/>
          <p:cNvSpPr txBox="1">
            <a:spLocks noGrp="1"/>
          </p:cNvSpPr>
          <p:nvPr>
            <p:ph type="title" hasCustomPrompt="1"/>
          </p:nvPr>
        </p:nvSpPr>
        <p:spPr>
          <a:xfrm>
            <a:off x="1147374" y="1581150"/>
            <a:ext cx="15441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7" name="Google Shape;587;p29"/>
          <p:cNvSpPr txBox="1">
            <a:spLocks noGrp="1"/>
          </p:cNvSpPr>
          <p:nvPr>
            <p:ph type="subTitle" idx="1"/>
          </p:nvPr>
        </p:nvSpPr>
        <p:spPr>
          <a:xfrm>
            <a:off x="720043"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88" name="Google Shape;588;p29"/>
          <p:cNvSpPr txBox="1">
            <a:spLocks noGrp="1"/>
          </p:cNvSpPr>
          <p:nvPr>
            <p:ph type="subTitle" idx="2"/>
          </p:nvPr>
        </p:nvSpPr>
        <p:spPr>
          <a:xfrm>
            <a:off x="720043"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89" name="Google Shape;589;p29"/>
          <p:cNvSpPr txBox="1">
            <a:spLocks noGrp="1"/>
          </p:cNvSpPr>
          <p:nvPr>
            <p:ph type="title" idx="3" hasCustomPrompt="1"/>
          </p:nvPr>
        </p:nvSpPr>
        <p:spPr>
          <a:xfrm>
            <a:off x="380053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0" name="Google Shape;590;p29"/>
          <p:cNvSpPr txBox="1">
            <a:spLocks noGrp="1"/>
          </p:cNvSpPr>
          <p:nvPr>
            <p:ph type="subTitle" idx="4"/>
          </p:nvPr>
        </p:nvSpPr>
        <p:spPr>
          <a:xfrm>
            <a:off x="3372600"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1" name="Google Shape;591;p29"/>
          <p:cNvSpPr txBox="1">
            <a:spLocks noGrp="1"/>
          </p:cNvSpPr>
          <p:nvPr>
            <p:ph type="subTitle" idx="5"/>
          </p:nvPr>
        </p:nvSpPr>
        <p:spPr>
          <a:xfrm>
            <a:off x="3372600"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2" name="Google Shape;592;p29"/>
          <p:cNvSpPr txBox="1">
            <a:spLocks noGrp="1"/>
          </p:cNvSpPr>
          <p:nvPr>
            <p:ph type="title" idx="6" hasCustomPrompt="1"/>
          </p:nvPr>
        </p:nvSpPr>
        <p:spPr>
          <a:xfrm>
            <a:off x="645052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3" name="Google Shape;593;p29"/>
          <p:cNvSpPr txBox="1">
            <a:spLocks noGrp="1"/>
          </p:cNvSpPr>
          <p:nvPr>
            <p:ph type="subTitle" idx="7"/>
          </p:nvPr>
        </p:nvSpPr>
        <p:spPr>
          <a:xfrm>
            <a:off x="6025157"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4" name="Google Shape;594;p29"/>
          <p:cNvSpPr txBox="1">
            <a:spLocks noGrp="1"/>
          </p:cNvSpPr>
          <p:nvPr>
            <p:ph type="subTitle" idx="8"/>
          </p:nvPr>
        </p:nvSpPr>
        <p:spPr>
          <a:xfrm>
            <a:off x="6025157"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5" name="Google Shape;595;p29"/>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96" name="Google Shape;596;p29"/>
          <p:cNvGrpSpPr/>
          <p:nvPr/>
        </p:nvGrpSpPr>
        <p:grpSpPr>
          <a:xfrm>
            <a:off x="-184236" y="1886080"/>
            <a:ext cx="9122035" cy="4187626"/>
            <a:chOff x="-223286" y="1666105"/>
            <a:chExt cx="9122035" cy="4187626"/>
          </a:xfrm>
        </p:grpSpPr>
        <p:grpSp>
          <p:nvGrpSpPr>
            <p:cNvPr id="597" name="Google Shape;597;p29"/>
            <p:cNvGrpSpPr/>
            <p:nvPr/>
          </p:nvGrpSpPr>
          <p:grpSpPr>
            <a:xfrm>
              <a:off x="-223286" y="1666105"/>
              <a:ext cx="936510" cy="688006"/>
              <a:chOff x="3235964" y="2587955"/>
              <a:chExt cx="936510" cy="688006"/>
            </a:xfrm>
          </p:grpSpPr>
          <p:sp>
            <p:nvSpPr>
              <p:cNvPr id="598" name="Google Shape;598;p29"/>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29"/>
            <p:cNvGrpSpPr/>
            <p:nvPr/>
          </p:nvGrpSpPr>
          <p:grpSpPr>
            <a:xfrm>
              <a:off x="7962803" y="4019849"/>
              <a:ext cx="935946" cy="1833882"/>
              <a:chOff x="4738303" y="2509949"/>
              <a:chExt cx="935946" cy="1833882"/>
            </a:xfrm>
          </p:grpSpPr>
          <p:sp>
            <p:nvSpPr>
              <p:cNvPr id="601" name="Google Shape;601;p2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07"/>
        <p:cNvGrpSpPr/>
        <p:nvPr/>
      </p:nvGrpSpPr>
      <p:grpSpPr>
        <a:xfrm>
          <a:off x="0" y="0"/>
          <a:ext cx="0" cy="0"/>
          <a:chOff x="0" y="0"/>
          <a:chExt cx="0" cy="0"/>
        </a:xfrm>
      </p:grpSpPr>
      <p:pic>
        <p:nvPicPr>
          <p:cNvPr id="608" name="Google Shape;608;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609" name="Google Shape;609;p30"/>
          <p:cNvSpPr txBox="1">
            <a:spLocks noGrp="1"/>
          </p:cNvSpPr>
          <p:nvPr>
            <p:ph type="title"/>
          </p:nvPr>
        </p:nvSpPr>
        <p:spPr>
          <a:xfrm>
            <a:off x="2347938" y="538472"/>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0" name="Google Shape;610;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1" name="Google Shape;611;p30"/>
          <p:cNvSpPr txBox="1"/>
          <p:nvPr/>
        </p:nvSpPr>
        <p:spPr>
          <a:xfrm>
            <a:off x="1897650" y="3611950"/>
            <a:ext cx="53487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Poppins"/>
                <a:ea typeface="Poppins"/>
                <a:cs typeface="Poppins"/>
                <a:sym typeface="Poppins"/>
              </a:rPr>
              <a:t>CREDITS:</a:t>
            </a:r>
            <a:r>
              <a:rPr lang="en" sz="1200">
                <a:solidFill>
                  <a:schemeClr val="dk1"/>
                </a:solidFill>
                <a:latin typeface="Poppins"/>
                <a:ea typeface="Poppins"/>
                <a:cs typeface="Poppins"/>
                <a:sym typeface="Poppins"/>
              </a:rPr>
              <a:t> This presentation template was created by </a:t>
            </a:r>
            <a:r>
              <a:rPr lang="en" sz="1200" b="1" u="sng">
                <a:solidFill>
                  <a:schemeClr val="hlink"/>
                </a:solidFill>
                <a:latin typeface="Poppins"/>
                <a:ea typeface="Poppins"/>
                <a:cs typeface="Poppins"/>
                <a:sym typeface="Poppins"/>
                <a:hlinkClick r:id="rId3"/>
              </a:rPr>
              <a:t>Slidesgo</a:t>
            </a:r>
            <a:r>
              <a:rPr lang="en" sz="1200">
                <a:solidFill>
                  <a:schemeClr val="dk1"/>
                </a:solidFill>
                <a:latin typeface="Poppins"/>
                <a:ea typeface="Poppins"/>
                <a:cs typeface="Poppins"/>
                <a:sym typeface="Poppins"/>
              </a:rPr>
              <a:t>, and includes icons by </a:t>
            </a:r>
            <a:r>
              <a:rPr lang="en" sz="12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Flaticon</a:t>
            </a:r>
            <a:r>
              <a:rPr lang="en" sz="1200">
                <a:solidFill>
                  <a:schemeClr val="dk1"/>
                </a:solidFill>
                <a:latin typeface="Poppins"/>
                <a:ea typeface="Poppins"/>
                <a:cs typeface="Poppins"/>
                <a:sym typeface="Poppins"/>
              </a:rPr>
              <a:t>, and infographics &amp; images by </a:t>
            </a:r>
            <a:r>
              <a:rPr lang="en" sz="1200" b="1" u="sng">
                <a:solidFill>
                  <a:schemeClr val="dk1"/>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Freepik</a:t>
            </a:r>
            <a:r>
              <a:rPr lang="en" sz="1200" u="sng">
                <a:solidFill>
                  <a:schemeClr val="dk1"/>
                </a:solidFill>
                <a:latin typeface="Poppins"/>
                <a:ea typeface="Poppins"/>
                <a:cs typeface="Poppins"/>
                <a:sym typeface="Poppins"/>
              </a:rPr>
              <a:t> </a:t>
            </a:r>
            <a:endParaRPr sz="1200" b="1" u="sng">
              <a:solidFill>
                <a:schemeClr val="dk1"/>
              </a:solidFill>
              <a:latin typeface="Poppins"/>
              <a:ea typeface="Poppins"/>
              <a:cs typeface="Poppins"/>
              <a:sym typeface="Poppins"/>
            </a:endParaRPr>
          </a:p>
        </p:txBody>
      </p:sp>
      <p:grpSp>
        <p:nvGrpSpPr>
          <p:cNvPr id="612" name="Google Shape;612;p30"/>
          <p:cNvGrpSpPr/>
          <p:nvPr/>
        </p:nvGrpSpPr>
        <p:grpSpPr>
          <a:xfrm>
            <a:off x="202378" y="1912824"/>
            <a:ext cx="9621246" cy="3038210"/>
            <a:chOff x="202378" y="1912824"/>
            <a:chExt cx="9621246" cy="3038210"/>
          </a:xfrm>
        </p:grpSpPr>
        <p:grpSp>
          <p:nvGrpSpPr>
            <p:cNvPr id="613" name="Google Shape;613;p30"/>
            <p:cNvGrpSpPr/>
            <p:nvPr/>
          </p:nvGrpSpPr>
          <p:grpSpPr>
            <a:xfrm>
              <a:off x="7246349" y="3117524"/>
              <a:ext cx="2577275" cy="1833510"/>
              <a:chOff x="781874" y="1294774"/>
              <a:chExt cx="2577275" cy="1833510"/>
            </a:xfrm>
          </p:grpSpPr>
          <p:sp>
            <p:nvSpPr>
              <p:cNvPr id="614" name="Google Shape;614;p3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30"/>
            <p:cNvGrpSpPr/>
            <p:nvPr/>
          </p:nvGrpSpPr>
          <p:grpSpPr>
            <a:xfrm>
              <a:off x="202378" y="1912824"/>
              <a:ext cx="935946" cy="1833882"/>
              <a:chOff x="4738303" y="2509949"/>
              <a:chExt cx="935946" cy="1833882"/>
            </a:xfrm>
          </p:grpSpPr>
          <p:sp>
            <p:nvSpPr>
              <p:cNvPr id="625" name="Google Shape;625;p30"/>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31"/>
        <p:cNvGrpSpPr/>
        <p:nvPr/>
      </p:nvGrpSpPr>
      <p:grpSpPr>
        <a:xfrm>
          <a:off x="0" y="0"/>
          <a:ext cx="0" cy="0"/>
          <a:chOff x="0" y="0"/>
          <a:chExt cx="0" cy="0"/>
        </a:xfrm>
      </p:grpSpPr>
      <p:pic>
        <p:nvPicPr>
          <p:cNvPr id="632" name="Google Shape;632;p31"/>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633" name="Google Shape;633;p31"/>
          <p:cNvGrpSpPr/>
          <p:nvPr/>
        </p:nvGrpSpPr>
        <p:grpSpPr>
          <a:xfrm>
            <a:off x="-234251" y="-297501"/>
            <a:ext cx="9082600" cy="5165107"/>
            <a:chOff x="-234251" y="-297501"/>
            <a:chExt cx="9082600" cy="5165107"/>
          </a:xfrm>
        </p:grpSpPr>
        <p:grpSp>
          <p:nvGrpSpPr>
            <p:cNvPr id="634" name="Google Shape;634;p31"/>
            <p:cNvGrpSpPr/>
            <p:nvPr/>
          </p:nvGrpSpPr>
          <p:grpSpPr>
            <a:xfrm>
              <a:off x="-234251" y="-297501"/>
              <a:ext cx="2577275" cy="1833510"/>
              <a:chOff x="781874" y="1294774"/>
              <a:chExt cx="2577275" cy="1833510"/>
            </a:xfrm>
          </p:grpSpPr>
          <p:sp>
            <p:nvSpPr>
              <p:cNvPr id="635" name="Google Shape;635;p3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31"/>
            <p:cNvGrpSpPr/>
            <p:nvPr/>
          </p:nvGrpSpPr>
          <p:grpSpPr>
            <a:xfrm>
              <a:off x="7866164" y="275255"/>
              <a:ext cx="936510" cy="688006"/>
              <a:chOff x="3235964" y="2587955"/>
              <a:chExt cx="936510" cy="688006"/>
            </a:xfrm>
          </p:grpSpPr>
          <p:sp>
            <p:nvSpPr>
              <p:cNvPr id="646" name="Google Shape;646;p3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p:cNvGrpSpPr/>
            <p:nvPr/>
          </p:nvGrpSpPr>
          <p:grpSpPr>
            <a:xfrm>
              <a:off x="7912403" y="3038447"/>
              <a:ext cx="935946" cy="1829159"/>
              <a:chOff x="4738303" y="2514672"/>
              <a:chExt cx="935946" cy="1829159"/>
            </a:xfrm>
          </p:grpSpPr>
          <p:sp>
            <p:nvSpPr>
              <p:cNvPr id="649" name="Google Shape;649;p31"/>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31"/>
            <p:cNvGrpSpPr/>
            <p:nvPr/>
          </p:nvGrpSpPr>
          <p:grpSpPr>
            <a:xfrm>
              <a:off x="381499" y="3884824"/>
              <a:ext cx="1345775" cy="914755"/>
              <a:chOff x="2264799" y="3654374"/>
              <a:chExt cx="1345775" cy="914755"/>
            </a:xfrm>
          </p:grpSpPr>
          <p:sp>
            <p:nvSpPr>
              <p:cNvPr id="656" name="Google Shape;656;p3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60"/>
        <p:cNvGrpSpPr/>
        <p:nvPr/>
      </p:nvGrpSpPr>
      <p:grpSpPr>
        <a:xfrm>
          <a:off x="0" y="0"/>
          <a:ext cx="0" cy="0"/>
          <a:chOff x="0" y="0"/>
          <a:chExt cx="0" cy="0"/>
        </a:xfrm>
      </p:grpSpPr>
      <p:grpSp>
        <p:nvGrpSpPr>
          <p:cNvPr id="661" name="Google Shape;661;p32"/>
          <p:cNvGrpSpPr/>
          <p:nvPr/>
        </p:nvGrpSpPr>
        <p:grpSpPr>
          <a:xfrm>
            <a:off x="159224" y="251905"/>
            <a:ext cx="8751975" cy="4709604"/>
            <a:chOff x="159224" y="251905"/>
            <a:chExt cx="8751975" cy="4709604"/>
          </a:xfrm>
        </p:grpSpPr>
        <p:grpSp>
          <p:nvGrpSpPr>
            <p:cNvPr id="662" name="Google Shape;662;p32"/>
            <p:cNvGrpSpPr/>
            <p:nvPr/>
          </p:nvGrpSpPr>
          <p:grpSpPr>
            <a:xfrm>
              <a:off x="6333924" y="3127999"/>
              <a:ext cx="2577275" cy="1833510"/>
              <a:chOff x="781874" y="1294774"/>
              <a:chExt cx="2577275" cy="1833510"/>
            </a:xfrm>
          </p:grpSpPr>
          <p:sp>
            <p:nvSpPr>
              <p:cNvPr id="663" name="Google Shape;663;p3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32"/>
            <p:cNvGrpSpPr/>
            <p:nvPr/>
          </p:nvGrpSpPr>
          <p:grpSpPr>
            <a:xfrm>
              <a:off x="1580814" y="251905"/>
              <a:ext cx="936510" cy="688006"/>
              <a:chOff x="3235964" y="2587955"/>
              <a:chExt cx="936510" cy="688006"/>
            </a:xfrm>
          </p:grpSpPr>
          <p:sp>
            <p:nvSpPr>
              <p:cNvPr id="674" name="Google Shape;674;p3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32"/>
            <p:cNvGrpSpPr/>
            <p:nvPr/>
          </p:nvGrpSpPr>
          <p:grpSpPr>
            <a:xfrm>
              <a:off x="307128" y="346247"/>
              <a:ext cx="935946" cy="1829159"/>
              <a:chOff x="4738303" y="2514672"/>
              <a:chExt cx="935946" cy="1829159"/>
            </a:xfrm>
          </p:grpSpPr>
          <p:sp>
            <p:nvSpPr>
              <p:cNvPr id="677" name="Google Shape;677;p32"/>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2"/>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2"/>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2"/>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2"/>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32"/>
            <p:cNvGrpSpPr/>
            <p:nvPr/>
          </p:nvGrpSpPr>
          <p:grpSpPr>
            <a:xfrm>
              <a:off x="159224" y="2418249"/>
              <a:ext cx="1345775" cy="914755"/>
              <a:chOff x="2264799" y="3654374"/>
              <a:chExt cx="1345775" cy="914755"/>
            </a:xfrm>
          </p:grpSpPr>
          <p:sp>
            <p:nvSpPr>
              <p:cNvPr id="684" name="Google Shape;684;p3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688"/>
        <p:cNvGrpSpPr/>
        <p:nvPr/>
      </p:nvGrpSpPr>
      <p:grpSpPr>
        <a:xfrm>
          <a:off x="0" y="0"/>
          <a:ext cx="0" cy="0"/>
          <a:chOff x="0" y="0"/>
          <a:chExt cx="0" cy="0"/>
        </a:xfrm>
      </p:grpSpPr>
      <p:pic>
        <p:nvPicPr>
          <p:cNvPr id="689" name="Google Shape;689;p33"/>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90" name="Google Shape;690;p33"/>
          <p:cNvSpPr txBox="1">
            <a:spLocks noGrp="1"/>
          </p:cNvSpPr>
          <p:nvPr>
            <p:ph type="title"/>
          </p:nvPr>
        </p:nvSpPr>
        <p:spPr>
          <a:xfrm>
            <a:off x="2135550" y="1541188"/>
            <a:ext cx="4872900" cy="116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691" name="Google Shape;691;p33"/>
          <p:cNvSpPr txBox="1">
            <a:spLocks noGrp="1"/>
          </p:cNvSpPr>
          <p:nvPr>
            <p:ph type="subTitle" idx="1"/>
          </p:nvPr>
        </p:nvSpPr>
        <p:spPr>
          <a:xfrm>
            <a:off x="2135550" y="293121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692" name="Google Shape;692;p33"/>
          <p:cNvGrpSpPr/>
          <p:nvPr/>
        </p:nvGrpSpPr>
        <p:grpSpPr>
          <a:xfrm>
            <a:off x="-244726" y="136174"/>
            <a:ext cx="9143475" cy="4810080"/>
            <a:chOff x="-244726" y="136174"/>
            <a:chExt cx="9143475" cy="4810080"/>
          </a:xfrm>
        </p:grpSpPr>
        <p:grpSp>
          <p:nvGrpSpPr>
            <p:cNvPr id="693" name="Google Shape;693;p33"/>
            <p:cNvGrpSpPr/>
            <p:nvPr/>
          </p:nvGrpSpPr>
          <p:grpSpPr>
            <a:xfrm>
              <a:off x="7962803" y="2451822"/>
              <a:ext cx="935946" cy="1829159"/>
              <a:chOff x="4738303" y="2514672"/>
              <a:chExt cx="935946" cy="1829159"/>
            </a:xfrm>
          </p:grpSpPr>
          <p:sp>
            <p:nvSpPr>
              <p:cNvPr id="694" name="Google Shape;694;p33"/>
              <p:cNvSpPr/>
              <p:nvPr/>
            </p:nvSpPr>
            <p:spPr>
              <a:xfrm rot="10800000">
                <a:off x="5149249" y="2740361"/>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33"/>
              <p:cNvSpPr/>
              <p:nvPr/>
            </p:nvSpPr>
            <p:spPr>
              <a:xfrm rot="10800000">
                <a:off x="4739611" y="2971327"/>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33"/>
              <p:cNvSpPr/>
              <p:nvPr/>
            </p:nvSpPr>
            <p:spPr>
              <a:xfrm rot="10800000">
                <a:off x="4738303" y="2514672"/>
                <a:ext cx="525000" cy="458100"/>
              </a:xfrm>
              <a:prstGeom prst="hexagon">
                <a:avLst>
                  <a:gd name="adj" fmla="val 25000"/>
                  <a:gd name="vf" fmla="val 115470"/>
                </a:avLst>
              </a:prstGeom>
              <a:solidFill>
                <a:srgbClr val="FFFFFF">
                  <a:alpha val="2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33"/>
              <p:cNvSpPr/>
              <p:nvPr/>
            </p:nvSpPr>
            <p:spPr>
              <a:xfrm rot="10800000">
                <a:off x="5149225" y="3660116"/>
                <a:ext cx="525000" cy="458100"/>
              </a:xfrm>
              <a:prstGeom prst="hexagon">
                <a:avLst>
                  <a:gd name="adj" fmla="val 25000"/>
                  <a:gd name="vf" fmla="val 115470"/>
                </a:avLst>
              </a:prstGeom>
              <a:solidFill>
                <a:srgbClr val="FFFFFF">
                  <a:alpha val="580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33"/>
              <p:cNvSpPr/>
              <p:nvPr/>
            </p:nvSpPr>
            <p:spPr>
              <a:xfrm rot="10800000">
                <a:off x="4739588" y="3885731"/>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33"/>
              <p:cNvSpPr/>
              <p:nvPr/>
            </p:nvSpPr>
            <p:spPr>
              <a:xfrm rot="10800000">
                <a:off x="4739588" y="3427767"/>
                <a:ext cx="525000" cy="458100"/>
              </a:xfrm>
              <a:prstGeom prst="hexagon">
                <a:avLst>
                  <a:gd name="adj" fmla="val 25000"/>
                  <a:gd name="vf" fmla="val 115470"/>
                </a:avLst>
              </a:prstGeom>
              <a:solidFill>
                <a:srgbClr val="FFFFFF">
                  <a:alpha val="2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0" name="Google Shape;700;p33"/>
            <p:cNvGrpSpPr/>
            <p:nvPr/>
          </p:nvGrpSpPr>
          <p:grpSpPr>
            <a:xfrm>
              <a:off x="2135549" y="4031499"/>
              <a:ext cx="1345775" cy="914755"/>
              <a:chOff x="2264799" y="3654374"/>
              <a:chExt cx="1345775" cy="914755"/>
            </a:xfrm>
          </p:grpSpPr>
          <p:sp>
            <p:nvSpPr>
              <p:cNvPr id="701" name="Google Shape;701;p33"/>
              <p:cNvSpPr/>
              <p:nvPr/>
            </p:nvSpPr>
            <p:spPr>
              <a:xfrm rot="10800000">
                <a:off x="3085574" y="3880062"/>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33"/>
              <p:cNvSpPr/>
              <p:nvPr/>
            </p:nvSpPr>
            <p:spPr>
              <a:xfrm rot="10800000">
                <a:off x="2675936" y="4111029"/>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33"/>
              <p:cNvSpPr/>
              <p:nvPr/>
            </p:nvSpPr>
            <p:spPr>
              <a:xfrm rot="10800000">
                <a:off x="2674628" y="3654374"/>
                <a:ext cx="525000" cy="458100"/>
              </a:xfrm>
              <a:prstGeom prst="hexagon">
                <a:avLst>
                  <a:gd name="adj" fmla="val 25000"/>
                  <a:gd name="vf" fmla="val 115470"/>
                </a:avLst>
              </a:prstGeom>
              <a:solidFill>
                <a:srgbClr val="FFFFFF">
                  <a:alpha val="2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33"/>
              <p:cNvSpPr/>
              <p:nvPr/>
            </p:nvSpPr>
            <p:spPr>
              <a:xfrm rot="10800000">
                <a:off x="2264799" y="3884105"/>
                <a:ext cx="525000" cy="458100"/>
              </a:xfrm>
              <a:prstGeom prst="hexagon">
                <a:avLst>
                  <a:gd name="adj" fmla="val 25000"/>
                  <a:gd name="vf" fmla="val 115470"/>
                </a:avLst>
              </a:prstGeom>
              <a:solidFill>
                <a:srgbClr val="FFFFFF">
                  <a:alpha val="580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5" name="Google Shape;705;p33"/>
            <p:cNvGrpSpPr/>
            <p:nvPr/>
          </p:nvGrpSpPr>
          <p:grpSpPr>
            <a:xfrm>
              <a:off x="-244726" y="136174"/>
              <a:ext cx="2577275" cy="1833510"/>
              <a:chOff x="781874" y="1294774"/>
              <a:chExt cx="2577275" cy="1833510"/>
            </a:xfrm>
          </p:grpSpPr>
          <p:sp>
            <p:nvSpPr>
              <p:cNvPr id="706" name="Google Shape;706;p33"/>
              <p:cNvSpPr/>
              <p:nvPr/>
            </p:nvSpPr>
            <p:spPr>
              <a:xfrm rot="10800000">
                <a:off x="2834149" y="1520462"/>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33"/>
              <p:cNvSpPr/>
              <p:nvPr/>
            </p:nvSpPr>
            <p:spPr>
              <a:xfrm rot="10800000">
                <a:off x="2424511" y="1751429"/>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33"/>
              <p:cNvSpPr/>
              <p:nvPr/>
            </p:nvSpPr>
            <p:spPr>
              <a:xfrm rot="10800000">
                <a:off x="2423203" y="1294774"/>
                <a:ext cx="525000" cy="458100"/>
              </a:xfrm>
              <a:prstGeom prst="hexagon">
                <a:avLst>
                  <a:gd name="adj" fmla="val 25000"/>
                  <a:gd name="vf" fmla="val 115470"/>
                </a:avLst>
              </a:prstGeom>
              <a:solidFill>
                <a:srgbClr val="FFFFFF">
                  <a:alpha val="2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33"/>
              <p:cNvSpPr/>
              <p:nvPr/>
            </p:nvSpPr>
            <p:spPr>
              <a:xfrm rot="10800000">
                <a:off x="2013374" y="1524505"/>
                <a:ext cx="525000" cy="458100"/>
              </a:xfrm>
              <a:prstGeom prst="hexagon">
                <a:avLst>
                  <a:gd name="adj" fmla="val 25000"/>
                  <a:gd name="vf" fmla="val 115470"/>
                </a:avLst>
              </a:prstGeom>
              <a:solidFill>
                <a:srgbClr val="FFFFFF">
                  <a:alpha val="580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33"/>
              <p:cNvSpPr/>
              <p:nvPr/>
            </p:nvSpPr>
            <p:spPr>
              <a:xfrm rot="10800000">
                <a:off x="1601864" y="1754411"/>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33"/>
              <p:cNvSpPr/>
              <p:nvPr/>
            </p:nvSpPr>
            <p:spPr>
              <a:xfrm rot="10800000">
                <a:off x="2008925" y="2444203"/>
                <a:ext cx="525000" cy="458100"/>
              </a:xfrm>
              <a:prstGeom prst="hexagon">
                <a:avLst>
                  <a:gd name="adj" fmla="val 25000"/>
                  <a:gd name="vf" fmla="val 115470"/>
                </a:avLst>
              </a:prstGeom>
              <a:solidFill>
                <a:srgbClr val="FFFFFF">
                  <a:alpha val="580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33"/>
              <p:cNvSpPr/>
              <p:nvPr/>
            </p:nvSpPr>
            <p:spPr>
              <a:xfrm rot="10800000">
                <a:off x="1599288" y="2669819"/>
                <a:ext cx="525000" cy="458100"/>
              </a:xfrm>
              <a:prstGeom prst="hexagon">
                <a:avLst>
                  <a:gd name="adj" fmla="val 25000"/>
                  <a:gd name="vf" fmla="val 115470"/>
                </a:avLst>
              </a:prstGeom>
              <a:solidFill>
                <a:srgbClr val="FFFFFF">
                  <a:alpha val="1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33"/>
              <p:cNvSpPr/>
              <p:nvPr/>
            </p:nvSpPr>
            <p:spPr>
              <a:xfrm rot="10800000">
                <a:off x="1599288" y="2211855"/>
                <a:ext cx="525000" cy="458100"/>
              </a:xfrm>
              <a:prstGeom prst="hexagon">
                <a:avLst>
                  <a:gd name="adj" fmla="val 25000"/>
                  <a:gd name="vf" fmla="val 115470"/>
                </a:avLst>
              </a:prstGeom>
              <a:solidFill>
                <a:srgbClr val="FFFFFF">
                  <a:alpha val="2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33"/>
              <p:cNvSpPr/>
              <p:nvPr/>
            </p:nvSpPr>
            <p:spPr>
              <a:xfrm rot="10800000">
                <a:off x="1190767" y="2441586"/>
                <a:ext cx="525000" cy="458100"/>
              </a:xfrm>
              <a:prstGeom prst="hexagon">
                <a:avLst>
                  <a:gd name="adj" fmla="val 25000"/>
                  <a:gd name="vf" fmla="val 115470"/>
                </a:avLst>
              </a:prstGeom>
              <a:solidFill>
                <a:srgbClr val="FFFFFF">
                  <a:alpha val="580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33"/>
              <p:cNvSpPr/>
              <p:nvPr/>
            </p:nvSpPr>
            <p:spPr>
              <a:xfrm rot="10800000">
                <a:off x="781874" y="2670184"/>
                <a:ext cx="525000" cy="458100"/>
              </a:xfrm>
              <a:prstGeom prst="hexagon">
                <a:avLst>
                  <a:gd name="adj" fmla="val 25000"/>
                  <a:gd name="vf" fmla="val 115470"/>
                </a:avLst>
              </a:prstGeom>
              <a:solidFill>
                <a:srgbClr val="FFFFFF">
                  <a:alpha val="2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34"/>
          <p:cNvSpPr txBox="1"/>
          <p:nvPr/>
        </p:nvSpPr>
        <p:spPr>
          <a:xfrm>
            <a:off x="846900" y="1098283"/>
            <a:ext cx="7584000" cy="2247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5700" b="1">
                <a:solidFill>
                  <a:srgbClr val="FFFFFF"/>
                </a:solidFill>
                <a:latin typeface="Poppins"/>
                <a:ea typeface="Poppins"/>
                <a:cs typeface="Poppins"/>
                <a:sym typeface="Poppins"/>
              </a:rPr>
              <a:t>Introduction to Data Science </a:t>
            </a:r>
            <a:endParaRPr sz="5700" b="1">
              <a:solidFill>
                <a:srgbClr val="FFFFFF"/>
              </a:solidFill>
              <a:latin typeface="Poppins"/>
              <a:ea typeface="Poppins"/>
              <a:cs typeface="Poppins"/>
              <a:sym typeface="Poppins"/>
            </a:endParaRPr>
          </a:p>
          <a:p>
            <a:pPr marL="0" lvl="0" indent="0" algn="l" rtl="0">
              <a:spcBef>
                <a:spcPts val="0"/>
              </a:spcBef>
              <a:spcAft>
                <a:spcPts val="0"/>
              </a:spcAft>
              <a:buNone/>
            </a:pPr>
            <a:r>
              <a:rPr lang="en" sz="2000">
                <a:solidFill>
                  <a:srgbClr val="FFFFFF"/>
                </a:solidFill>
                <a:latin typeface="Poppins"/>
                <a:ea typeface="Poppins"/>
                <a:cs typeface="Poppins"/>
                <a:sym typeface="Poppins"/>
              </a:rPr>
              <a:t>Lesson 6</a:t>
            </a:r>
            <a:endParaRPr sz="2000">
              <a:solidFill>
                <a:srgbClr val="FFFFFF"/>
              </a:solidFill>
              <a:latin typeface="Poppins"/>
              <a:ea typeface="Poppins"/>
              <a:cs typeface="Poppins"/>
              <a:sym typeface="Poppins"/>
            </a:endParaRPr>
          </a:p>
        </p:txBody>
      </p:sp>
      <p:sp>
        <p:nvSpPr>
          <p:cNvPr id="721" name="Google Shape;721;p34"/>
          <p:cNvSpPr txBox="1"/>
          <p:nvPr/>
        </p:nvSpPr>
        <p:spPr>
          <a:xfrm>
            <a:off x="846900" y="3880738"/>
            <a:ext cx="4528800" cy="475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300" dirty="0">
                <a:solidFill>
                  <a:srgbClr val="FFFFFF"/>
                </a:solidFill>
                <a:latin typeface="Poppins"/>
                <a:ea typeface="Poppins"/>
                <a:cs typeface="Poppins"/>
                <a:sym typeface="Poppins"/>
              </a:rPr>
              <a:t>Prof. Hugo Hernandez</a:t>
            </a:r>
            <a:endParaRPr sz="1300" dirty="0">
              <a:solidFill>
                <a:srgbClr val="FFFFFF"/>
              </a:solidFill>
              <a:latin typeface="Poppins"/>
              <a:ea typeface="Poppins"/>
              <a:cs typeface="Poppins"/>
              <a:sym typeface="Poppins"/>
            </a:endParaRPr>
          </a:p>
          <a:p>
            <a:pPr marL="0" lvl="0" indent="0" algn="just" rtl="0">
              <a:lnSpc>
                <a:spcPct val="115000"/>
              </a:lnSpc>
              <a:spcBef>
                <a:spcPts val="0"/>
              </a:spcBef>
              <a:spcAft>
                <a:spcPts val="0"/>
              </a:spcAft>
              <a:buNone/>
            </a:pPr>
            <a:r>
              <a:rPr lang="en" sz="1300" dirty="0">
                <a:solidFill>
                  <a:srgbClr val="FFFFFF"/>
                </a:solidFill>
                <a:latin typeface="Poppins"/>
                <a:ea typeface="Poppins"/>
                <a:cs typeface="Poppins"/>
                <a:sym typeface="Poppins"/>
              </a:rPr>
              <a:t>Prof. </a:t>
            </a:r>
            <a:r>
              <a:rPr lang="en" sz="1300">
                <a:solidFill>
                  <a:srgbClr val="FFFFFF"/>
                </a:solidFill>
                <a:latin typeface="Poppins"/>
                <a:ea typeface="Poppins"/>
                <a:cs typeface="Poppins"/>
                <a:sym typeface="Poppins"/>
              </a:rPr>
              <a:t>Giorgio Cunto</a:t>
            </a:r>
            <a:endParaRPr sz="1300" dirty="0">
              <a:solidFill>
                <a:srgbClr val="FFFFFF"/>
              </a:solidFill>
              <a:latin typeface="Poppins"/>
              <a:ea typeface="Poppins"/>
              <a:cs typeface="Poppins"/>
              <a:sym typeface="Poppins"/>
            </a:endParaRPr>
          </a:p>
        </p:txBody>
      </p:sp>
      <p:cxnSp>
        <p:nvCxnSpPr>
          <p:cNvPr id="722" name="Google Shape;722;p34"/>
          <p:cNvCxnSpPr/>
          <p:nvPr/>
        </p:nvCxnSpPr>
        <p:spPr>
          <a:xfrm>
            <a:off x="953922" y="3527687"/>
            <a:ext cx="931200" cy="0"/>
          </a:xfrm>
          <a:prstGeom prst="straightConnector1">
            <a:avLst/>
          </a:prstGeom>
          <a:noFill/>
          <a:ln w="76200" cap="flat" cmpd="sng">
            <a:solidFill>
              <a:srgbClr val="00DFDF"/>
            </a:solidFill>
            <a:prstDash val="solid"/>
            <a:round/>
            <a:headEnd type="none" w="med" len="med"/>
            <a:tailEnd type="none" w="med" len="med"/>
          </a:ln>
        </p:spPr>
      </p:cxnSp>
      <p:sp>
        <p:nvSpPr>
          <p:cNvPr id="723" name="Google Shape;723;p34"/>
          <p:cNvSpPr/>
          <p:nvPr/>
        </p:nvSpPr>
        <p:spPr>
          <a:xfrm>
            <a:off x="5684700" y="159575"/>
            <a:ext cx="3307200" cy="648300"/>
          </a:xfrm>
          <a:prstGeom prst="rect">
            <a:avLst/>
          </a:prstGeom>
          <a:solidFill>
            <a:srgbClr val="F8FAFB"/>
          </a:solidFill>
          <a:ln w="9525" cap="flat" cmpd="sng">
            <a:solidFill>
              <a:srgbClr val="0A24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4" name="Google Shape;724;p34"/>
          <p:cNvPicPr preferRelativeResize="0"/>
          <p:nvPr/>
        </p:nvPicPr>
        <p:blipFill>
          <a:blip r:embed="rId3">
            <a:alphaModFix/>
          </a:blip>
          <a:stretch>
            <a:fillRect/>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35"/>
          <p:cNvSpPr txBox="1">
            <a:spLocks noGrp="1"/>
          </p:cNvSpPr>
          <p:nvPr>
            <p:ph type="title"/>
          </p:nvPr>
        </p:nvSpPr>
        <p:spPr>
          <a:xfrm>
            <a:off x="444450" y="924225"/>
            <a:ext cx="7885500" cy="92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handling in R</a:t>
            </a:r>
            <a:endParaRPr/>
          </a:p>
        </p:txBody>
      </p:sp>
      <p:cxnSp>
        <p:nvCxnSpPr>
          <p:cNvPr id="730" name="Google Shape;730;p35"/>
          <p:cNvCxnSpPr/>
          <p:nvPr/>
        </p:nvCxnSpPr>
        <p:spPr>
          <a:xfrm>
            <a:off x="568129" y="1844327"/>
            <a:ext cx="931200" cy="0"/>
          </a:xfrm>
          <a:prstGeom prst="straightConnector1">
            <a:avLst/>
          </a:prstGeom>
          <a:noFill/>
          <a:ln w="76200" cap="flat" cmpd="sng">
            <a:solidFill>
              <a:schemeClr val="lt2"/>
            </a:solidFill>
            <a:prstDash val="solid"/>
            <a:round/>
            <a:headEnd type="none" w="med" len="med"/>
            <a:tailEnd type="none" w="med" len="med"/>
          </a:ln>
        </p:spPr>
      </p:cxnSp>
      <p:sp>
        <p:nvSpPr>
          <p:cNvPr id="731" name="Google Shape;731;p35"/>
          <p:cNvSpPr txBox="1">
            <a:spLocks noGrp="1"/>
          </p:cNvSpPr>
          <p:nvPr>
            <p:ph type="title"/>
          </p:nvPr>
        </p:nvSpPr>
        <p:spPr>
          <a:xfrm>
            <a:off x="444450" y="437925"/>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b="0"/>
              <a:t>Module III</a:t>
            </a:r>
            <a:endParaRPr sz="3000" b="0"/>
          </a:p>
        </p:txBody>
      </p:sp>
      <p:sp>
        <p:nvSpPr>
          <p:cNvPr id="732" name="Google Shape;732;p35"/>
          <p:cNvSpPr txBox="1">
            <a:spLocks noGrp="1"/>
          </p:cNvSpPr>
          <p:nvPr>
            <p:ph type="title"/>
          </p:nvPr>
        </p:nvSpPr>
        <p:spPr>
          <a:xfrm>
            <a:off x="494250" y="1799900"/>
            <a:ext cx="8255100" cy="21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sz="1800" b="0"/>
          </a:p>
          <a:p>
            <a:pPr marL="457200" lvl="0" indent="-342900" algn="l" rtl="0">
              <a:spcBef>
                <a:spcPts val="0"/>
              </a:spcBef>
              <a:spcAft>
                <a:spcPts val="0"/>
              </a:spcAft>
              <a:buSzPts val="1800"/>
              <a:buChar char="★"/>
            </a:pPr>
            <a:r>
              <a:rPr lang="en" sz="1800" b="0"/>
              <a:t>Reshaping data: </a:t>
            </a:r>
            <a:r>
              <a:rPr lang="en" sz="1800" b="0" i="1">
                <a:solidFill>
                  <a:schemeClr val="lt2"/>
                </a:solidFill>
              </a:rPr>
              <a:t>pivot_longer(), pivot_wider(), separate(), unite()</a:t>
            </a:r>
            <a:endParaRPr sz="1800" b="0" i="1">
              <a:solidFill>
                <a:schemeClr val="lt2"/>
              </a:solidFill>
            </a:endParaRPr>
          </a:p>
          <a:p>
            <a:pPr marL="457200" lvl="0" indent="-342900" algn="l" rtl="0">
              <a:spcBef>
                <a:spcPts val="0"/>
              </a:spcBef>
              <a:spcAft>
                <a:spcPts val="0"/>
              </a:spcAft>
              <a:buSzPts val="1800"/>
              <a:buChar char="★"/>
            </a:pPr>
            <a:r>
              <a:rPr lang="en" sz="1800" b="0"/>
              <a:t>Combining data.frames using </a:t>
            </a:r>
            <a:r>
              <a:rPr lang="en" sz="1800" b="0" i="1"/>
              <a:t>joins</a:t>
            </a:r>
            <a:r>
              <a:rPr lang="en" sz="1800" b="0"/>
              <a:t> and </a:t>
            </a:r>
            <a:r>
              <a:rPr lang="en" sz="1800" b="0" i="1"/>
              <a:t>binds</a:t>
            </a:r>
            <a:endParaRPr sz="18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pic>
        <p:nvPicPr>
          <p:cNvPr id="737" name="Google Shape;737;p36"/>
          <p:cNvPicPr preferRelativeResize="0"/>
          <p:nvPr/>
        </p:nvPicPr>
        <p:blipFill>
          <a:blip r:embed="rId3">
            <a:alphaModFix/>
          </a:blip>
          <a:stretch>
            <a:fillRect/>
          </a:stretch>
        </p:blipFill>
        <p:spPr>
          <a:xfrm>
            <a:off x="478925" y="1462088"/>
            <a:ext cx="7934325" cy="2219325"/>
          </a:xfrm>
          <a:prstGeom prst="rect">
            <a:avLst/>
          </a:prstGeom>
          <a:noFill/>
          <a:ln>
            <a:noFill/>
          </a:ln>
        </p:spPr>
      </p:pic>
      <p:sp>
        <p:nvSpPr>
          <p:cNvPr id="738" name="Google Shape;738;p36"/>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A not tidy dataset</a:t>
            </a:r>
            <a:endParaRPr sz="3000"/>
          </a:p>
        </p:txBody>
      </p:sp>
      <p:sp>
        <p:nvSpPr>
          <p:cNvPr id="739" name="Google Shape;739;p36"/>
          <p:cNvSpPr txBox="1"/>
          <p:nvPr/>
        </p:nvSpPr>
        <p:spPr>
          <a:xfrm>
            <a:off x="891650" y="1037175"/>
            <a:ext cx="752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Poppins"/>
                <a:ea typeface="Poppins"/>
                <a:cs typeface="Poppins"/>
                <a:sym typeface="Poppins"/>
              </a:rPr>
              <a:t>World development indicators (World Bank database)</a:t>
            </a:r>
            <a:endParaRPr>
              <a:solidFill>
                <a:schemeClr val="dk1"/>
              </a:solidFill>
              <a:latin typeface="Poppins"/>
              <a:ea typeface="Poppins"/>
              <a:cs typeface="Poppins"/>
              <a:sym typeface="Poppins"/>
            </a:endParaRPr>
          </a:p>
        </p:txBody>
      </p:sp>
      <p:sp>
        <p:nvSpPr>
          <p:cNvPr id="740" name="Google Shape;740;p36"/>
          <p:cNvSpPr txBox="1">
            <a:spLocks noGrp="1"/>
          </p:cNvSpPr>
          <p:nvPr>
            <p:ph type="subTitle" idx="4294967295"/>
          </p:nvPr>
        </p:nvSpPr>
        <p:spPr>
          <a:xfrm>
            <a:off x="7504500" y="4855363"/>
            <a:ext cx="4528800" cy="475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000"/>
              <a:t>Fuente: Carlos Daboín</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37"/>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A tidy dataset</a:t>
            </a:r>
            <a:endParaRPr sz="3000"/>
          </a:p>
        </p:txBody>
      </p:sp>
      <p:sp>
        <p:nvSpPr>
          <p:cNvPr id="746" name="Google Shape;746;p37"/>
          <p:cNvSpPr txBox="1"/>
          <p:nvPr/>
        </p:nvSpPr>
        <p:spPr>
          <a:xfrm>
            <a:off x="891650" y="1037175"/>
            <a:ext cx="752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Poppins"/>
                <a:ea typeface="Poppins"/>
                <a:cs typeface="Poppins"/>
                <a:sym typeface="Poppins"/>
              </a:rPr>
              <a:t>World development indicators (World Bank database), versión </a:t>
            </a:r>
            <a:r>
              <a:rPr lang="en" i="1">
                <a:solidFill>
                  <a:schemeClr val="dk1"/>
                </a:solidFill>
                <a:latin typeface="Poppins"/>
                <a:ea typeface="Poppins"/>
                <a:cs typeface="Poppins"/>
                <a:sym typeface="Poppins"/>
              </a:rPr>
              <a:t>tidy</a:t>
            </a:r>
            <a:endParaRPr i="1">
              <a:solidFill>
                <a:schemeClr val="dk1"/>
              </a:solidFill>
              <a:latin typeface="Poppins"/>
              <a:ea typeface="Poppins"/>
              <a:cs typeface="Poppins"/>
              <a:sym typeface="Poppins"/>
            </a:endParaRPr>
          </a:p>
        </p:txBody>
      </p:sp>
      <p:pic>
        <p:nvPicPr>
          <p:cNvPr id="747" name="Google Shape;747;p37"/>
          <p:cNvPicPr preferRelativeResize="0"/>
          <p:nvPr/>
        </p:nvPicPr>
        <p:blipFill>
          <a:blip r:embed="rId3">
            <a:alphaModFix/>
          </a:blip>
          <a:stretch>
            <a:fillRect/>
          </a:stretch>
        </p:blipFill>
        <p:spPr>
          <a:xfrm>
            <a:off x="2276525" y="1614000"/>
            <a:ext cx="5084150" cy="2606550"/>
          </a:xfrm>
          <a:prstGeom prst="rect">
            <a:avLst/>
          </a:prstGeom>
          <a:noFill/>
          <a:ln>
            <a:noFill/>
          </a:ln>
        </p:spPr>
      </p:pic>
      <p:sp>
        <p:nvSpPr>
          <p:cNvPr id="748" name="Google Shape;748;p37"/>
          <p:cNvSpPr txBox="1">
            <a:spLocks noGrp="1"/>
          </p:cNvSpPr>
          <p:nvPr>
            <p:ph type="subTitle" idx="4294967295"/>
          </p:nvPr>
        </p:nvSpPr>
        <p:spPr>
          <a:xfrm>
            <a:off x="7504500" y="4855363"/>
            <a:ext cx="4528800" cy="475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000"/>
              <a:t>Fuente: Carlos Daboín</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38"/>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Long vs wide data</a:t>
            </a:r>
            <a:endParaRPr sz="3000">
              <a:solidFill>
                <a:schemeClr val="lt2"/>
              </a:solidFill>
            </a:endParaRPr>
          </a:p>
        </p:txBody>
      </p:sp>
      <p:sp>
        <p:nvSpPr>
          <p:cNvPr id="754" name="Google Shape;754;p38"/>
          <p:cNvSpPr txBox="1">
            <a:spLocks noGrp="1"/>
          </p:cNvSpPr>
          <p:nvPr>
            <p:ph type="title"/>
          </p:nvPr>
        </p:nvSpPr>
        <p:spPr>
          <a:xfrm>
            <a:off x="444450" y="1066525"/>
            <a:ext cx="8255100" cy="34803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700" b="0"/>
              <a:t>A dataset can be written in two formats:</a:t>
            </a:r>
            <a:endParaRPr sz="1700" b="0"/>
          </a:p>
          <a:p>
            <a:pPr marL="0" lvl="0" indent="0" algn="l" rtl="0">
              <a:spcBef>
                <a:spcPts val="0"/>
              </a:spcBef>
              <a:spcAft>
                <a:spcPts val="0"/>
              </a:spcAft>
              <a:buNone/>
            </a:pPr>
            <a:endParaRPr sz="1700" b="0"/>
          </a:p>
          <a:p>
            <a:pPr marL="0" lvl="0" indent="0" algn="l" rtl="0">
              <a:spcBef>
                <a:spcPts val="0"/>
              </a:spcBef>
              <a:spcAft>
                <a:spcPts val="0"/>
              </a:spcAft>
              <a:buNone/>
            </a:pPr>
            <a:r>
              <a:rPr lang="en" sz="1700">
                <a:solidFill>
                  <a:schemeClr val="lt2"/>
                </a:solidFill>
              </a:rPr>
              <a:t>Wide </a:t>
            </a:r>
            <a:r>
              <a:rPr lang="en" sz="1700" b="0"/>
              <a:t>→ Format in which one or more columns are the levels of a factor (correspond to different categories of the same variable).</a:t>
            </a:r>
            <a:endParaRPr sz="1700" b="0"/>
          </a:p>
          <a:p>
            <a:pPr marL="0" lvl="0" indent="0" algn="l" rtl="0">
              <a:spcBef>
                <a:spcPts val="0"/>
              </a:spcBef>
              <a:spcAft>
                <a:spcPts val="0"/>
              </a:spcAft>
              <a:buNone/>
            </a:pPr>
            <a:endParaRPr sz="1700" b="0"/>
          </a:p>
          <a:p>
            <a:pPr marL="0" lvl="0" indent="0" algn="l" rtl="0">
              <a:spcBef>
                <a:spcPts val="0"/>
              </a:spcBef>
              <a:spcAft>
                <a:spcPts val="0"/>
              </a:spcAft>
              <a:buNone/>
            </a:pPr>
            <a:r>
              <a:rPr lang="en" sz="1700">
                <a:solidFill>
                  <a:schemeClr val="lt2"/>
                </a:solidFill>
              </a:rPr>
              <a:t>Long </a:t>
            </a:r>
            <a:r>
              <a:rPr lang="en" sz="1700" b="0"/>
              <a:t>→ Format in which each column corresponds to a variable and the observations in the column are the different values (can be factors). Tidy format.</a:t>
            </a:r>
            <a:endParaRPr sz="1700" b="0"/>
          </a:p>
          <a:p>
            <a:pPr marL="0" lvl="0" indent="0" algn="l" rtl="0">
              <a:spcBef>
                <a:spcPts val="0"/>
              </a:spcBef>
              <a:spcAft>
                <a:spcPts val="0"/>
              </a:spcAft>
              <a:buNone/>
            </a:pPr>
            <a:endParaRPr sz="1700" b="0"/>
          </a:p>
          <a:p>
            <a:pPr marL="0" lvl="0" indent="0" algn="l" rtl="0">
              <a:spcBef>
                <a:spcPts val="0"/>
              </a:spcBef>
              <a:spcAft>
                <a:spcPts val="0"/>
              </a:spcAft>
              <a:buNone/>
            </a:pPr>
            <a:r>
              <a:rPr lang="en" sz="1700" b="0"/>
              <a:t>Although the </a:t>
            </a:r>
            <a:r>
              <a:rPr lang="en" sz="1700"/>
              <a:t>long </a:t>
            </a:r>
            <a:r>
              <a:rPr lang="en" sz="1700" b="0"/>
              <a:t>format is considered the most efficient for data analysis, the wide format can be used to present tables for easier reading by people reviewing the data.</a:t>
            </a:r>
            <a:endParaRPr sz="1700" b="0"/>
          </a:p>
          <a:p>
            <a:pPr marL="457200" lvl="0" indent="0" algn="l" rtl="0">
              <a:spcBef>
                <a:spcPts val="0"/>
              </a:spcBef>
              <a:spcAft>
                <a:spcPts val="0"/>
              </a:spcAft>
              <a:buNone/>
            </a:pP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pic>
        <p:nvPicPr>
          <p:cNvPr id="759" name="Google Shape;759;p39"/>
          <p:cNvPicPr preferRelativeResize="0"/>
          <p:nvPr/>
        </p:nvPicPr>
        <p:blipFill>
          <a:blip r:embed="rId3">
            <a:alphaModFix/>
          </a:blip>
          <a:stretch>
            <a:fillRect/>
          </a:stretch>
        </p:blipFill>
        <p:spPr>
          <a:xfrm>
            <a:off x="1588400" y="1135075"/>
            <a:ext cx="5967200" cy="1518650"/>
          </a:xfrm>
          <a:prstGeom prst="rect">
            <a:avLst/>
          </a:prstGeom>
          <a:noFill/>
          <a:ln>
            <a:noFill/>
          </a:ln>
        </p:spPr>
      </p:pic>
      <p:pic>
        <p:nvPicPr>
          <p:cNvPr id="760" name="Google Shape;760;p39"/>
          <p:cNvPicPr preferRelativeResize="0"/>
          <p:nvPr/>
        </p:nvPicPr>
        <p:blipFill>
          <a:blip r:embed="rId4">
            <a:alphaModFix/>
          </a:blip>
          <a:stretch>
            <a:fillRect/>
          </a:stretch>
        </p:blipFill>
        <p:spPr>
          <a:xfrm>
            <a:off x="2016750" y="2928250"/>
            <a:ext cx="5110502" cy="1939800"/>
          </a:xfrm>
          <a:prstGeom prst="rect">
            <a:avLst/>
          </a:prstGeom>
          <a:noFill/>
          <a:ln>
            <a:noFill/>
          </a:ln>
        </p:spPr>
      </p:pic>
      <p:sp>
        <p:nvSpPr>
          <p:cNvPr id="761" name="Google Shape;761;p39"/>
          <p:cNvSpPr txBox="1">
            <a:spLocks noGrp="1"/>
          </p:cNvSpPr>
          <p:nvPr>
            <p:ph type="title"/>
          </p:nvPr>
        </p:nvSpPr>
        <p:spPr>
          <a:xfrm>
            <a:off x="0" y="1116450"/>
            <a:ext cx="1596300" cy="140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t>Wide</a:t>
            </a:r>
            <a:endParaRPr sz="2100"/>
          </a:p>
          <a:p>
            <a:pPr marL="0" lvl="0" indent="0" algn="ctr" rtl="0">
              <a:spcBef>
                <a:spcPts val="0"/>
              </a:spcBef>
              <a:spcAft>
                <a:spcPts val="0"/>
              </a:spcAft>
              <a:buNone/>
            </a:pPr>
            <a:r>
              <a:rPr lang="en" sz="2100"/>
              <a:t>(not tidy)</a:t>
            </a:r>
            <a:endParaRPr sz="2100"/>
          </a:p>
        </p:txBody>
      </p:sp>
      <p:sp>
        <p:nvSpPr>
          <p:cNvPr id="762" name="Google Shape;762;p39"/>
          <p:cNvSpPr txBox="1">
            <a:spLocks noGrp="1"/>
          </p:cNvSpPr>
          <p:nvPr>
            <p:ph type="title"/>
          </p:nvPr>
        </p:nvSpPr>
        <p:spPr>
          <a:xfrm>
            <a:off x="7376250" y="3194200"/>
            <a:ext cx="1596300" cy="140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t>Long</a:t>
            </a:r>
            <a:endParaRPr sz="2100"/>
          </a:p>
          <a:p>
            <a:pPr marL="0" lvl="0" indent="0" algn="ctr" rtl="0">
              <a:spcBef>
                <a:spcPts val="0"/>
              </a:spcBef>
              <a:spcAft>
                <a:spcPts val="0"/>
              </a:spcAft>
              <a:buNone/>
            </a:pPr>
            <a:r>
              <a:rPr lang="en" sz="2100"/>
              <a:t>(tidy)</a:t>
            </a:r>
            <a:endParaRPr sz="2100"/>
          </a:p>
        </p:txBody>
      </p:sp>
      <p:sp>
        <p:nvSpPr>
          <p:cNvPr id="763" name="Google Shape;763;p39"/>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Long vs wide data</a:t>
            </a:r>
            <a:endParaRPr sz="3000">
              <a:solidFill>
                <a:schemeClr val="l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40"/>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What to do if we want to transform the format from wide to long or vice versa?</a:t>
            </a:r>
            <a:endParaRPr sz="3000"/>
          </a:p>
        </p:txBody>
      </p:sp>
      <p:sp>
        <p:nvSpPr>
          <p:cNvPr id="769" name="Google Shape;769;p40"/>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0" lvl="0" indent="0" algn="ctr" rtl="0">
              <a:lnSpc>
                <a:spcPct val="115000"/>
              </a:lnSpc>
              <a:spcBef>
                <a:spcPts val="1200"/>
              </a:spcBef>
              <a:spcAft>
                <a:spcPts val="0"/>
              </a:spcAft>
              <a:buNone/>
            </a:pPr>
            <a:r>
              <a:rPr lang="en" sz="1900">
                <a:solidFill>
                  <a:schemeClr val="lt2"/>
                </a:solidFill>
              </a:rPr>
              <a:t>R has the answer!</a:t>
            </a:r>
            <a:endParaRPr sz="1900">
              <a:solidFill>
                <a:schemeClr val="lt2"/>
              </a:solidFill>
            </a:endParaRPr>
          </a:p>
          <a:p>
            <a:pPr marL="0" lvl="0" indent="0" algn="ctr" rtl="0">
              <a:spcBef>
                <a:spcPts val="1200"/>
              </a:spcBef>
              <a:spcAft>
                <a:spcPts val="0"/>
              </a:spcAft>
              <a:buNone/>
            </a:pPr>
            <a:endParaRPr sz="1900">
              <a:solidFill>
                <a:schemeClr val="lt2"/>
              </a:solidFill>
            </a:endParaRPr>
          </a:p>
          <a:p>
            <a:pPr marL="0" lvl="0" indent="0" algn="l" rtl="0">
              <a:spcBef>
                <a:spcPts val="0"/>
              </a:spcBef>
              <a:spcAft>
                <a:spcPts val="0"/>
              </a:spcAft>
              <a:buNone/>
            </a:pPr>
            <a:r>
              <a:rPr lang="en" sz="1500" b="0"/>
              <a:t>If we want to change a dataset from wide to long (columns → rows)</a:t>
            </a:r>
            <a:endParaRPr sz="1500" b="0"/>
          </a:p>
          <a:p>
            <a:pPr marL="0" lvl="0" indent="0" algn="l" rtl="0">
              <a:spcBef>
                <a:spcPts val="0"/>
              </a:spcBef>
              <a:spcAft>
                <a:spcPts val="0"/>
              </a:spcAft>
              <a:buNone/>
            </a:pPr>
            <a:r>
              <a:rPr lang="en" sz="1500" b="0"/>
              <a:t>we use the function</a:t>
            </a:r>
            <a:endParaRPr sz="1500" b="0"/>
          </a:p>
          <a:p>
            <a:pPr marL="0" lvl="0" indent="0" algn="l" rtl="0">
              <a:spcBef>
                <a:spcPts val="0"/>
              </a:spcBef>
              <a:spcAft>
                <a:spcPts val="0"/>
              </a:spcAft>
              <a:buNone/>
            </a:pPr>
            <a:endParaRPr sz="1500" b="0"/>
          </a:p>
          <a:p>
            <a:pPr marL="0" lvl="0" indent="0" algn="l" rtl="0">
              <a:spcBef>
                <a:spcPts val="0"/>
              </a:spcBef>
              <a:spcAft>
                <a:spcPts val="0"/>
              </a:spcAft>
              <a:buNone/>
            </a:pPr>
            <a:r>
              <a:rPr lang="en" sz="1500">
                <a:solidFill>
                  <a:schemeClr val="lt2"/>
                </a:solidFill>
              </a:rPr>
              <a:t>pivot_longer</a:t>
            </a:r>
            <a:r>
              <a:rPr lang="en" sz="1500" b="0"/>
              <a:t>(c(columns_we_want_to_transform),</a:t>
            </a:r>
            <a:endParaRPr sz="1500" b="0"/>
          </a:p>
          <a:p>
            <a:pPr marL="0" lvl="0" indent="0" algn="l" rtl="0">
              <a:spcBef>
                <a:spcPts val="0"/>
              </a:spcBef>
              <a:spcAft>
                <a:spcPts val="0"/>
              </a:spcAft>
              <a:buNone/>
            </a:pPr>
            <a:r>
              <a:rPr lang="en" sz="1500" b="0"/>
              <a:t>                        </a:t>
            </a:r>
            <a:r>
              <a:rPr lang="en" sz="1500" b="0">
                <a:solidFill>
                  <a:schemeClr val="lt2"/>
                </a:solidFill>
              </a:rPr>
              <a:t> names_to</a:t>
            </a:r>
            <a:r>
              <a:rPr lang="en" sz="1500" b="0"/>
              <a:t> = new_column_name_for_names, </a:t>
            </a:r>
            <a:endParaRPr sz="1500" b="0"/>
          </a:p>
          <a:p>
            <a:pPr marL="0" lvl="0" indent="0" algn="l" rtl="0">
              <a:spcBef>
                <a:spcPts val="0"/>
              </a:spcBef>
              <a:spcAft>
                <a:spcPts val="0"/>
              </a:spcAft>
              <a:buNone/>
            </a:pPr>
            <a:r>
              <a:rPr lang="en" sz="1500" b="0"/>
              <a:t>                        </a:t>
            </a:r>
            <a:r>
              <a:rPr lang="en" sz="1500" b="0">
                <a:solidFill>
                  <a:schemeClr val="lt2"/>
                </a:solidFill>
              </a:rPr>
              <a:t> values_to</a:t>
            </a:r>
            <a:r>
              <a:rPr lang="en" sz="1500" b="0"/>
              <a:t> = new_column_name_for_values)</a:t>
            </a:r>
            <a:endParaRPr sz="1500" b="0"/>
          </a:p>
          <a:p>
            <a:pPr marL="0" lvl="0" indent="0" algn="l" rtl="0">
              <a:spcBef>
                <a:spcPts val="0"/>
              </a:spcBef>
              <a:spcAft>
                <a:spcPts val="0"/>
              </a:spcAft>
              <a:buNone/>
            </a:pPr>
            <a:endParaRPr sz="1500" b="0"/>
          </a:p>
          <a:p>
            <a:pPr marL="0" lvl="0" indent="0" algn="l" rtl="0">
              <a:spcBef>
                <a:spcPts val="0"/>
              </a:spcBef>
              <a:spcAft>
                <a:spcPts val="0"/>
              </a:spcAft>
              <a:buNone/>
            </a:pPr>
            <a:r>
              <a:rPr lang="en" sz="1500" b="0"/>
              <a:t>If we want to change a dataset from long to wide (rows → columns) we use the function</a:t>
            </a:r>
            <a:endParaRPr sz="1500" b="0"/>
          </a:p>
          <a:p>
            <a:pPr marL="0" lvl="0" indent="0" algn="l" rtl="0">
              <a:spcBef>
                <a:spcPts val="0"/>
              </a:spcBef>
              <a:spcAft>
                <a:spcPts val="0"/>
              </a:spcAft>
              <a:buNone/>
            </a:pPr>
            <a:endParaRPr sz="1500" b="0"/>
          </a:p>
          <a:p>
            <a:pPr marL="0" lvl="0" indent="0" algn="l" rtl="0">
              <a:spcBef>
                <a:spcPts val="0"/>
              </a:spcBef>
              <a:spcAft>
                <a:spcPts val="0"/>
              </a:spcAft>
              <a:buNone/>
            </a:pPr>
            <a:r>
              <a:rPr lang="en" sz="1500">
                <a:solidFill>
                  <a:schemeClr val="lt2"/>
                </a:solidFill>
              </a:rPr>
              <a:t>pivot_wider</a:t>
            </a:r>
            <a:r>
              <a:rPr lang="en" sz="1500" b="0"/>
              <a:t>(c(columns_we_want_to_transform),</a:t>
            </a:r>
            <a:endParaRPr sz="1500" b="0"/>
          </a:p>
          <a:p>
            <a:pPr marL="0" lvl="0" indent="0" algn="l" rtl="0">
              <a:spcBef>
                <a:spcPts val="0"/>
              </a:spcBef>
              <a:spcAft>
                <a:spcPts val="0"/>
              </a:spcAft>
              <a:buNone/>
            </a:pPr>
            <a:r>
              <a:rPr lang="en" sz="1500" b="0"/>
              <a:t>                         </a:t>
            </a:r>
            <a:r>
              <a:rPr lang="en" sz="1500" b="0">
                <a:solidFill>
                  <a:schemeClr val="lt2"/>
                </a:solidFill>
              </a:rPr>
              <a:t>values_from </a:t>
            </a:r>
            <a:r>
              <a:rPr lang="en" sz="1500" b="0"/>
              <a:t>= column_with_values,</a:t>
            </a:r>
            <a:endParaRPr sz="1500" b="0"/>
          </a:p>
          <a:p>
            <a:pPr marL="0" lvl="0" indent="0" algn="l" rtl="0">
              <a:spcBef>
                <a:spcPts val="0"/>
              </a:spcBef>
              <a:spcAft>
                <a:spcPts val="0"/>
              </a:spcAft>
              <a:buNone/>
            </a:pPr>
            <a:r>
              <a:rPr lang="en" sz="1500" b="0"/>
              <a:t>                          </a:t>
            </a:r>
            <a:r>
              <a:rPr lang="en" sz="1500" b="0">
                <a:solidFill>
                  <a:schemeClr val="lt2"/>
                </a:solidFill>
              </a:rPr>
              <a:t>names_from </a:t>
            </a:r>
            <a:r>
              <a:rPr lang="en" sz="1500" b="0"/>
              <a:t>= column_with_names)</a:t>
            </a:r>
            <a:endParaRPr sz="1500" b="0"/>
          </a:p>
          <a:p>
            <a:pPr marL="0" lvl="0" indent="0" algn="l" rtl="0">
              <a:spcBef>
                <a:spcPts val="0"/>
              </a:spcBef>
              <a:spcAft>
                <a:spcPts val="0"/>
              </a:spcAft>
              <a:buNone/>
            </a:pPr>
            <a:r>
              <a:rPr lang="en" sz="1700" b="0"/>
              <a:t>                          </a:t>
            </a:r>
            <a:endParaRPr sz="1700" b="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41"/>
          <p:cNvSpPr txBox="1">
            <a:spLocks noGrp="1"/>
          </p:cNvSpPr>
          <p:nvPr>
            <p:ph type="title"/>
          </p:nvPr>
        </p:nvSpPr>
        <p:spPr>
          <a:xfrm>
            <a:off x="128700" y="5696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sz="3000"/>
          </a:p>
          <a:p>
            <a:pPr marL="0" lvl="0" indent="0" algn="l" rtl="0">
              <a:spcBef>
                <a:spcPts val="0"/>
              </a:spcBef>
              <a:spcAft>
                <a:spcPts val="0"/>
              </a:spcAft>
              <a:buNone/>
            </a:pPr>
            <a:r>
              <a:rPr lang="en" sz="3000"/>
              <a:t>Manipulate columns: separate() and unite() functions</a:t>
            </a:r>
            <a:endParaRPr sz="3000"/>
          </a:p>
        </p:txBody>
      </p:sp>
      <p:sp>
        <p:nvSpPr>
          <p:cNvPr id="775" name="Google Shape;775;p41"/>
          <p:cNvSpPr txBox="1">
            <a:spLocks noGrp="1"/>
          </p:cNvSpPr>
          <p:nvPr>
            <p:ph type="title"/>
          </p:nvPr>
        </p:nvSpPr>
        <p:spPr>
          <a:xfrm>
            <a:off x="444450" y="1300750"/>
            <a:ext cx="8255100" cy="3628200"/>
          </a:xfrm>
          <a:prstGeom prst="rect">
            <a:avLst/>
          </a:prstGeom>
          <a:solidFill>
            <a:srgbClr val="002553"/>
          </a:solidFill>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1500" b="0"/>
              <a:t>Now, if we want to separate or unite column values, we can use the separate() and unite() functions.</a:t>
            </a:r>
            <a:endParaRPr sz="1500" b="0"/>
          </a:p>
          <a:p>
            <a:pPr marL="0" lvl="0" indent="0" algn="l" rtl="0">
              <a:lnSpc>
                <a:spcPct val="100000"/>
              </a:lnSpc>
              <a:spcBef>
                <a:spcPts val="1200"/>
              </a:spcBef>
              <a:spcAft>
                <a:spcPts val="0"/>
              </a:spcAft>
              <a:buNone/>
            </a:pPr>
            <a:r>
              <a:rPr lang="en" sz="1500" b="0"/>
              <a:t>If we want to separate the sex and year</a:t>
            </a:r>
            <a:endParaRPr sz="1500" b="0"/>
          </a:p>
          <a:p>
            <a:pPr marL="0" lvl="0" indent="0" algn="l" rtl="0">
              <a:lnSpc>
                <a:spcPct val="100000"/>
              </a:lnSpc>
              <a:spcBef>
                <a:spcPts val="0"/>
              </a:spcBef>
              <a:spcAft>
                <a:spcPts val="0"/>
              </a:spcAft>
              <a:buNone/>
            </a:pPr>
            <a:r>
              <a:rPr lang="en" sz="1500" b="0"/>
              <a:t> variables into two columns, </a:t>
            </a:r>
            <a:endParaRPr sz="1500" b="0"/>
          </a:p>
          <a:p>
            <a:pPr marL="0" lvl="0" indent="0" algn="l" rtl="0">
              <a:lnSpc>
                <a:spcPct val="100000"/>
              </a:lnSpc>
              <a:spcBef>
                <a:spcPts val="0"/>
              </a:spcBef>
              <a:spcAft>
                <a:spcPts val="0"/>
              </a:spcAft>
              <a:buNone/>
            </a:pPr>
            <a:r>
              <a:rPr lang="en" sz="1500" b="0"/>
              <a:t>we use the </a:t>
            </a:r>
            <a:r>
              <a:rPr lang="en" sz="1500"/>
              <a:t>separate()</a:t>
            </a:r>
            <a:r>
              <a:rPr lang="en" sz="1500" b="0"/>
              <a:t> function.</a:t>
            </a:r>
            <a:endParaRPr sz="1500" b="0"/>
          </a:p>
          <a:p>
            <a:pPr marL="0" lvl="0" indent="0" algn="l" rtl="0">
              <a:spcBef>
                <a:spcPts val="0"/>
              </a:spcBef>
              <a:spcAft>
                <a:spcPts val="0"/>
              </a:spcAft>
              <a:buNone/>
            </a:pPr>
            <a:endParaRPr sz="1500" b="0"/>
          </a:p>
          <a:p>
            <a:pPr marL="0" lvl="0" indent="0" algn="l" rtl="0">
              <a:spcBef>
                <a:spcPts val="0"/>
              </a:spcBef>
              <a:spcAft>
                <a:spcPts val="0"/>
              </a:spcAft>
              <a:buNone/>
            </a:pPr>
            <a:endParaRPr sz="1700">
              <a:solidFill>
                <a:schemeClr val="lt2"/>
              </a:solidFill>
            </a:endParaRPr>
          </a:p>
          <a:p>
            <a:pPr marL="0" lvl="0" indent="0" algn="l" rtl="0">
              <a:spcBef>
                <a:spcPts val="0"/>
              </a:spcBef>
              <a:spcAft>
                <a:spcPts val="0"/>
              </a:spcAft>
              <a:buNone/>
            </a:pPr>
            <a:r>
              <a:rPr lang="en" sz="1700">
                <a:solidFill>
                  <a:schemeClr val="lt2"/>
                </a:solidFill>
              </a:rPr>
              <a:t>separate(</a:t>
            </a:r>
            <a:r>
              <a:rPr lang="en" sz="1700" b="0">
                <a:solidFill>
                  <a:schemeClr val="lt2"/>
                </a:solidFill>
              </a:rPr>
              <a:t>variable_to_sep,</a:t>
            </a:r>
            <a:endParaRPr sz="1700" b="0">
              <a:solidFill>
                <a:schemeClr val="lt2"/>
              </a:solidFill>
            </a:endParaRPr>
          </a:p>
          <a:p>
            <a:pPr marL="0" lvl="0" indent="0" algn="l" rtl="0">
              <a:spcBef>
                <a:spcPts val="0"/>
              </a:spcBef>
              <a:spcAft>
                <a:spcPts val="0"/>
              </a:spcAft>
              <a:buNone/>
            </a:pPr>
            <a:r>
              <a:rPr lang="en" sz="1700" b="0">
                <a:solidFill>
                  <a:schemeClr val="lt2"/>
                </a:solidFill>
              </a:rPr>
              <a:t>                   into = c(‘var_1’,</a:t>
            </a:r>
            <a:endParaRPr sz="1700" b="0">
              <a:solidFill>
                <a:schemeClr val="lt2"/>
              </a:solidFill>
            </a:endParaRPr>
          </a:p>
          <a:p>
            <a:pPr marL="0" lvl="0" indent="0" algn="l" rtl="0">
              <a:spcBef>
                <a:spcPts val="0"/>
              </a:spcBef>
              <a:spcAft>
                <a:spcPts val="0"/>
              </a:spcAft>
              <a:buNone/>
            </a:pPr>
            <a:r>
              <a:rPr lang="en" sz="1700" b="0">
                <a:solidFill>
                  <a:schemeClr val="lt2"/>
                </a:solidFill>
              </a:rPr>
              <a:t>                                    ‘var_2’),</a:t>
            </a:r>
            <a:endParaRPr sz="1700" b="0">
              <a:solidFill>
                <a:schemeClr val="lt2"/>
              </a:solidFill>
            </a:endParaRPr>
          </a:p>
          <a:p>
            <a:pPr marL="0" lvl="0" indent="0" algn="l" rtl="0">
              <a:spcBef>
                <a:spcPts val="0"/>
              </a:spcBef>
              <a:spcAft>
                <a:spcPts val="0"/>
              </a:spcAft>
              <a:buNone/>
            </a:pPr>
            <a:r>
              <a:rPr lang="en" sz="1700" b="0">
                <a:solidFill>
                  <a:schemeClr val="lt2"/>
                </a:solidFill>
              </a:rPr>
              <a:t>                   sep = ‘_’ o separator)</a:t>
            </a:r>
            <a:endParaRPr sz="1700" b="0">
              <a:solidFill>
                <a:schemeClr val="lt2"/>
              </a:solidFill>
            </a:endParaRPr>
          </a:p>
          <a:p>
            <a:pPr marL="0" lvl="0" indent="0" algn="l" rtl="0">
              <a:spcBef>
                <a:spcPts val="0"/>
              </a:spcBef>
              <a:spcAft>
                <a:spcPts val="0"/>
              </a:spcAft>
              <a:buNone/>
            </a:pPr>
            <a:endParaRPr sz="1700">
              <a:solidFill>
                <a:schemeClr val="lt2"/>
              </a:solidFill>
            </a:endParaRPr>
          </a:p>
          <a:p>
            <a:pPr marL="0" lvl="0" indent="0" algn="l" rtl="0">
              <a:spcBef>
                <a:spcPts val="0"/>
              </a:spcBef>
              <a:spcAft>
                <a:spcPts val="0"/>
              </a:spcAft>
              <a:buNone/>
            </a:pPr>
            <a:r>
              <a:rPr lang="en" sz="1700"/>
              <a:t>separate(sex_year, into = c(“sex”, “year”), sep = “_”)</a:t>
            </a:r>
            <a:endParaRPr sz="1100" b="0"/>
          </a:p>
        </p:txBody>
      </p:sp>
      <p:pic>
        <p:nvPicPr>
          <p:cNvPr id="776" name="Google Shape;776;p41"/>
          <p:cNvPicPr preferRelativeResize="0"/>
          <p:nvPr/>
        </p:nvPicPr>
        <p:blipFill>
          <a:blip r:embed="rId3">
            <a:alphaModFix/>
          </a:blip>
          <a:stretch>
            <a:fillRect/>
          </a:stretch>
        </p:blipFill>
        <p:spPr>
          <a:xfrm>
            <a:off x="5036522" y="2102150"/>
            <a:ext cx="3885075" cy="1999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42"/>
          <p:cNvSpPr txBox="1">
            <a:spLocks noGrp="1"/>
          </p:cNvSpPr>
          <p:nvPr>
            <p:ph type="title"/>
          </p:nvPr>
        </p:nvSpPr>
        <p:spPr>
          <a:xfrm>
            <a:off x="444450" y="1300750"/>
            <a:ext cx="8255100" cy="36282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700" b="0"/>
              <a:t>If we want to unite the sex and year </a:t>
            </a:r>
            <a:endParaRPr sz="1700" b="0"/>
          </a:p>
          <a:p>
            <a:pPr marL="0" lvl="0" indent="0" algn="l" rtl="0">
              <a:spcBef>
                <a:spcPts val="0"/>
              </a:spcBef>
              <a:spcAft>
                <a:spcPts val="0"/>
              </a:spcAft>
              <a:buNone/>
            </a:pPr>
            <a:r>
              <a:rPr lang="en" sz="1700" b="0"/>
              <a:t>variables into two columns, </a:t>
            </a:r>
            <a:endParaRPr sz="1700" b="0"/>
          </a:p>
          <a:p>
            <a:pPr marL="0" lvl="0" indent="0" algn="l" rtl="0">
              <a:spcBef>
                <a:spcPts val="0"/>
              </a:spcBef>
              <a:spcAft>
                <a:spcPts val="0"/>
              </a:spcAft>
              <a:buNone/>
            </a:pPr>
            <a:r>
              <a:rPr lang="en" sz="1700" b="0"/>
              <a:t>we use the unite() function.</a:t>
            </a:r>
            <a:endParaRPr sz="1700">
              <a:solidFill>
                <a:schemeClr val="lt2"/>
              </a:solidFill>
            </a:endParaRPr>
          </a:p>
          <a:p>
            <a:pPr marL="0" lvl="0" indent="0" algn="l" rtl="0">
              <a:spcBef>
                <a:spcPts val="0"/>
              </a:spcBef>
              <a:spcAft>
                <a:spcPts val="0"/>
              </a:spcAft>
              <a:buNone/>
            </a:pPr>
            <a:endParaRPr sz="1700">
              <a:solidFill>
                <a:schemeClr val="lt2"/>
              </a:solidFill>
            </a:endParaRPr>
          </a:p>
          <a:p>
            <a:pPr marL="0" lvl="0" indent="0" algn="l" rtl="0">
              <a:spcBef>
                <a:spcPts val="0"/>
              </a:spcBef>
              <a:spcAft>
                <a:spcPts val="0"/>
              </a:spcAft>
              <a:buNone/>
            </a:pPr>
            <a:endParaRPr sz="1700">
              <a:solidFill>
                <a:schemeClr val="lt2"/>
              </a:solidFill>
            </a:endParaRPr>
          </a:p>
          <a:p>
            <a:pPr marL="0" lvl="0" indent="0" algn="l" rtl="0">
              <a:spcBef>
                <a:spcPts val="0"/>
              </a:spcBef>
              <a:spcAft>
                <a:spcPts val="0"/>
              </a:spcAft>
              <a:buNone/>
            </a:pPr>
            <a:r>
              <a:rPr lang="en" sz="1700">
                <a:solidFill>
                  <a:schemeClr val="lt2"/>
                </a:solidFill>
              </a:rPr>
              <a:t>unite(</a:t>
            </a:r>
            <a:r>
              <a:rPr lang="en" sz="1700" b="0">
                <a:solidFill>
                  <a:schemeClr val="lt2"/>
                </a:solidFill>
              </a:rPr>
              <a:t>var_1, var_2, var_n,</a:t>
            </a:r>
            <a:endParaRPr sz="1700" b="0">
              <a:solidFill>
                <a:schemeClr val="lt2"/>
              </a:solidFill>
            </a:endParaRPr>
          </a:p>
          <a:p>
            <a:pPr marL="0" lvl="0" indent="0" algn="l" rtl="0">
              <a:spcBef>
                <a:spcPts val="0"/>
              </a:spcBef>
              <a:spcAft>
                <a:spcPts val="0"/>
              </a:spcAft>
              <a:buNone/>
            </a:pPr>
            <a:r>
              <a:rPr lang="en" sz="1700" b="0">
                <a:solidFill>
                  <a:schemeClr val="lt2"/>
                </a:solidFill>
              </a:rPr>
              <a:t>                  col = “name_new_var”,</a:t>
            </a:r>
            <a:endParaRPr sz="1700" b="0">
              <a:solidFill>
                <a:schemeClr val="lt2"/>
              </a:solidFill>
            </a:endParaRPr>
          </a:p>
          <a:p>
            <a:pPr marL="0" lvl="0" indent="0" algn="l" rtl="0">
              <a:spcBef>
                <a:spcPts val="0"/>
              </a:spcBef>
              <a:spcAft>
                <a:spcPts val="0"/>
              </a:spcAft>
              <a:buNone/>
            </a:pPr>
            <a:r>
              <a:rPr lang="en" sz="1700" b="0">
                <a:solidFill>
                  <a:schemeClr val="lt2"/>
                </a:solidFill>
              </a:rPr>
              <a:t>                   sep = ‘_’ o separator)</a:t>
            </a:r>
            <a:endParaRPr sz="1700" b="0">
              <a:solidFill>
                <a:schemeClr val="lt2"/>
              </a:solidFill>
            </a:endParaRPr>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r>
              <a:rPr lang="en" sz="1700"/>
              <a:t>unite(sex, year,  col = “sex_year”, sep = “_”)</a:t>
            </a:r>
            <a:endParaRPr sz="1700"/>
          </a:p>
          <a:p>
            <a:pPr marL="0" lvl="0" indent="0" algn="l" rtl="0">
              <a:spcBef>
                <a:spcPts val="0"/>
              </a:spcBef>
              <a:spcAft>
                <a:spcPts val="0"/>
              </a:spcAft>
              <a:buNone/>
            </a:pPr>
            <a:endParaRPr sz="1700"/>
          </a:p>
        </p:txBody>
      </p:sp>
      <p:pic>
        <p:nvPicPr>
          <p:cNvPr id="782" name="Google Shape;782;p42"/>
          <p:cNvPicPr preferRelativeResize="0"/>
          <p:nvPr/>
        </p:nvPicPr>
        <p:blipFill>
          <a:blip r:embed="rId3">
            <a:alphaModFix/>
          </a:blip>
          <a:stretch>
            <a:fillRect/>
          </a:stretch>
        </p:blipFill>
        <p:spPr>
          <a:xfrm>
            <a:off x="5319425" y="1078050"/>
            <a:ext cx="3566400" cy="3099925"/>
          </a:xfrm>
          <a:prstGeom prst="rect">
            <a:avLst/>
          </a:prstGeom>
          <a:noFill/>
          <a:ln>
            <a:noFill/>
          </a:ln>
        </p:spPr>
      </p:pic>
      <p:sp>
        <p:nvSpPr>
          <p:cNvPr id="783" name="Google Shape;783;p42"/>
          <p:cNvSpPr txBox="1">
            <a:spLocks noGrp="1"/>
          </p:cNvSpPr>
          <p:nvPr>
            <p:ph type="title"/>
          </p:nvPr>
        </p:nvSpPr>
        <p:spPr>
          <a:xfrm>
            <a:off x="128700" y="5696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sz="3000"/>
          </a:p>
          <a:p>
            <a:pPr marL="0" lvl="0" indent="0" algn="l" rtl="0">
              <a:spcBef>
                <a:spcPts val="0"/>
              </a:spcBef>
              <a:spcAft>
                <a:spcPts val="0"/>
              </a:spcAft>
              <a:buNone/>
            </a:pPr>
            <a:r>
              <a:rPr lang="en" sz="3000"/>
              <a:t>Manipulate columns: separate() and unite() functions</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3"/>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Let's practice</a:t>
            </a:r>
            <a:endParaRPr sz="4600"/>
          </a:p>
        </p:txBody>
      </p:sp>
      <p:sp>
        <p:nvSpPr>
          <p:cNvPr id="789" name="Google Shape;789;p43"/>
          <p:cNvSpPr txBox="1">
            <a:spLocks noGrp="1"/>
          </p:cNvSpPr>
          <p:nvPr>
            <p:ph type="title"/>
          </p:nvPr>
        </p:nvSpPr>
        <p:spPr>
          <a:xfrm>
            <a:off x="1728825" y="25529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Script 0</a:t>
            </a:r>
            <a:r>
              <a:rPr lang="en" sz="1500" b="0" i="1"/>
              <a:t>8_reshape-data.R</a:t>
            </a:r>
            <a:endParaRPr sz="1500" b="0" i="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4"/>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BREAK TIME</a:t>
            </a:r>
            <a:endParaRPr sz="4600"/>
          </a:p>
        </p:txBody>
      </p:sp>
      <p:sp>
        <p:nvSpPr>
          <p:cNvPr id="795" name="Google Shape;795;p44"/>
          <p:cNvSpPr txBox="1">
            <a:spLocks noGrp="1"/>
          </p:cNvSpPr>
          <p:nvPr>
            <p:ph type="title"/>
          </p:nvPr>
        </p:nvSpPr>
        <p:spPr>
          <a:xfrm>
            <a:off x="1728825" y="2552975"/>
            <a:ext cx="58326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See you in 15 minutes</a:t>
            </a:r>
            <a:endParaRPr sz="1500" b="0"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45"/>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Join tables in R using tidyverse joins</a:t>
            </a:r>
            <a:endParaRPr sz="3000">
              <a:solidFill>
                <a:schemeClr val="lt2"/>
              </a:solidFill>
            </a:endParaRPr>
          </a:p>
        </p:txBody>
      </p:sp>
      <p:sp>
        <p:nvSpPr>
          <p:cNvPr id="801" name="Google Shape;801;p45"/>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900" b="0"/>
              <a:t>Sometimes we have two or more datasets that have a column in common (or common values in a column) and we want to combine them. </a:t>
            </a:r>
            <a:endParaRPr sz="1900" b="0"/>
          </a:p>
          <a:p>
            <a:pPr marL="0" lvl="0" indent="0" algn="l" rtl="0">
              <a:spcBef>
                <a:spcPts val="0"/>
              </a:spcBef>
              <a:spcAft>
                <a:spcPts val="0"/>
              </a:spcAft>
              <a:buNone/>
            </a:pPr>
            <a:endParaRPr sz="1900" b="0"/>
          </a:p>
          <a:p>
            <a:pPr marL="0" lvl="0" indent="0" algn="l" rtl="0">
              <a:spcBef>
                <a:spcPts val="0"/>
              </a:spcBef>
              <a:spcAft>
                <a:spcPts val="0"/>
              </a:spcAft>
              <a:buNone/>
            </a:pPr>
            <a:r>
              <a:rPr lang="en" sz="1700" b="0"/>
              <a:t>We will call this common variable the “key” variable, since it is the variable in common in both datasets that we are interested in combining them. </a:t>
            </a:r>
            <a:endParaRPr sz="1700" b="0"/>
          </a:p>
          <a:p>
            <a:pPr marL="0" lvl="0" indent="0" algn="l" rtl="0">
              <a:spcBef>
                <a:spcPts val="0"/>
              </a:spcBef>
              <a:spcAft>
                <a:spcPts val="0"/>
              </a:spcAft>
              <a:buNone/>
            </a:pPr>
            <a:endParaRPr sz="1700" b="0"/>
          </a:p>
          <a:p>
            <a:pPr marL="0" lvl="0" indent="0" algn="l" rtl="0">
              <a:spcBef>
                <a:spcPts val="0"/>
              </a:spcBef>
              <a:spcAft>
                <a:spcPts val="0"/>
              </a:spcAft>
              <a:buNone/>
            </a:pPr>
            <a:r>
              <a:rPr lang="en" sz="1700" b="0"/>
              <a:t>The tidyverse package offers us six main functions to combine databases that have a common variable</a:t>
            </a:r>
            <a:endParaRPr sz="1700" b="0"/>
          </a:p>
          <a:p>
            <a:pPr marL="0" lvl="0" indent="0" algn="l" rtl="0">
              <a:spcBef>
                <a:spcPts val="0"/>
              </a:spcBef>
              <a:spcAft>
                <a:spcPts val="0"/>
              </a:spcAft>
              <a:buNone/>
            </a:pPr>
            <a:endParaRPr sz="1600" b="0"/>
          </a:p>
          <a:p>
            <a:pPr marL="457200" lvl="0" indent="-330200" algn="l" rtl="0">
              <a:spcBef>
                <a:spcPts val="0"/>
              </a:spcBef>
              <a:spcAft>
                <a:spcPts val="0"/>
              </a:spcAft>
              <a:buSzPts val="1600"/>
              <a:buChar char="-"/>
            </a:pPr>
            <a:r>
              <a:rPr lang="en" sz="1600" u="sng"/>
              <a:t>IMPORTANT: </a:t>
            </a:r>
            <a:r>
              <a:rPr lang="en" sz="1600"/>
              <a:t>The common variable between both datasets must have the same column name and at least some values in common at the column row level for the joins to be generated</a:t>
            </a:r>
            <a:endParaRPr sz="1600"/>
          </a:p>
          <a:p>
            <a:pPr marL="0" lvl="0" indent="0" algn="l" rtl="0">
              <a:spcBef>
                <a:spcPts val="0"/>
              </a:spcBef>
              <a:spcAft>
                <a:spcPts val="0"/>
              </a:spcAft>
              <a:buNone/>
            </a:pPr>
            <a:r>
              <a:rPr lang="en" sz="1700" b="0"/>
              <a:t>                          </a:t>
            </a:r>
            <a:endParaRPr sz="1700" b="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6"/>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Types of tidyverse joins</a:t>
            </a:r>
            <a:r>
              <a:rPr lang="en" sz="3000">
                <a:solidFill>
                  <a:schemeClr val="lt2"/>
                </a:solidFill>
              </a:rPr>
              <a:t> </a:t>
            </a:r>
            <a:r>
              <a:rPr lang="en" sz="3000"/>
              <a:t>- Mutating joins</a:t>
            </a:r>
            <a:endParaRPr sz="3000"/>
          </a:p>
        </p:txBody>
      </p:sp>
      <p:sp>
        <p:nvSpPr>
          <p:cNvPr id="807" name="Google Shape;807;p46"/>
          <p:cNvSpPr txBox="1">
            <a:spLocks noGrp="1"/>
          </p:cNvSpPr>
          <p:nvPr>
            <p:ph type="title"/>
          </p:nvPr>
        </p:nvSpPr>
        <p:spPr>
          <a:xfrm>
            <a:off x="0" y="1066525"/>
            <a:ext cx="48081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endParaRPr sz="1400" b="0">
              <a:solidFill>
                <a:schemeClr val="lt2"/>
              </a:solidFill>
            </a:endParaRPr>
          </a:p>
          <a:p>
            <a:pPr marL="457200" lvl="0" indent="-317500" algn="l" rtl="0">
              <a:spcBef>
                <a:spcPts val="0"/>
              </a:spcBef>
              <a:spcAft>
                <a:spcPts val="0"/>
              </a:spcAft>
              <a:buSzPts val="1400"/>
              <a:buChar char="●"/>
            </a:pPr>
            <a:r>
              <a:rPr lang="en" sz="1400" b="0" i="1">
                <a:solidFill>
                  <a:schemeClr val="lt2"/>
                </a:solidFill>
              </a:rPr>
              <a:t>left_join() </a:t>
            </a:r>
            <a:r>
              <a:rPr lang="en" sz="1400" b="0"/>
              <a:t>Keeps all the columns and observations of the first object, adding those of the second object that match.</a:t>
            </a:r>
            <a:endParaRPr sz="1400" b="0"/>
          </a:p>
          <a:p>
            <a:pPr marL="457200" lvl="0" indent="0" algn="l" rtl="0">
              <a:spcBef>
                <a:spcPts val="0"/>
              </a:spcBef>
              <a:spcAft>
                <a:spcPts val="0"/>
              </a:spcAft>
              <a:buNone/>
            </a:pPr>
            <a:endParaRPr sz="1400" b="0"/>
          </a:p>
          <a:p>
            <a:pPr marL="457200" lvl="0" indent="-317500" algn="l" rtl="0">
              <a:spcBef>
                <a:spcPts val="0"/>
              </a:spcBef>
              <a:spcAft>
                <a:spcPts val="0"/>
              </a:spcAft>
              <a:buSzPts val="1400"/>
              <a:buChar char="●"/>
            </a:pPr>
            <a:r>
              <a:rPr lang="en" sz="1400" b="0" i="1">
                <a:solidFill>
                  <a:schemeClr val="lt2"/>
                </a:solidFill>
              </a:rPr>
              <a:t>right_join()</a:t>
            </a:r>
            <a:r>
              <a:rPr lang="en" sz="1400" b="0"/>
              <a:t> Keeps all the columns and observations of the second object, adding those of the first object that match.</a:t>
            </a:r>
            <a:endParaRPr sz="1400" b="0">
              <a:solidFill>
                <a:schemeClr val="lt2"/>
              </a:solidFill>
            </a:endParaRPr>
          </a:p>
          <a:p>
            <a:pPr marL="457200" lvl="0" indent="0" algn="l" rtl="0">
              <a:spcBef>
                <a:spcPts val="0"/>
              </a:spcBef>
              <a:spcAft>
                <a:spcPts val="0"/>
              </a:spcAft>
              <a:buNone/>
            </a:pPr>
            <a:endParaRPr sz="1400" b="0" i="1">
              <a:solidFill>
                <a:schemeClr val="lt2"/>
              </a:solidFill>
            </a:endParaRPr>
          </a:p>
          <a:p>
            <a:pPr marL="457200" lvl="0" indent="-317500" algn="l" rtl="0">
              <a:spcBef>
                <a:spcPts val="0"/>
              </a:spcBef>
              <a:spcAft>
                <a:spcPts val="0"/>
              </a:spcAft>
              <a:buSzPts val="1400"/>
              <a:buChar char="●"/>
            </a:pPr>
            <a:r>
              <a:rPr lang="en" sz="1400" b="0" i="1">
                <a:solidFill>
                  <a:schemeClr val="lt2"/>
                </a:solidFill>
              </a:rPr>
              <a:t>inner_join()</a:t>
            </a:r>
            <a:r>
              <a:rPr lang="en" sz="1400" b="0">
                <a:solidFill>
                  <a:schemeClr val="lt2"/>
                </a:solidFill>
              </a:rPr>
              <a:t> </a:t>
            </a:r>
            <a:r>
              <a:rPr lang="en" sz="1400" b="0"/>
              <a:t>Keeps only the observations that are in both objects</a:t>
            </a:r>
            <a:endParaRPr sz="1400" b="0"/>
          </a:p>
          <a:p>
            <a:pPr marL="457200" marR="0" lvl="0" indent="0" algn="l" rtl="0">
              <a:lnSpc>
                <a:spcPct val="100000"/>
              </a:lnSpc>
              <a:spcBef>
                <a:spcPts val="0"/>
              </a:spcBef>
              <a:spcAft>
                <a:spcPts val="0"/>
              </a:spcAft>
              <a:buNone/>
            </a:pPr>
            <a:endParaRPr sz="1400" b="0" i="1">
              <a:solidFill>
                <a:schemeClr val="lt2"/>
              </a:solidFill>
            </a:endParaRPr>
          </a:p>
          <a:p>
            <a:pPr marL="457200" marR="0" lvl="0" indent="-317500" algn="l" rtl="0">
              <a:lnSpc>
                <a:spcPct val="100000"/>
              </a:lnSpc>
              <a:spcBef>
                <a:spcPts val="0"/>
              </a:spcBef>
              <a:spcAft>
                <a:spcPts val="0"/>
              </a:spcAft>
              <a:buSzPts val="1400"/>
              <a:buChar char="●"/>
            </a:pPr>
            <a:r>
              <a:rPr lang="en" sz="1400" b="0" i="1">
                <a:solidFill>
                  <a:schemeClr val="lt2"/>
                </a:solidFill>
              </a:rPr>
              <a:t>full_join() </a:t>
            </a:r>
            <a:r>
              <a:rPr lang="en" sz="1400" b="0"/>
              <a:t>Keeps all columns and observations of both objects</a:t>
            </a:r>
            <a:endParaRPr sz="1400" b="0"/>
          </a:p>
          <a:p>
            <a:pPr marL="0" lvl="0" indent="0" algn="l" rtl="0">
              <a:spcBef>
                <a:spcPts val="0"/>
              </a:spcBef>
              <a:spcAft>
                <a:spcPts val="0"/>
              </a:spcAft>
              <a:buNone/>
            </a:pPr>
            <a:endParaRPr sz="1400" b="0"/>
          </a:p>
          <a:p>
            <a:pPr marL="0" lvl="0" indent="0" algn="l" rtl="0">
              <a:spcBef>
                <a:spcPts val="0"/>
              </a:spcBef>
              <a:spcAft>
                <a:spcPts val="0"/>
              </a:spcAft>
              <a:buNone/>
            </a:pPr>
            <a:endParaRPr sz="1400" b="0"/>
          </a:p>
          <a:p>
            <a:pPr marL="0" lvl="0" indent="0" algn="l" rtl="0">
              <a:spcBef>
                <a:spcPts val="0"/>
              </a:spcBef>
              <a:spcAft>
                <a:spcPts val="0"/>
              </a:spcAft>
              <a:buNone/>
            </a:pPr>
            <a:endParaRPr sz="1400" b="0"/>
          </a:p>
          <a:p>
            <a:pPr marL="0" lvl="0" indent="0" algn="l" rtl="0">
              <a:spcBef>
                <a:spcPts val="0"/>
              </a:spcBef>
              <a:spcAft>
                <a:spcPts val="0"/>
              </a:spcAft>
              <a:buNone/>
            </a:pPr>
            <a:endParaRPr sz="1400" b="0"/>
          </a:p>
        </p:txBody>
      </p:sp>
      <p:pic>
        <p:nvPicPr>
          <p:cNvPr id="808" name="Google Shape;808;p46"/>
          <p:cNvPicPr preferRelativeResize="0"/>
          <p:nvPr/>
        </p:nvPicPr>
        <p:blipFill rotWithShape="1">
          <a:blip r:embed="rId3">
            <a:alphaModFix/>
          </a:blip>
          <a:srcRect/>
          <a:stretch/>
        </p:blipFill>
        <p:spPr>
          <a:xfrm>
            <a:off x="4888600" y="1066525"/>
            <a:ext cx="4066575" cy="3615399"/>
          </a:xfrm>
          <a:prstGeom prst="rect">
            <a:avLst/>
          </a:prstGeom>
          <a:noFill/>
          <a:ln>
            <a:noFill/>
          </a:ln>
        </p:spPr>
      </p:pic>
      <p:sp>
        <p:nvSpPr>
          <p:cNvPr id="809" name="Google Shape;809;p46"/>
          <p:cNvSpPr txBox="1"/>
          <p:nvPr/>
        </p:nvSpPr>
        <p:spPr>
          <a:xfrm>
            <a:off x="76200" y="4114450"/>
            <a:ext cx="4461000" cy="129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latin typeface="Poppins"/>
                <a:ea typeface="Poppins"/>
                <a:cs typeface="Poppins"/>
                <a:sym typeface="Poppins"/>
              </a:rPr>
              <a:t>Depending on the order in which we specify the join objects in the functions, we will have a left_join or a right_join to the first or second object.</a:t>
            </a:r>
            <a:endParaRPr>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47"/>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Types of tidyverse joins</a:t>
            </a:r>
            <a:r>
              <a:rPr lang="en" sz="3000">
                <a:solidFill>
                  <a:schemeClr val="lt2"/>
                </a:solidFill>
              </a:rPr>
              <a:t> </a:t>
            </a:r>
            <a:r>
              <a:rPr lang="en" sz="3000"/>
              <a:t>- Filtering joins</a:t>
            </a:r>
            <a:endParaRPr sz="3000">
              <a:solidFill>
                <a:schemeClr val="lt2"/>
              </a:solidFill>
            </a:endParaRPr>
          </a:p>
        </p:txBody>
      </p:sp>
      <p:sp>
        <p:nvSpPr>
          <p:cNvPr id="815" name="Google Shape;815;p47"/>
          <p:cNvSpPr txBox="1">
            <a:spLocks noGrp="1"/>
          </p:cNvSpPr>
          <p:nvPr>
            <p:ph type="title"/>
          </p:nvPr>
        </p:nvSpPr>
        <p:spPr>
          <a:xfrm>
            <a:off x="0" y="1066525"/>
            <a:ext cx="48081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endParaRPr sz="1400" b="0">
              <a:solidFill>
                <a:schemeClr val="lt2"/>
              </a:solidFill>
            </a:endParaRPr>
          </a:p>
          <a:p>
            <a:pPr marL="457200" lvl="0" indent="-317500" algn="l" rtl="0">
              <a:spcBef>
                <a:spcPts val="0"/>
              </a:spcBef>
              <a:spcAft>
                <a:spcPts val="0"/>
              </a:spcAft>
              <a:buSzPts val="1400"/>
              <a:buChar char="●"/>
            </a:pPr>
            <a:r>
              <a:rPr lang="en" sz="1400" b="0" i="1">
                <a:solidFill>
                  <a:schemeClr val="lt2"/>
                </a:solidFill>
              </a:rPr>
              <a:t>anti_join() </a:t>
            </a:r>
            <a:r>
              <a:rPr lang="en" sz="1400" b="0"/>
              <a:t> Returns all rows or observations of the first object that are NOT present in the second object.</a:t>
            </a:r>
            <a:endParaRPr sz="1400" b="0"/>
          </a:p>
          <a:p>
            <a:pPr marL="0" lvl="0" indent="0" algn="l" rtl="0">
              <a:spcBef>
                <a:spcPts val="0"/>
              </a:spcBef>
              <a:spcAft>
                <a:spcPts val="0"/>
              </a:spcAft>
              <a:buNone/>
            </a:pPr>
            <a:endParaRPr sz="1400" b="0"/>
          </a:p>
          <a:p>
            <a:pPr marL="457200" lvl="0" indent="-317500" algn="l" rtl="0">
              <a:spcBef>
                <a:spcPts val="0"/>
              </a:spcBef>
              <a:spcAft>
                <a:spcPts val="0"/>
              </a:spcAft>
              <a:buSzPts val="1400"/>
              <a:buChar char="●"/>
            </a:pPr>
            <a:r>
              <a:rPr lang="en" sz="1400" b="0" i="1">
                <a:solidFill>
                  <a:schemeClr val="lt2"/>
                </a:solidFill>
              </a:rPr>
              <a:t>semi_join()</a:t>
            </a:r>
            <a:r>
              <a:rPr lang="en" sz="1400" b="0"/>
              <a:t> Returns all rows or observations of the first element that ARE present in the second object.</a:t>
            </a:r>
            <a:endParaRPr sz="1400" b="0">
              <a:solidFill>
                <a:schemeClr val="lt2"/>
              </a:solidFill>
            </a:endParaRPr>
          </a:p>
          <a:p>
            <a:pPr marL="457200" marR="0" lvl="0" indent="0" algn="l" rtl="0">
              <a:lnSpc>
                <a:spcPct val="100000"/>
              </a:lnSpc>
              <a:spcBef>
                <a:spcPts val="0"/>
              </a:spcBef>
              <a:spcAft>
                <a:spcPts val="0"/>
              </a:spcAft>
              <a:buNone/>
            </a:pPr>
            <a:endParaRPr sz="1400" b="0">
              <a:solidFill>
                <a:schemeClr val="lt2"/>
              </a:solidFill>
            </a:endParaRPr>
          </a:p>
          <a:p>
            <a:pPr marL="457200" marR="0" lvl="0" indent="0" algn="l" rtl="0">
              <a:lnSpc>
                <a:spcPct val="100000"/>
              </a:lnSpc>
              <a:spcBef>
                <a:spcPts val="0"/>
              </a:spcBef>
              <a:spcAft>
                <a:spcPts val="0"/>
              </a:spcAft>
              <a:buNone/>
            </a:pPr>
            <a:endParaRPr sz="1400" b="0">
              <a:solidFill>
                <a:schemeClr val="lt2"/>
              </a:solidFill>
            </a:endParaRPr>
          </a:p>
          <a:p>
            <a:pPr marL="457200" marR="0" lvl="0" indent="0" algn="l" rtl="0">
              <a:lnSpc>
                <a:spcPct val="100000"/>
              </a:lnSpc>
              <a:spcBef>
                <a:spcPts val="0"/>
              </a:spcBef>
              <a:spcAft>
                <a:spcPts val="0"/>
              </a:spcAft>
              <a:buNone/>
            </a:pPr>
            <a:endParaRPr sz="1400" b="0">
              <a:solidFill>
                <a:schemeClr val="lt2"/>
              </a:solidFill>
            </a:endParaRPr>
          </a:p>
          <a:p>
            <a:pPr marL="0" lvl="0" indent="0" algn="l" rtl="0">
              <a:spcBef>
                <a:spcPts val="0"/>
              </a:spcBef>
              <a:spcAft>
                <a:spcPts val="0"/>
              </a:spcAft>
              <a:buNone/>
            </a:pPr>
            <a:endParaRPr sz="1400" b="0"/>
          </a:p>
          <a:p>
            <a:pPr marL="0" lvl="0" indent="0" algn="l" rtl="0">
              <a:spcBef>
                <a:spcPts val="0"/>
              </a:spcBef>
              <a:spcAft>
                <a:spcPts val="0"/>
              </a:spcAft>
              <a:buNone/>
            </a:pPr>
            <a:endParaRPr sz="1400" b="0"/>
          </a:p>
          <a:p>
            <a:pPr marL="0" lvl="0" indent="0" algn="l" rtl="0">
              <a:spcBef>
                <a:spcPts val="0"/>
              </a:spcBef>
              <a:spcAft>
                <a:spcPts val="0"/>
              </a:spcAft>
              <a:buNone/>
            </a:pPr>
            <a:endParaRPr sz="1400" b="0"/>
          </a:p>
          <a:p>
            <a:pPr marL="0" lvl="0" indent="0" algn="l" rtl="0">
              <a:spcBef>
                <a:spcPts val="0"/>
              </a:spcBef>
              <a:spcAft>
                <a:spcPts val="0"/>
              </a:spcAft>
              <a:buNone/>
            </a:pPr>
            <a:endParaRPr sz="1400" b="0"/>
          </a:p>
          <a:p>
            <a:pPr marL="0" lvl="0" indent="0" algn="l" rtl="0">
              <a:spcBef>
                <a:spcPts val="0"/>
              </a:spcBef>
              <a:spcAft>
                <a:spcPts val="0"/>
              </a:spcAft>
              <a:buNone/>
            </a:pPr>
            <a:endParaRPr sz="1400" b="0"/>
          </a:p>
        </p:txBody>
      </p:sp>
      <p:sp>
        <p:nvSpPr>
          <p:cNvPr id="816" name="Google Shape;816;p47"/>
          <p:cNvSpPr txBox="1"/>
          <p:nvPr/>
        </p:nvSpPr>
        <p:spPr>
          <a:xfrm>
            <a:off x="173550" y="3389225"/>
            <a:ext cx="4461000" cy="129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latin typeface="Poppins"/>
                <a:ea typeface="Poppins"/>
                <a:cs typeface="Poppins"/>
                <a:sym typeface="Poppins"/>
              </a:rPr>
              <a:t>The difference between Mutating joins and Filtering joins is that mutating joins add columns from one object to another based on the key variable and filtering joins filter rows or observations from one object based on the presence or absence of matches in another object using the key variable.</a:t>
            </a:r>
            <a:endParaRPr>
              <a:solidFill>
                <a:schemeClr val="dk1"/>
              </a:solidFill>
              <a:latin typeface="Poppins"/>
              <a:ea typeface="Poppins"/>
              <a:cs typeface="Poppins"/>
              <a:sym typeface="Poppins"/>
            </a:endParaRPr>
          </a:p>
        </p:txBody>
      </p:sp>
      <p:pic>
        <p:nvPicPr>
          <p:cNvPr id="817" name="Google Shape;817;p47"/>
          <p:cNvPicPr preferRelativeResize="0"/>
          <p:nvPr/>
        </p:nvPicPr>
        <p:blipFill>
          <a:blip r:embed="rId3">
            <a:alphaModFix/>
          </a:blip>
          <a:stretch>
            <a:fillRect/>
          </a:stretch>
        </p:blipFill>
        <p:spPr>
          <a:xfrm>
            <a:off x="4664825" y="1621400"/>
            <a:ext cx="4461001" cy="250799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48"/>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Joining tables in R using binds</a:t>
            </a:r>
            <a:endParaRPr sz="3000">
              <a:solidFill>
                <a:schemeClr val="lt2"/>
              </a:solidFill>
            </a:endParaRPr>
          </a:p>
        </p:txBody>
      </p:sp>
      <p:sp>
        <p:nvSpPr>
          <p:cNvPr id="823" name="Google Shape;823;p48"/>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900" b="0"/>
              <a:t>Another way to join databases is to use binds at the column or row level. These functions allow us to “glue” observations (rows) or variables (columns) from one dataset to another without requiring a common variable between them. </a:t>
            </a:r>
            <a:endParaRPr sz="1900" b="0"/>
          </a:p>
          <a:p>
            <a:pPr marL="0" lvl="0" indent="0" algn="l" rtl="0">
              <a:spcBef>
                <a:spcPts val="0"/>
              </a:spcBef>
              <a:spcAft>
                <a:spcPts val="0"/>
              </a:spcAft>
              <a:buNone/>
            </a:pPr>
            <a:endParaRPr sz="1900" b="0"/>
          </a:p>
          <a:p>
            <a:pPr marL="0" lvl="0" indent="0" algn="l" rtl="0">
              <a:spcBef>
                <a:spcPts val="0"/>
              </a:spcBef>
              <a:spcAft>
                <a:spcPts val="0"/>
              </a:spcAft>
              <a:buNone/>
            </a:pPr>
            <a:r>
              <a:rPr lang="en" sz="1900" b="0"/>
              <a:t>It is important to know that when using binds, it is required that the dimensions between both objects be the same in terms of number of rows or columns depending on the type of bind we make.</a:t>
            </a:r>
            <a:endParaRPr sz="19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49"/>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Types of  binds</a:t>
            </a:r>
            <a:endParaRPr sz="3000">
              <a:solidFill>
                <a:schemeClr val="lt2"/>
              </a:solidFill>
            </a:endParaRPr>
          </a:p>
        </p:txBody>
      </p:sp>
      <p:sp>
        <p:nvSpPr>
          <p:cNvPr id="829" name="Google Shape;829;p49"/>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900" b="0"/>
              <a:t>At a column level: </a:t>
            </a:r>
            <a:endParaRPr sz="1900" b="0"/>
          </a:p>
          <a:p>
            <a:pPr marL="457200" lvl="0" indent="-349250" algn="l" rtl="0">
              <a:spcBef>
                <a:spcPts val="0"/>
              </a:spcBef>
              <a:spcAft>
                <a:spcPts val="0"/>
              </a:spcAft>
              <a:buClr>
                <a:schemeClr val="lt2"/>
              </a:buClr>
              <a:buSzPts val="1900"/>
              <a:buChar char="●"/>
            </a:pPr>
            <a:r>
              <a:rPr lang="en" sz="1900" b="0" i="1">
                <a:solidFill>
                  <a:schemeClr val="lt2"/>
                </a:solidFill>
              </a:rPr>
              <a:t>bind_cols()</a:t>
            </a:r>
            <a:endParaRPr sz="1900" b="0" i="1">
              <a:solidFill>
                <a:schemeClr val="lt2"/>
              </a:solidFill>
            </a:endParaRPr>
          </a:p>
          <a:p>
            <a:pPr marL="457200" lvl="0" indent="-349250" algn="l" rtl="0">
              <a:spcBef>
                <a:spcPts val="0"/>
              </a:spcBef>
              <a:spcAft>
                <a:spcPts val="0"/>
              </a:spcAft>
              <a:buClr>
                <a:schemeClr val="lt2"/>
              </a:buClr>
              <a:buSzPts val="1900"/>
              <a:buChar char="●"/>
            </a:pPr>
            <a:r>
              <a:rPr lang="en" sz="1900" b="0" i="1">
                <a:solidFill>
                  <a:schemeClr val="lt2"/>
                </a:solidFill>
              </a:rPr>
              <a:t>cbind()</a:t>
            </a:r>
            <a:endParaRPr sz="1900" b="0" i="1">
              <a:solidFill>
                <a:schemeClr val="lt2"/>
              </a:solidFill>
            </a:endParaRPr>
          </a:p>
          <a:p>
            <a:pPr marL="0" lvl="0" indent="0" algn="l" rtl="0">
              <a:spcBef>
                <a:spcPts val="0"/>
              </a:spcBef>
              <a:spcAft>
                <a:spcPts val="0"/>
              </a:spcAft>
              <a:buNone/>
            </a:pPr>
            <a:endParaRPr sz="1900" b="0"/>
          </a:p>
          <a:p>
            <a:pPr marL="0" lvl="0" indent="0" algn="l" rtl="0">
              <a:spcBef>
                <a:spcPts val="0"/>
              </a:spcBef>
              <a:spcAft>
                <a:spcPts val="0"/>
              </a:spcAft>
              <a:buNone/>
            </a:pPr>
            <a:endParaRPr sz="1900" b="0"/>
          </a:p>
          <a:p>
            <a:pPr marL="0" lvl="0" indent="0" algn="l" rtl="0">
              <a:spcBef>
                <a:spcPts val="0"/>
              </a:spcBef>
              <a:spcAft>
                <a:spcPts val="0"/>
              </a:spcAft>
              <a:buNone/>
            </a:pPr>
            <a:r>
              <a:rPr lang="en" sz="1900" b="0"/>
              <a:t>At a row level: </a:t>
            </a:r>
            <a:endParaRPr sz="1900" b="0"/>
          </a:p>
          <a:p>
            <a:pPr marL="457200" lvl="0" indent="-349250" algn="l" rtl="0">
              <a:spcBef>
                <a:spcPts val="0"/>
              </a:spcBef>
              <a:spcAft>
                <a:spcPts val="0"/>
              </a:spcAft>
              <a:buClr>
                <a:schemeClr val="lt2"/>
              </a:buClr>
              <a:buSzPts val="1900"/>
              <a:buChar char="●"/>
            </a:pPr>
            <a:r>
              <a:rPr lang="en" sz="1900" b="0" i="1">
                <a:solidFill>
                  <a:schemeClr val="lt2"/>
                </a:solidFill>
              </a:rPr>
              <a:t>bind_rows()</a:t>
            </a:r>
            <a:endParaRPr sz="1900" b="0" i="1">
              <a:solidFill>
                <a:schemeClr val="lt2"/>
              </a:solidFill>
            </a:endParaRPr>
          </a:p>
          <a:p>
            <a:pPr marL="457200" lvl="0" indent="-349250" algn="l" rtl="0">
              <a:spcBef>
                <a:spcPts val="0"/>
              </a:spcBef>
              <a:spcAft>
                <a:spcPts val="0"/>
              </a:spcAft>
              <a:buClr>
                <a:schemeClr val="lt2"/>
              </a:buClr>
              <a:buSzPts val="1900"/>
              <a:buChar char="●"/>
            </a:pPr>
            <a:r>
              <a:rPr lang="en" sz="1900" b="0" i="1">
                <a:solidFill>
                  <a:schemeClr val="lt2"/>
                </a:solidFill>
              </a:rPr>
              <a:t>rbind()</a:t>
            </a:r>
            <a:endParaRPr sz="1900" b="0" i="1">
              <a:solidFill>
                <a:schemeClr val="lt2"/>
              </a:solidFill>
            </a:endParaRPr>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p:txBody>
      </p:sp>
      <p:pic>
        <p:nvPicPr>
          <p:cNvPr id="830" name="Google Shape;830;p49"/>
          <p:cNvPicPr preferRelativeResize="0"/>
          <p:nvPr/>
        </p:nvPicPr>
        <p:blipFill>
          <a:blip r:embed="rId3">
            <a:alphaModFix/>
          </a:blip>
          <a:stretch>
            <a:fillRect/>
          </a:stretch>
        </p:blipFill>
        <p:spPr>
          <a:xfrm>
            <a:off x="4299950" y="517178"/>
            <a:ext cx="4296773" cy="4277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50"/>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Set operations in R</a:t>
            </a:r>
            <a:endParaRPr sz="3000">
              <a:solidFill>
                <a:schemeClr val="lt2"/>
              </a:solidFill>
            </a:endParaRPr>
          </a:p>
        </p:txBody>
      </p:sp>
      <p:sp>
        <p:nvSpPr>
          <p:cNvPr id="836" name="Google Shape;836;p50"/>
          <p:cNvSpPr txBox="1">
            <a:spLocks noGrp="1"/>
          </p:cNvSpPr>
          <p:nvPr>
            <p:ph type="title"/>
          </p:nvPr>
        </p:nvSpPr>
        <p:spPr>
          <a:xfrm>
            <a:off x="189575" y="1066525"/>
            <a:ext cx="86595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400" b="0"/>
              <a:t>We already know about the different types of joins and binds that we can use to combine or filter databases or dataframes. Now we are going to see other functions that allow us to generate similar results at set level, through intersection, union and difference.</a:t>
            </a:r>
            <a:endParaRPr sz="1400" b="0"/>
          </a:p>
          <a:p>
            <a:pPr marL="0" lvl="0" indent="0" algn="l" rtl="0">
              <a:spcBef>
                <a:spcPts val="0"/>
              </a:spcBef>
              <a:spcAft>
                <a:spcPts val="0"/>
              </a:spcAft>
              <a:buNone/>
            </a:pPr>
            <a:endParaRPr sz="1800" b="0"/>
          </a:p>
          <a:p>
            <a:pPr marL="0" lvl="0" indent="0" algn="l" rtl="0">
              <a:spcBef>
                <a:spcPts val="0"/>
              </a:spcBef>
              <a:spcAft>
                <a:spcPts val="0"/>
              </a:spcAft>
              <a:buNone/>
            </a:pPr>
            <a:r>
              <a:rPr lang="en" sz="1300" b="0">
                <a:solidFill>
                  <a:schemeClr val="lt2"/>
                </a:solidFill>
              </a:rPr>
              <a:t>intersect(a, b) </a:t>
            </a:r>
            <a:r>
              <a:rPr lang="en" sz="1300" b="0"/>
              <a:t>Allows us to identify the intersection or common elements between two vectors or elements ‘a’ and ‘b’.</a:t>
            </a:r>
            <a:endParaRPr sz="1300" b="0"/>
          </a:p>
          <a:p>
            <a:pPr marL="0" lvl="0" indent="0" algn="l" rtl="0">
              <a:spcBef>
                <a:spcPts val="0"/>
              </a:spcBef>
              <a:spcAft>
                <a:spcPts val="0"/>
              </a:spcAft>
              <a:buNone/>
            </a:pPr>
            <a:endParaRPr sz="1300" b="0"/>
          </a:p>
          <a:p>
            <a:pPr marL="0" lvl="0" indent="0" algn="l" rtl="0">
              <a:spcBef>
                <a:spcPts val="0"/>
              </a:spcBef>
              <a:spcAft>
                <a:spcPts val="0"/>
              </a:spcAft>
              <a:buNone/>
            </a:pPr>
            <a:r>
              <a:rPr lang="en" sz="1300" b="0">
                <a:solidFill>
                  <a:schemeClr val="lt2"/>
                </a:solidFill>
              </a:rPr>
              <a:t>union(a, b) </a:t>
            </a:r>
            <a:r>
              <a:rPr lang="en" sz="1300" b="0"/>
              <a:t>It allows us to join all the elements between two vectors or elements ‘a’ and ‘b’, counting only once the common elements between them.</a:t>
            </a:r>
            <a:endParaRPr sz="1300" b="0"/>
          </a:p>
          <a:p>
            <a:pPr marL="0" lvl="0" indent="0" algn="l" rtl="0">
              <a:spcBef>
                <a:spcPts val="0"/>
              </a:spcBef>
              <a:spcAft>
                <a:spcPts val="0"/>
              </a:spcAft>
              <a:buNone/>
            </a:pPr>
            <a:endParaRPr sz="1300" b="0">
              <a:solidFill>
                <a:schemeClr val="lt2"/>
              </a:solidFill>
            </a:endParaRPr>
          </a:p>
          <a:p>
            <a:pPr marL="0" lvl="0" indent="0" algn="l" rtl="0">
              <a:spcBef>
                <a:spcPts val="0"/>
              </a:spcBef>
              <a:spcAft>
                <a:spcPts val="0"/>
              </a:spcAft>
              <a:buNone/>
            </a:pPr>
            <a:r>
              <a:rPr lang="en" sz="1300" b="0">
                <a:solidFill>
                  <a:schemeClr val="lt2"/>
                </a:solidFill>
              </a:rPr>
              <a:t>setdiff(a, b)</a:t>
            </a:r>
            <a:r>
              <a:rPr lang="en" sz="1300" b="0"/>
              <a:t> It allows us to identify the difference of the elements of the vector ‘a’ and the vector ‘b’. It is important to know that its output is all the elements of a which are not in b, so that:</a:t>
            </a:r>
            <a:endParaRPr sz="1300" b="0"/>
          </a:p>
          <a:p>
            <a:pPr marL="0" lvl="0" indent="0" algn="l" rtl="0">
              <a:spcBef>
                <a:spcPts val="0"/>
              </a:spcBef>
              <a:spcAft>
                <a:spcPts val="0"/>
              </a:spcAft>
              <a:buNone/>
            </a:pPr>
            <a:endParaRPr sz="1300" b="0"/>
          </a:p>
          <a:p>
            <a:pPr marL="0" lvl="0" indent="0" algn="l" rtl="0">
              <a:spcBef>
                <a:spcPts val="0"/>
              </a:spcBef>
              <a:spcAft>
                <a:spcPts val="0"/>
              </a:spcAft>
              <a:buNone/>
            </a:pPr>
            <a:r>
              <a:rPr lang="en" sz="1300">
                <a:solidFill>
                  <a:schemeClr val="lt2"/>
                </a:solidFill>
              </a:rPr>
              <a:t>setdiff(a,b) != setdiff(b, a)</a:t>
            </a:r>
            <a:endParaRPr sz="1300">
              <a:solidFill>
                <a:schemeClr val="lt2"/>
              </a:solidFill>
            </a:endParaRPr>
          </a:p>
          <a:p>
            <a:pPr marL="0" lvl="0" indent="0" algn="ctr" rtl="0">
              <a:spcBef>
                <a:spcPts val="0"/>
              </a:spcBef>
              <a:spcAft>
                <a:spcPts val="0"/>
              </a:spcAft>
              <a:buNone/>
            </a:pPr>
            <a:endParaRPr sz="1300">
              <a:solidFill>
                <a:schemeClr val="lt2"/>
              </a:solidFill>
            </a:endParaRPr>
          </a:p>
          <a:p>
            <a:pPr marL="0" lvl="0" indent="0" algn="ctr" rtl="0">
              <a:spcBef>
                <a:spcPts val="0"/>
              </a:spcBef>
              <a:spcAft>
                <a:spcPts val="0"/>
              </a:spcAft>
              <a:buNone/>
            </a:pPr>
            <a:endParaRPr sz="1300">
              <a:solidFill>
                <a:schemeClr val="lt2"/>
              </a:solidFill>
            </a:endParaRPr>
          </a:p>
          <a:p>
            <a:pPr marL="0" lvl="0" indent="0" algn="ctr" rtl="0">
              <a:spcBef>
                <a:spcPts val="0"/>
              </a:spcBef>
              <a:spcAft>
                <a:spcPts val="0"/>
              </a:spcAft>
              <a:buNone/>
            </a:pPr>
            <a:endParaRPr sz="1300">
              <a:solidFill>
                <a:schemeClr val="lt2"/>
              </a:solidFill>
            </a:endParaRPr>
          </a:p>
          <a:p>
            <a:pPr marL="0" lvl="0" indent="0" algn="ctr" rtl="0">
              <a:spcBef>
                <a:spcPts val="0"/>
              </a:spcBef>
              <a:spcAft>
                <a:spcPts val="0"/>
              </a:spcAft>
              <a:buNone/>
            </a:pPr>
            <a:endParaRPr sz="1300">
              <a:solidFill>
                <a:schemeClr val="lt2"/>
              </a:solidFill>
            </a:endParaRPr>
          </a:p>
        </p:txBody>
      </p:sp>
      <p:pic>
        <p:nvPicPr>
          <p:cNvPr id="837" name="Google Shape;837;p50"/>
          <p:cNvPicPr preferRelativeResize="0"/>
          <p:nvPr/>
        </p:nvPicPr>
        <p:blipFill>
          <a:blip r:embed="rId3">
            <a:alphaModFix/>
          </a:blip>
          <a:stretch>
            <a:fillRect/>
          </a:stretch>
        </p:blipFill>
        <p:spPr>
          <a:xfrm>
            <a:off x="5239049" y="3694600"/>
            <a:ext cx="3304232" cy="1234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51"/>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Let’s keep practicing</a:t>
            </a:r>
            <a:endParaRPr sz="4600"/>
          </a:p>
        </p:txBody>
      </p:sp>
      <p:sp>
        <p:nvSpPr>
          <p:cNvPr id="843" name="Google Shape;843;p51"/>
          <p:cNvSpPr txBox="1">
            <a:spLocks noGrp="1"/>
          </p:cNvSpPr>
          <p:nvPr>
            <p:ph type="title"/>
          </p:nvPr>
        </p:nvSpPr>
        <p:spPr>
          <a:xfrm>
            <a:off x="1728825" y="25529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Script 09_joins_binds_df.</a:t>
            </a:r>
            <a:r>
              <a:rPr lang="en" sz="1500" b="0" i="1"/>
              <a:t>R</a:t>
            </a:r>
            <a:endParaRPr sz="1500" b="0" i="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1">
          <a:extLst>
            <a:ext uri="{FF2B5EF4-FFF2-40B4-BE49-F238E27FC236}">
              <a16:creationId xmlns:a16="http://schemas.microsoft.com/office/drawing/2014/main" id="{905D44CE-B0AA-85B1-F96C-638D6E9C9E41}"/>
            </a:ext>
          </a:extLst>
        </p:cNvPr>
        <p:cNvGrpSpPr/>
        <p:nvPr/>
      </p:nvGrpSpPr>
      <p:grpSpPr>
        <a:xfrm>
          <a:off x="0" y="0"/>
          <a:ext cx="0" cy="0"/>
          <a:chOff x="0" y="0"/>
          <a:chExt cx="0" cy="0"/>
        </a:xfrm>
      </p:grpSpPr>
      <p:sp>
        <p:nvSpPr>
          <p:cNvPr id="842" name="Google Shape;842;p51">
            <a:extLst>
              <a:ext uri="{FF2B5EF4-FFF2-40B4-BE49-F238E27FC236}">
                <a16:creationId xmlns:a16="http://schemas.microsoft.com/office/drawing/2014/main" id="{19ECED59-3EB6-B7A6-E332-49A71D4D7627}"/>
              </a:ext>
            </a:extLst>
          </p:cNvPr>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Let’s keep practicing</a:t>
            </a:r>
            <a:endParaRPr sz="4600"/>
          </a:p>
        </p:txBody>
      </p:sp>
      <p:sp>
        <p:nvSpPr>
          <p:cNvPr id="843" name="Google Shape;843;p51">
            <a:extLst>
              <a:ext uri="{FF2B5EF4-FFF2-40B4-BE49-F238E27FC236}">
                <a16:creationId xmlns:a16="http://schemas.microsoft.com/office/drawing/2014/main" id="{85F75093-FD5A-79B0-C95B-B6943D066C8A}"/>
              </a:ext>
            </a:extLst>
          </p:cNvPr>
          <p:cNvSpPr txBox="1">
            <a:spLocks noGrp="1"/>
          </p:cNvSpPr>
          <p:nvPr>
            <p:ph type="title"/>
          </p:nvPr>
        </p:nvSpPr>
        <p:spPr>
          <a:xfrm>
            <a:off x="1728825" y="25529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dirty="0"/>
          </a:p>
          <a:p>
            <a:pPr marL="0" lvl="0" indent="0" algn="ctr" rtl="0">
              <a:spcBef>
                <a:spcPts val="0"/>
              </a:spcBef>
              <a:spcAft>
                <a:spcPts val="0"/>
              </a:spcAft>
              <a:buNone/>
            </a:pPr>
            <a:r>
              <a:rPr lang="en" sz="1500" b="0" dirty="0"/>
              <a:t>Script 10_import_data.</a:t>
            </a:r>
            <a:r>
              <a:rPr lang="en" sz="1500" b="0" i="1" dirty="0"/>
              <a:t>R</a:t>
            </a:r>
            <a:endParaRPr sz="1500" b="0" i="1" dirty="0"/>
          </a:p>
        </p:txBody>
      </p:sp>
    </p:spTree>
    <p:extLst>
      <p:ext uri="{BB962C8B-B14F-4D97-AF65-F5344CB8AC3E}">
        <p14:creationId xmlns:p14="http://schemas.microsoft.com/office/powerpoint/2010/main" val="2743164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41">
          <a:extLst>
            <a:ext uri="{FF2B5EF4-FFF2-40B4-BE49-F238E27FC236}">
              <a16:creationId xmlns:a16="http://schemas.microsoft.com/office/drawing/2014/main" id="{71CF683D-FC05-86AA-E46C-4ED0B493C040}"/>
            </a:ext>
          </a:extLst>
        </p:cNvPr>
        <p:cNvGrpSpPr/>
        <p:nvPr/>
      </p:nvGrpSpPr>
      <p:grpSpPr>
        <a:xfrm>
          <a:off x="0" y="0"/>
          <a:ext cx="0" cy="0"/>
          <a:chOff x="0" y="0"/>
          <a:chExt cx="0" cy="0"/>
        </a:xfrm>
      </p:grpSpPr>
      <p:sp>
        <p:nvSpPr>
          <p:cNvPr id="842" name="Google Shape;842;p51">
            <a:extLst>
              <a:ext uri="{FF2B5EF4-FFF2-40B4-BE49-F238E27FC236}">
                <a16:creationId xmlns:a16="http://schemas.microsoft.com/office/drawing/2014/main" id="{6753E7CB-610F-5004-B2F1-6E192B206165}"/>
              </a:ext>
            </a:extLst>
          </p:cNvPr>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Let’s keep practicing</a:t>
            </a:r>
            <a:endParaRPr sz="4600"/>
          </a:p>
        </p:txBody>
      </p:sp>
      <p:sp>
        <p:nvSpPr>
          <p:cNvPr id="843" name="Google Shape;843;p51">
            <a:extLst>
              <a:ext uri="{FF2B5EF4-FFF2-40B4-BE49-F238E27FC236}">
                <a16:creationId xmlns:a16="http://schemas.microsoft.com/office/drawing/2014/main" id="{4DB09DA4-6EBC-087F-3289-A2659CF45961}"/>
              </a:ext>
            </a:extLst>
          </p:cNvPr>
          <p:cNvSpPr txBox="1">
            <a:spLocks noGrp="1"/>
          </p:cNvSpPr>
          <p:nvPr>
            <p:ph type="title"/>
          </p:nvPr>
        </p:nvSpPr>
        <p:spPr>
          <a:xfrm>
            <a:off x="1728825" y="25529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dirty="0"/>
          </a:p>
          <a:p>
            <a:pPr marL="0" lvl="0" indent="0" algn="ctr" rtl="0">
              <a:spcBef>
                <a:spcPts val="0"/>
              </a:spcBef>
              <a:spcAft>
                <a:spcPts val="0"/>
              </a:spcAft>
              <a:buNone/>
            </a:pPr>
            <a:r>
              <a:rPr lang="en" sz="1500" b="0"/>
              <a:t>Script 11_strings.</a:t>
            </a:r>
            <a:r>
              <a:rPr lang="en" sz="1500" b="0" i="1"/>
              <a:t>R</a:t>
            </a:r>
            <a:endParaRPr sz="1500" b="0" i="1" dirty="0"/>
          </a:p>
        </p:txBody>
      </p:sp>
    </p:spTree>
    <p:extLst>
      <p:ext uri="{BB962C8B-B14F-4D97-AF65-F5344CB8AC3E}">
        <p14:creationId xmlns:p14="http://schemas.microsoft.com/office/powerpoint/2010/main" val="374114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52"/>
          <p:cNvSpPr txBox="1">
            <a:spLocks noGrp="1"/>
          </p:cNvSpPr>
          <p:nvPr>
            <p:ph type="title"/>
          </p:nvPr>
        </p:nvSpPr>
        <p:spPr>
          <a:xfrm>
            <a:off x="537375" y="423825"/>
            <a:ext cx="8255100" cy="731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 sz="3000"/>
              <a:t>Task for next week: </a:t>
            </a:r>
            <a:endParaRPr sz="3000"/>
          </a:p>
        </p:txBody>
      </p:sp>
      <p:cxnSp>
        <p:nvCxnSpPr>
          <p:cNvPr id="849" name="Google Shape;849;p52"/>
          <p:cNvCxnSpPr/>
          <p:nvPr/>
        </p:nvCxnSpPr>
        <p:spPr>
          <a:xfrm>
            <a:off x="1807272" y="1309279"/>
            <a:ext cx="931200" cy="0"/>
          </a:xfrm>
          <a:prstGeom prst="straightConnector1">
            <a:avLst/>
          </a:prstGeom>
          <a:noFill/>
          <a:ln w="76200" cap="flat" cmpd="sng">
            <a:solidFill>
              <a:schemeClr val="lt2"/>
            </a:solidFill>
            <a:prstDash val="solid"/>
            <a:round/>
            <a:headEnd type="none" w="sm" len="sm"/>
            <a:tailEnd type="none" w="sm" len="sm"/>
          </a:ln>
        </p:spPr>
      </p:cxnSp>
      <p:sp>
        <p:nvSpPr>
          <p:cNvPr id="850" name="Google Shape;850;p52"/>
          <p:cNvSpPr txBox="1"/>
          <p:nvPr/>
        </p:nvSpPr>
        <p:spPr>
          <a:xfrm>
            <a:off x="262775" y="1660125"/>
            <a:ext cx="8255100" cy="25122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500" b="1" dirty="0">
                <a:solidFill>
                  <a:srgbClr val="7FCEF2"/>
                </a:solidFill>
                <a:latin typeface="Poppins"/>
                <a:ea typeface="Poppins"/>
                <a:cs typeface="Poppins"/>
                <a:sym typeface="Poppins"/>
              </a:rPr>
              <a:t>Asignación 3 </a:t>
            </a:r>
            <a:r>
              <a:rPr lang="en" sz="2500" dirty="0">
                <a:solidFill>
                  <a:srgbClr val="FFFFFF"/>
                </a:solidFill>
                <a:latin typeface="Poppins"/>
                <a:ea typeface="Poppins"/>
                <a:cs typeface="Poppins"/>
                <a:sym typeface="Poppins"/>
              </a:rPr>
              <a:t>(Sección de tareas, M7)</a:t>
            </a:r>
            <a:endParaRPr sz="2500" dirty="0">
              <a:solidFill>
                <a:srgbClr val="FFFFFF"/>
              </a:solidFill>
              <a:latin typeface="Poppins"/>
              <a:ea typeface="Poppins"/>
              <a:cs typeface="Poppins"/>
              <a:sym typeface="Poppins"/>
            </a:endParaRPr>
          </a:p>
          <a:p>
            <a:pPr marL="914400" lvl="1" indent="-323850" algn="just" rtl="0">
              <a:spcBef>
                <a:spcPts val="0"/>
              </a:spcBef>
              <a:spcAft>
                <a:spcPts val="0"/>
              </a:spcAft>
              <a:buClr>
                <a:srgbClr val="FFFFFF"/>
              </a:buClr>
              <a:buSzPts val="1500"/>
              <a:buFont typeface="Poppins"/>
              <a:buChar char="○"/>
            </a:pPr>
            <a:r>
              <a:rPr lang="en" sz="1500" dirty="0">
                <a:solidFill>
                  <a:srgbClr val="FFFFFF"/>
                </a:solidFill>
                <a:latin typeface="Poppins"/>
                <a:ea typeface="Poppins"/>
                <a:cs typeface="Poppins"/>
                <a:sym typeface="Poppins"/>
              </a:rPr>
              <a:t>Actividades sencillas para ser realizadas de forma grupal para comprobar los conocimientos que tenemos hasta el momento</a:t>
            </a:r>
            <a:endParaRPr sz="1500" dirty="0">
              <a:solidFill>
                <a:srgbClr val="FFFFFF"/>
              </a:solidFill>
              <a:latin typeface="Poppins"/>
              <a:ea typeface="Poppins"/>
              <a:cs typeface="Poppins"/>
              <a:sym typeface="Poppins"/>
            </a:endParaRPr>
          </a:p>
          <a:p>
            <a:pPr marL="1371600" lvl="2" indent="-323850" algn="just" rtl="0">
              <a:spcBef>
                <a:spcPts val="0"/>
              </a:spcBef>
              <a:spcAft>
                <a:spcPts val="0"/>
              </a:spcAft>
              <a:buClr>
                <a:srgbClr val="FFFFFF"/>
              </a:buClr>
              <a:buSzPts val="1500"/>
              <a:buFont typeface="Poppins"/>
              <a:buChar char="■"/>
            </a:pPr>
            <a:r>
              <a:rPr lang="en" sz="1500" dirty="0">
                <a:solidFill>
                  <a:srgbClr val="FFFFFF"/>
                </a:solidFill>
                <a:latin typeface="Poppins"/>
                <a:ea typeface="Poppins"/>
                <a:cs typeface="Poppins"/>
                <a:sym typeface="Poppins"/>
              </a:rPr>
              <a:t>Habrá distintas secciones y actividades, suficientes para poder repartir el trabajo en el equipo </a:t>
            </a:r>
            <a:endParaRPr sz="1500" dirty="0">
              <a:solidFill>
                <a:srgbClr val="FFFFFF"/>
              </a:solidFill>
              <a:latin typeface="Poppins"/>
              <a:ea typeface="Poppins"/>
              <a:cs typeface="Poppins"/>
              <a:sym typeface="Poppins"/>
            </a:endParaRPr>
          </a:p>
          <a:p>
            <a:pPr marL="914400" lvl="1" indent="-323850" algn="just" rtl="0">
              <a:spcBef>
                <a:spcPts val="0"/>
              </a:spcBef>
              <a:spcAft>
                <a:spcPts val="0"/>
              </a:spcAft>
              <a:buClr>
                <a:srgbClr val="FFFFFF"/>
              </a:buClr>
              <a:buSzPts val="1500"/>
              <a:buFont typeface="Poppins"/>
              <a:buChar char="○"/>
            </a:pPr>
            <a:r>
              <a:rPr lang="en" sz="1500" dirty="0">
                <a:solidFill>
                  <a:srgbClr val="FFFFFF"/>
                </a:solidFill>
                <a:latin typeface="Poppins"/>
                <a:ea typeface="Poppins"/>
                <a:cs typeface="Poppins"/>
                <a:sym typeface="Poppins"/>
              </a:rPr>
              <a:t>Pequeño apartado para adjuntar el dataset crudo  a emplear en el Proyecto, así como una descripción de las variables relevantes que piensan que pueden ser útiles en el desarrollo del mismo</a:t>
            </a:r>
            <a:endParaRPr sz="1500" dirty="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1263</Words>
  <Application>Microsoft Office PowerPoint</Application>
  <PresentationFormat>Presentación en pantalla (16:9)</PresentationFormat>
  <Paragraphs>156</Paragraphs>
  <Slides>21</Slides>
  <Notes>21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Poppins</vt:lpstr>
      <vt:lpstr>Poppins Light</vt:lpstr>
      <vt:lpstr>Arial</vt:lpstr>
      <vt:lpstr>Nunito Light</vt:lpstr>
      <vt:lpstr>Statistical Methods in Public Health - Master of Science in Biostatistics by Slidesgo</vt:lpstr>
      <vt:lpstr>Presentación de PowerPoint</vt:lpstr>
      <vt:lpstr>Data handling in R</vt:lpstr>
      <vt:lpstr>A not tidy dataset</vt:lpstr>
      <vt:lpstr>A tidy dataset</vt:lpstr>
      <vt:lpstr>Long vs wide data</vt:lpstr>
      <vt:lpstr>Wide (not tidy)</vt:lpstr>
      <vt:lpstr>What to do if we want to transform the format from wide to long or vice versa?</vt:lpstr>
      <vt:lpstr> Manipulate columns: separate() and unite() functions</vt:lpstr>
      <vt:lpstr>If we want to unite the sex and year  variables into two columns,  we use the unite() function.   unite(var_1, var_2, var_n,                   col = “name_new_var”,                    sep = ‘_’ o separator)    unite(sex, year,  col = “sex_year”, sep = “_”) </vt:lpstr>
      <vt:lpstr>Let's practice</vt:lpstr>
      <vt:lpstr>BREAK TIME</vt:lpstr>
      <vt:lpstr>Join tables in R using tidyverse joins</vt:lpstr>
      <vt:lpstr>Types of tidyverse joins - Mutating joins</vt:lpstr>
      <vt:lpstr>Types of tidyverse joins - Filtering joins</vt:lpstr>
      <vt:lpstr>Joining tables in R using binds</vt:lpstr>
      <vt:lpstr>Types of  binds</vt:lpstr>
      <vt:lpstr>Set operations in R</vt:lpstr>
      <vt:lpstr>Let’s keep practicing</vt:lpstr>
      <vt:lpstr>Let’s keep practicing</vt:lpstr>
      <vt:lpstr>Let’s keep practicing</vt:lpstr>
      <vt:lpstr>Task for next week: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Giorgio Cunto Morales</cp:lastModifiedBy>
  <cp:revision>3</cp:revision>
  <dcterms:modified xsi:type="dcterms:W3CDTF">2025-10-27T11:15:06Z</dcterms:modified>
</cp:coreProperties>
</file>