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9"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6858000" cy="9144000"/>
  <p:embeddedFontLst>
    <p:embeddedFont>
      <p:font typeface="Nunito Light" pitchFamily="2" charset="0"/>
      <p:regular r:id="rId13"/>
      <p:italic r:id="rId14"/>
    </p:embeddedFont>
    <p:embeddedFont>
      <p:font typeface="Poppins" panose="00000500000000000000" pitchFamily="2" charset="0"/>
      <p:regular r:id="rId15"/>
      <p:bold r:id="rId16"/>
      <p:italic r:id="rId17"/>
      <p:boldItalic r:id="rId18"/>
    </p:embeddedFont>
    <p:embeddedFont>
      <p:font typeface="Poppins Light" panose="00000400000000000000" pitchFamily="2" charset="0"/>
      <p:regular r:id="rId19"/>
      <p: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g25a9264b46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0" name="Google Shape;690;g25a9264b46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g285b85003be_0_3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9" name="Google Shape;699;g285b85003be_0_3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1ed5789fd10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7" name="Google Shape;707;g1ed5789fd10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En otras palabras, la estatura de los hijos de padres inusualmente altos o inusualmente bajos tiende a dirigirse a la estatura promedio de la población.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
        <p:cNvGrpSpPr/>
        <p:nvPr/>
      </p:nvGrpSpPr>
      <p:grpSpPr>
        <a:xfrm>
          <a:off x="0" y="0"/>
          <a:ext cx="0" cy="0"/>
          <a:chOff x="0" y="0"/>
          <a:chExt cx="0" cy="0"/>
        </a:xfrm>
      </p:grpSpPr>
      <p:sp>
        <p:nvSpPr>
          <p:cNvPr id="714" name="Google Shape;714;g2d51c3c326a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5" name="Google Shape;715;g2d51c3c326a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En otras palabras, la estatura de los hijos de padres inusualmente altos o inusualmente bajos tiende a dirigirse a la estatura promedio de la población.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g2d51c3c326a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3" name="Google Shape;723;g2d51c3c326a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En otras palabras, la estatura de los hijos de padres inusualmente altos o inusualmente bajos tiende a dirigirse a la estatura promedio de la población.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g2d51c3c326a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9" name="Google Shape;729;g2d51c3c326a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En otras palabras, la estatura de los hijos de padres inusualmente altos o inusualmente bajos tiende a dirigirse a la estatura promedio de la población.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g1eb5aabe767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1eb5aabe767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g1e86d1bb42c_0_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1" name="Google Shape;741;g1e86d1bb42c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Google Shape;745;g1ed5789fd10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6" name="Google Shape;746;g1ed5789fd10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303a7250c13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2" name="Google Shape;752;g303a7250c13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0" y="0"/>
            <a:ext cx="9144000" cy="5143500"/>
          </a:xfrm>
          <a:prstGeom prst="rect">
            <a:avLst/>
          </a:prstGeom>
          <a:noFill/>
          <a:ln>
            <a:noFill/>
          </a:ln>
        </p:spPr>
      </p:pic>
      <p:sp>
        <p:nvSpPr>
          <p:cNvPr id="10" name="Google Shape;10;p2"/>
          <p:cNvSpPr txBox="1">
            <a:spLocks noGrp="1"/>
          </p:cNvSpPr>
          <p:nvPr>
            <p:ph type="ctrTitle"/>
          </p:nvPr>
        </p:nvSpPr>
        <p:spPr>
          <a:xfrm>
            <a:off x="846900" y="1098283"/>
            <a:ext cx="7584000" cy="22473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7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846900" y="3728338"/>
            <a:ext cx="4528800" cy="4758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2" name="Google Shape;12;p2"/>
          <p:cNvGrpSpPr/>
          <p:nvPr/>
        </p:nvGrpSpPr>
        <p:grpSpPr>
          <a:xfrm>
            <a:off x="-747801" y="-707126"/>
            <a:ext cx="10297750" cy="6227885"/>
            <a:chOff x="-747801" y="-707126"/>
            <a:chExt cx="10297750" cy="6227885"/>
          </a:xfrm>
        </p:grpSpPr>
        <p:grpSp>
          <p:nvGrpSpPr>
            <p:cNvPr id="13" name="Google Shape;13;p2"/>
            <p:cNvGrpSpPr/>
            <p:nvPr/>
          </p:nvGrpSpPr>
          <p:grpSpPr>
            <a:xfrm>
              <a:off x="-747801" y="-707126"/>
              <a:ext cx="2577275" cy="1833510"/>
              <a:chOff x="781874" y="1294774"/>
              <a:chExt cx="2577275" cy="1833510"/>
            </a:xfrm>
          </p:grpSpPr>
          <p:sp>
            <p:nvSpPr>
              <p:cNvPr id="14" name="Google Shape;14;p2"/>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 name="Google Shape;24;p2"/>
            <p:cNvGrpSpPr/>
            <p:nvPr/>
          </p:nvGrpSpPr>
          <p:grpSpPr>
            <a:xfrm>
              <a:off x="6972674" y="3687249"/>
              <a:ext cx="2577275" cy="1833510"/>
              <a:chOff x="781874" y="1294774"/>
              <a:chExt cx="2577275" cy="1833510"/>
            </a:xfrm>
          </p:grpSpPr>
          <p:sp>
            <p:nvSpPr>
              <p:cNvPr id="25" name="Google Shape;25;p2"/>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5"/>
        <p:cNvGrpSpPr/>
        <p:nvPr/>
      </p:nvGrpSpPr>
      <p:grpSpPr>
        <a:xfrm>
          <a:off x="0" y="0"/>
          <a:ext cx="0" cy="0"/>
          <a:chOff x="0" y="0"/>
          <a:chExt cx="0" cy="0"/>
        </a:xfrm>
      </p:grpSpPr>
      <p:pic>
        <p:nvPicPr>
          <p:cNvPr id="36" name="Google Shape;36;p3"/>
          <p:cNvPicPr preferRelativeResize="0"/>
          <p:nvPr/>
        </p:nvPicPr>
        <p:blipFill>
          <a:blip r:embed="rId2">
            <a:alphaModFix/>
          </a:blip>
          <a:stretch>
            <a:fillRect/>
          </a:stretch>
        </p:blipFill>
        <p:spPr>
          <a:xfrm>
            <a:off x="0" y="0"/>
            <a:ext cx="9144000" cy="5143500"/>
          </a:xfrm>
          <a:prstGeom prst="rect">
            <a:avLst/>
          </a:prstGeom>
          <a:noFill/>
          <a:ln>
            <a:noFill/>
          </a:ln>
        </p:spPr>
      </p:pic>
      <p:sp>
        <p:nvSpPr>
          <p:cNvPr id="37" name="Google Shape;37;p3"/>
          <p:cNvSpPr txBox="1">
            <a:spLocks noGrp="1"/>
          </p:cNvSpPr>
          <p:nvPr>
            <p:ph type="title"/>
          </p:nvPr>
        </p:nvSpPr>
        <p:spPr>
          <a:xfrm>
            <a:off x="713225" y="2344050"/>
            <a:ext cx="5067600" cy="9201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38" name="Google Shape;38;p3"/>
          <p:cNvSpPr txBox="1">
            <a:spLocks noGrp="1"/>
          </p:cNvSpPr>
          <p:nvPr>
            <p:ph type="title" idx="2" hasCustomPrompt="1"/>
          </p:nvPr>
        </p:nvSpPr>
        <p:spPr>
          <a:xfrm>
            <a:off x="713225" y="1353475"/>
            <a:ext cx="1652100" cy="9159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6000">
                <a:solidFill>
                  <a:schemeClr val="l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9" name="Google Shape;39;p3"/>
          <p:cNvSpPr txBox="1">
            <a:spLocks noGrp="1"/>
          </p:cNvSpPr>
          <p:nvPr>
            <p:ph type="subTitle" idx="1"/>
          </p:nvPr>
        </p:nvSpPr>
        <p:spPr>
          <a:xfrm>
            <a:off x="713225" y="3415025"/>
            <a:ext cx="5067600" cy="375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40" name="Google Shape;40;p3"/>
          <p:cNvGrpSpPr/>
          <p:nvPr/>
        </p:nvGrpSpPr>
        <p:grpSpPr>
          <a:xfrm>
            <a:off x="6172199" y="136174"/>
            <a:ext cx="2791650" cy="4892530"/>
            <a:chOff x="6172199" y="136174"/>
            <a:chExt cx="2791650" cy="4892530"/>
          </a:xfrm>
        </p:grpSpPr>
        <p:grpSp>
          <p:nvGrpSpPr>
            <p:cNvPr id="41" name="Google Shape;41;p3"/>
            <p:cNvGrpSpPr/>
            <p:nvPr/>
          </p:nvGrpSpPr>
          <p:grpSpPr>
            <a:xfrm>
              <a:off x="6292024" y="136174"/>
              <a:ext cx="2577275" cy="1833510"/>
              <a:chOff x="781874" y="1294774"/>
              <a:chExt cx="2577275" cy="1833510"/>
            </a:xfrm>
          </p:grpSpPr>
          <p:sp>
            <p:nvSpPr>
              <p:cNvPr id="42" name="Google Shape;42;p3"/>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3"/>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3"/>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3"/>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3"/>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3"/>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3"/>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 name="Google Shape;52;p3"/>
            <p:cNvGrpSpPr/>
            <p:nvPr/>
          </p:nvGrpSpPr>
          <p:grpSpPr>
            <a:xfrm>
              <a:off x="8027339" y="2095605"/>
              <a:ext cx="936510" cy="688006"/>
              <a:chOff x="3235964" y="2587955"/>
              <a:chExt cx="936510" cy="688006"/>
            </a:xfrm>
          </p:grpSpPr>
          <p:sp>
            <p:nvSpPr>
              <p:cNvPr id="53" name="Google Shape;53;p3"/>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 name="Google Shape;55;p3"/>
            <p:cNvGrpSpPr/>
            <p:nvPr/>
          </p:nvGrpSpPr>
          <p:grpSpPr>
            <a:xfrm>
              <a:off x="8027628" y="3199534"/>
              <a:ext cx="935946" cy="1829159"/>
              <a:chOff x="4738303" y="2514672"/>
              <a:chExt cx="935946" cy="1829159"/>
            </a:xfrm>
          </p:grpSpPr>
          <p:sp>
            <p:nvSpPr>
              <p:cNvPr id="56" name="Google Shape;56;p3"/>
              <p:cNvSpPr/>
              <p:nvPr/>
            </p:nvSpPr>
            <p:spPr>
              <a:xfrm rot="10800000">
                <a:off x="5149249" y="27403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rot="10800000">
                <a:off x="4739611" y="297132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
              <p:cNvSpPr/>
              <p:nvPr/>
            </p:nvSpPr>
            <p:spPr>
              <a:xfrm rot="10800000">
                <a:off x="4738303" y="2514672"/>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3"/>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 name="Google Shape;62;p3"/>
            <p:cNvGrpSpPr/>
            <p:nvPr/>
          </p:nvGrpSpPr>
          <p:grpSpPr>
            <a:xfrm>
              <a:off x="6172199" y="4113949"/>
              <a:ext cx="1345775" cy="914755"/>
              <a:chOff x="2264799" y="3654374"/>
              <a:chExt cx="1345775" cy="914755"/>
            </a:xfrm>
          </p:grpSpPr>
          <p:sp>
            <p:nvSpPr>
              <p:cNvPr id="63" name="Google Shape;63;p3"/>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3"/>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3"/>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7"/>
        <p:cNvGrpSpPr/>
        <p:nvPr/>
      </p:nvGrpSpPr>
      <p:grpSpPr>
        <a:xfrm>
          <a:off x="0" y="0"/>
          <a:ext cx="0" cy="0"/>
          <a:chOff x="0" y="0"/>
          <a:chExt cx="0" cy="0"/>
        </a:xfrm>
      </p:grpSpPr>
      <p:sp>
        <p:nvSpPr>
          <p:cNvPr id="68" name="Google Shape;68;p4"/>
          <p:cNvSpPr txBox="1">
            <a:spLocks noGrp="1"/>
          </p:cNvSpPr>
          <p:nvPr>
            <p:ph type="body" idx="1"/>
          </p:nvPr>
        </p:nvSpPr>
        <p:spPr>
          <a:xfrm>
            <a:off x="720000" y="1215752"/>
            <a:ext cx="7704000" cy="3416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lt2"/>
              </a:buClr>
              <a:buSzPts val="1400"/>
              <a:buFont typeface="Poppins Light"/>
              <a:buChar char="●"/>
              <a:defRPr/>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sp>
        <p:nvSpPr>
          <p:cNvPr id="69" name="Google Shape;69;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70" name="Google Shape;70;p4"/>
          <p:cNvGrpSpPr/>
          <p:nvPr/>
        </p:nvGrpSpPr>
        <p:grpSpPr>
          <a:xfrm>
            <a:off x="6899599" y="2745080"/>
            <a:ext cx="2577275" cy="2677354"/>
            <a:chOff x="6899599" y="2745080"/>
            <a:chExt cx="2577275" cy="2677354"/>
          </a:xfrm>
        </p:grpSpPr>
        <p:grpSp>
          <p:nvGrpSpPr>
            <p:cNvPr id="71" name="Google Shape;71;p4"/>
            <p:cNvGrpSpPr/>
            <p:nvPr/>
          </p:nvGrpSpPr>
          <p:grpSpPr>
            <a:xfrm>
              <a:off x="6899599" y="3588924"/>
              <a:ext cx="2577275" cy="1833510"/>
              <a:chOff x="781874" y="1294774"/>
              <a:chExt cx="2577275" cy="1833510"/>
            </a:xfrm>
          </p:grpSpPr>
          <p:sp>
            <p:nvSpPr>
              <p:cNvPr id="72" name="Google Shape;72;p4"/>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4"/>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4"/>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4"/>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4"/>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4"/>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4"/>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4"/>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4"/>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4"/>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 name="Google Shape;82;p4"/>
            <p:cNvGrpSpPr/>
            <p:nvPr/>
          </p:nvGrpSpPr>
          <p:grpSpPr>
            <a:xfrm>
              <a:off x="7887114" y="2745080"/>
              <a:ext cx="936510" cy="688006"/>
              <a:chOff x="3235964" y="2587955"/>
              <a:chExt cx="936510" cy="688006"/>
            </a:xfrm>
          </p:grpSpPr>
          <p:sp>
            <p:nvSpPr>
              <p:cNvPr id="83" name="Google Shape;83;p4"/>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4"/>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extLst>
    <p:ext uri="{DCECCB84-F9BA-43D5-87BE-67443E8EF086}">
      <p15:sldGuideLst xmlns:p15="http://schemas.microsoft.com/office/powerpoint/2012/main">
        <p15:guide id="1" orient="horz" pos="110">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85"/>
        <p:cNvGrpSpPr/>
        <p:nvPr/>
      </p:nvGrpSpPr>
      <p:grpSpPr>
        <a:xfrm>
          <a:off x="0" y="0"/>
          <a:ext cx="0" cy="0"/>
          <a:chOff x="0" y="0"/>
          <a:chExt cx="0" cy="0"/>
        </a:xfrm>
      </p:grpSpPr>
      <p:sp>
        <p:nvSpPr>
          <p:cNvPr id="86" name="Google Shape;86;p5"/>
          <p:cNvSpPr txBox="1">
            <a:spLocks noGrp="1"/>
          </p:cNvSpPr>
          <p:nvPr>
            <p:ph type="subTitle" idx="1"/>
          </p:nvPr>
        </p:nvSpPr>
        <p:spPr>
          <a:xfrm>
            <a:off x="5055284" y="3695224"/>
            <a:ext cx="2505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14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87" name="Google Shape;87;p5"/>
          <p:cNvSpPr txBox="1">
            <a:spLocks noGrp="1"/>
          </p:cNvSpPr>
          <p:nvPr>
            <p:ph type="subTitle" idx="2"/>
          </p:nvPr>
        </p:nvSpPr>
        <p:spPr>
          <a:xfrm>
            <a:off x="1583300" y="3695224"/>
            <a:ext cx="2505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14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88" name="Google Shape;88;p5"/>
          <p:cNvSpPr txBox="1">
            <a:spLocks noGrp="1"/>
          </p:cNvSpPr>
          <p:nvPr>
            <p:ph type="subTitle" idx="3"/>
          </p:nvPr>
        </p:nvSpPr>
        <p:spPr>
          <a:xfrm>
            <a:off x="5055275" y="3122525"/>
            <a:ext cx="25056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89" name="Google Shape;89;p5"/>
          <p:cNvSpPr txBox="1">
            <a:spLocks noGrp="1"/>
          </p:cNvSpPr>
          <p:nvPr>
            <p:ph type="subTitle" idx="4"/>
          </p:nvPr>
        </p:nvSpPr>
        <p:spPr>
          <a:xfrm>
            <a:off x="1583075" y="3122525"/>
            <a:ext cx="25056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90" name="Google Shape;90;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91" name="Google Shape;91;p5"/>
          <p:cNvGrpSpPr/>
          <p:nvPr/>
        </p:nvGrpSpPr>
        <p:grpSpPr>
          <a:xfrm>
            <a:off x="117324" y="1944274"/>
            <a:ext cx="9242625" cy="3033405"/>
            <a:chOff x="117324" y="1944274"/>
            <a:chExt cx="9242625" cy="3033405"/>
          </a:xfrm>
        </p:grpSpPr>
        <p:grpSp>
          <p:nvGrpSpPr>
            <p:cNvPr id="92" name="Google Shape;92;p5"/>
            <p:cNvGrpSpPr/>
            <p:nvPr/>
          </p:nvGrpSpPr>
          <p:grpSpPr>
            <a:xfrm>
              <a:off x="8424003" y="1944274"/>
              <a:ext cx="935946" cy="1833882"/>
              <a:chOff x="4738303" y="2509949"/>
              <a:chExt cx="935946" cy="1833882"/>
            </a:xfrm>
          </p:grpSpPr>
          <p:sp>
            <p:nvSpPr>
              <p:cNvPr id="93" name="Google Shape;93;p5"/>
              <p:cNvSpPr/>
              <p:nvPr/>
            </p:nvSpPr>
            <p:spPr>
              <a:xfrm rot="10800000">
                <a:off x="5149249" y="273563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rot="10800000">
                <a:off x="4739611" y="2966604"/>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5"/>
              <p:cNvSpPr/>
              <p:nvPr/>
            </p:nvSpPr>
            <p:spPr>
              <a:xfrm rot="10800000">
                <a:off x="4738303" y="2509949"/>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5"/>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5"/>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5"/>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 name="Google Shape;99;p5"/>
            <p:cNvGrpSpPr/>
            <p:nvPr/>
          </p:nvGrpSpPr>
          <p:grpSpPr>
            <a:xfrm>
              <a:off x="117324" y="4062924"/>
              <a:ext cx="1345775" cy="914755"/>
              <a:chOff x="2264799" y="3654374"/>
              <a:chExt cx="1345775" cy="914755"/>
            </a:xfrm>
          </p:grpSpPr>
          <p:sp>
            <p:nvSpPr>
              <p:cNvPr id="100" name="Google Shape;100;p5"/>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5"/>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5"/>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5"/>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4"/>
        <p:cNvGrpSpPr/>
        <p:nvPr/>
      </p:nvGrpSpPr>
      <p:grpSpPr>
        <a:xfrm>
          <a:off x="0" y="0"/>
          <a:ext cx="0" cy="0"/>
          <a:chOff x="0" y="0"/>
          <a:chExt cx="0" cy="0"/>
        </a:xfrm>
      </p:grpSpPr>
      <p:sp>
        <p:nvSpPr>
          <p:cNvPr id="105" name="Google Shape;105;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106" name="Google Shape;106;p6"/>
          <p:cNvGrpSpPr/>
          <p:nvPr/>
        </p:nvGrpSpPr>
        <p:grpSpPr>
          <a:xfrm>
            <a:off x="7481624" y="4031499"/>
            <a:ext cx="1345775" cy="914755"/>
            <a:chOff x="2264799" y="3654374"/>
            <a:chExt cx="1345775" cy="914755"/>
          </a:xfrm>
        </p:grpSpPr>
        <p:sp>
          <p:nvSpPr>
            <p:cNvPr id="107" name="Google Shape;107;p6"/>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6"/>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6"/>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6"/>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11"/>
        <p:cNvGrpSpPr/>
        <p:nvPr/>
      </p:nvGrpSpPr>
      <p:grpSpPr>
        <a:xfrm>
          <a:off x="0" y="0"/>
          <a:ext cx="0" cy="0"/>
          <a:chOff x="0" y="0"/>
          <a:chExt cx="0" cy="0"/>
        </a:xfrm>
      </p:grpSpPr>
      <p:sp>
        <p:nvSpPr>
          <p:cNvPr id="112" name="Google Shape;112;p7"/>
          <p:cNvSpPr txBox="1">
            <a:spLocks noGrp="1"/>
          </p:cNvSpPr>
          <p:nvPr>
            <p:ph type="title"/>
          </p:nvPr>
        </p:nvSpPr>
        <p:spPr>
          <a:xfrm>
            <a:off x="720000" y="445025"/>
            <a:ext cx="4294800" cy="15243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3" name="Google Shape;113;p7"/>
          <p:cNvSpPr txBox="1">
            <a:spLocks noGrp="1"/>
          </p:cNvSpPr>
          <p:nvPr>
            <p:ph type="subTitle" idx="1"/>
          </p:nvPr>
        </p:nvSpPr>
        <p:spPr>
          <a:xfrm>
            <a:off x="720000" y="2000900"/>
            <a:ext cx="4294800" cy="22983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2"/>
              </a:buClr>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14"/>
        <p:cNvGrpSpPr/>
        <p:nvPr/>
      </p:nvGrpSpPr>
      <p:grpSpPr>
        <a:xfrm>
          <a:off x="0" y="0"/>
          <a:ext cx="0" cy="0"/>
          <a:chOff x="0" y="0"/>
          <a:chExt cx="0" cy="0"/>
        </a:xfrm>
      </p:grpSpPr>
      <p:pic>
        <p:nvPicPr>
          <p:cNvPr id="115" name="Google Shape;115;p8"/>
          <p:cNvPicPr preferRelativeResize="0"/>
          <p:nvPr/>
        </p:nvPicPr>
        <p:blipFill>
          <a:blip r:embed="rId2">
            <a:alphaModFix/>
          </a:blip>
          <a:stretch>
            <a:fillRect/>
          </a:stretch>
        </p:blipFill>
        <p:spPr>
          <a:xfrm>
            <a:off x="0" y="0"/>
            <a:ext cx="9144000" cy="5143500"/>
          </a:xfrm>
          <a:prstGeom prst="rect">
            <a:avLst/>
          </a:prstGeom>
          <a:noFill/>
          <a:ln>
            <a:noFill/>
          </a:ln>
        </p:spPr>
      </p:pic>
      <p:sp>
        <p:nvSpPr>
          <p:cNvPr id="116" name="Google Shape;116;p8"/>
          <p:cNvSpPr txBox="1">
            <a:spLocks noGrp="1"/>
          </p:cNvSpPr>
          <p:nvPr>
            <p:ph type="title"/>
          </p:nvPr>
        </p:nvSpPr>
        <p:spPr>
          <a:xfrm>
            <a:off x="1768550" y="1307100"/>
            <a:ext cx="56070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117" name="Google Shape;117;p8"/>
          <p:cNvGrpSpPr/>
          <p:nvPr/>
        </p:nvGrpSpPr>
        <p:grpSpPr>
          <a:xfrm>
            <a:off x="-684701" y="-255601"/>
            <a:ext cx="9583450" cy="5227957"/>
            <a:chOff x="-684701" y="-255601"/>
            <a:chExt cx="9583450" cy="5227957"/>
          </a:xfrm>
        </p:grpSpPr>
        <p:grpSp>
          <p:nvGrpSpPr>
            <p:cNvPr id="118" name="Google Shape;118;p8"/>
            <p:cNvGrpSpPr/>
            <p:nvPr/>
          </p:nvGrpSpPr>
          <p:grpSpPr>
            <a:xfrm>
              <a:off x="-684701" y="-255601"/>
              <a:ext cx="2577275" cy="1833510"/>
              <a:chOff x="781874" y="1294774"/>
              <a:chExt cx="2577275" cy="1833510"/>
            </a:xfrm>
          </p:grpSpPr>
          <p:sp>
            <p:nvSpPr>
              <p:cNvPr id="119" name="Google Shape;119;p8"/>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8"/>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8"/>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8"/>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8"/>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8"/>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8"/>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 name="Google Shape;129;p8"/>
            <p:cNvGrpSpPr/>
            <p:nvPr/>
          </p:nvGrpSpPr>
          <p:grpSpPr>
            <a:xfrm>
              <a:off x="7962803" y="3143197"/>
              <a:ext cx="935946" cy="1829159"/>
              <a:chOff x="4738303" y="2514672"/>
              <a:chExt cx="935946" cy="1829159"/>
            </a:xfrm>
          </p:grpSpPr>
          <p:sp>
            <p:nvSpPr>
              <p:cNvPr id="130" name="Google Shape;130;p8"/>
              <p:cNvSpPr/>
              <p:nvPr/>
            </p:nvSpPr>
            <p:spPr>
              <a:xfrm rot="10800000">
                <a:off x="5149249" y="27403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8"/>
              <p:cNvSpPr/>
              <p:nvPr/>
            </p:nvSpPr>
            <p:spPr>
              <a:xfrm rot="10800000">
                <a:off x="4739611" y="297132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8"/>
              <p:cNvSpPr/>
              <p:nvPr/>
            </p:nvSpPr>
            <p:spPr>
              <a:xfrm rot="10800000">
                <a:off x="4738303" y="2514672"/>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8"/>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8"/>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8"/>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 name="Google Shape;136;p8"/>
            <p:cNvGrpSpPr/>
            <p:nvPr/>
          </p:nvGrpSpPr>
          <p:grpSpPr>
            <a:xfrm>
              <a:off x="6360749" y="4057599"/>
              <a:ext cx="1345775" cy="914755"/>
              <a:chOff x="2264799" y="3654374"/>
              <a:chExt cx="1345775" cy="914755"/>
            </a:xfrm>
          </p:grpSpPr>
          <p:sp>
            <p:nvSpPr>
              <p:cNvPr id="137" name="Google Shape;137;p8"/>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8"/>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8"/>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8"/>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41"/>
        <p:cNvGrpSpPr/>
        <p:nvPr/>
      </p:nvGrpSpPr>
      <p:grpSpPr>
        <a:xfrm>
          <a:off x="0" y="0"/>
          <a:ext cx="0" cy="0"/>
          <a:chOff x="0" y="0"/>
          <a:chExt cx="0" cy="0"/>
        </a:xfrm>
      </p:grpSpPr>
      <p:pic>
        <p:nvPicPr>
          <p:cNvPr id="142" name="Google Shape;142;p9"/>
          <p:cNvPicPr preferRelativeResize="0"/>
          <p:nvPr/>
        </p:nvPicPr>
        <p:blipFill>
          <a:blip r:embed="rId2">
            <a:alphaModFix/>
          </a:blip>
          <a:stretch>
            <a:fillRect/>
          </a:stretch>
        </p:blipFill>
        <p:spPr>
          <a:xfrm>
            <a:off x="0" y="0"/>
            <a:ext cx="9144000" cy="5143500"/>
          </a:xfrm>
          <a:prstGeom prst="rect">
            <a:avLst/>
          </a:prstGeom>
          <a:noFill/>
          <a:ln>
            <a:noFill/>
          </a:ln>
        </p:spPr>
      </p:pic>
      <p:sp>
        <p:nvSpPr>
          <p:cNvPr id="143" name="Google Shape;143;p9"/>
          <p:cNvSpPr txBox="1">
            <a:spLocks noGrp="1"/>
          </p:cNvSpPr>
          <p:nvPr>
            <p:ph type="title"/>
          </p:nvPr>
        </p:nvSpPr>
        <p:spPr>
          <a:xfrm>
            <a:off x="2135550" y="1541188"/>
            <a:ext cx="4872900" cy="116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65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144" name="Google Shape;144;p9"/>
          <p:cNvSpPr txBox="1">
            <a:spLocks noGrp="1"/>
          </p:cNvSpPr>
          <p:nvPr>
            <p:ph type="subTitle" idx="1"/>
          </p:nvPr>
        </p:nvSpPr>
        <p:spPr>
          <a:xfrm>
            <a:off x="2135550" y="2931213"/>
            <a:ext cx="4872900" cy="67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45" name="Google Shape;145;p9"/>
          <p:cNvGrpSpPr/>
          <p:nvPr/>
        </p:nvGrpSpPr>
        <p:grpSpPr>
          <a:xfrm>
            <a:off x="-244726" y="136174"/>
            <a:ext cx="9143475" cy="4810080"/>
            <a:chOff x="-244726" y="136174"/>
            <a:chExt cx="9143475" cy="4810080"/>
          </a:xfrm>
        </p:grpSpPr>
        <p:grpSp>
          <p:nvGrpSpPr>
            <p:cNvPr id="146" name="Google Shape;146;p9"/>
            <p:cNvGrpSpPr/>
            <p:nvPr/>
          </p:nvGrpSpPr>
          <p:grpSpPr>
            <a:xfrm>
              <a:off x="7962803" y="2451822"/>
              <a:ext cx="935946" cy="1829159"/>
              <a:chOff x="4738303" y="2514672"/>
              <a:chExt cx="935946" cy="1829159"/>
            </a:xfrm>
          </p:grpSpPr>
          <p:sp>
            <p:nvSpPr>
              <p:cNvPr id="147" name="Google Shape;147;p9"/>
              <p:cNvSpPr/>
              <p:nvPr/>
            </p:nvSpPr>
            <p:spPr>
              <a:xfrm rot="10800000">
                <a:off x="5149249" y="27403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9"/>
              <p:cNvSpPr/>
              <p:nvPr/>
            </p:nvSpPr>
            <p:spPr>
              <a:xfrm rot="10800000">
                <a:off x="4739611" y="297132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9"/>
              <p:cNvSpPr/>
              <p:nvPr/>
            </p:nvSpPr>
            <p:spPr>
              <a:xfrm rot="10800000">
                <a:off x="4738303" y="2514672"/>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9"/>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9"/>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9"/>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 name="Google Shape;153;p9"/>
            <p:cNvGrpSpPr/>
            <p:nvPr/>
          </p:nvGrpSpPr>
          <p:grpSpPr>
            <a:xfrm>
              <a:off x="2135549" y="4031499"/>
              <a:ext cx="1345775" cy="914755"/>
              <a:chOff x="2264799" y="3654374"/>
              <a:chExt cx="1345775" cy="914755"/>
            </a:xfrm>
          </p:grpSpPr>
          <p:sp>
            <p:nvSpPr>
              <p:cNvPr id="154" name="Google Shape;154;p9"/>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9"/>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9"/>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9"/>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8" name="Google Shape;158;p9"/>
            <p:cNvGrpSpPr/>
            <p:nvPr/>
          </p:nvGrpSpPr>
          <p:grpSpPr>
            <a:xfrm>
              <a:off x="-244726" y="136174"/>
              <a:ext cx="2577275" cy="1833510"/>
              <a:chOff x="781874" y="1294774"/>
              <a:chExt cx="2577275" cy="1833510"/>
            </a:xfrm>
          </p:grpSpPr>
          <p:sp>
            <p:nvSpPr>
              <p:cNvPr id="159" name="Google Shape;159;p9"/>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9"/>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9"/>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9"/>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9"/>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9"/>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9"/>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9"/>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9"/>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9"/>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69"/>
        <p:cNvGrpSpPr/>
        <p:nvPr/>
      </p:nvGrpSpPr>
      <p:grpSpPr>
        <a:xfrm>
          <a:off x="0" y="0"/>
          <a:ext cx="0" cy="0"/>
          <a:chOff x="0" y="0"/>
          <a:chExt cx="0" cy="0"/>
        </a:xfrm>
      </p:grpSpPr>
      <p:sp>
        <p:nvSpPr>
          <p:cNvPr id="170" name="Google Shape;170;p10"/>
          <p:cNvSpPr>
            <a:spLocks noGrp="1"/>
          </p:cNvSpPr>
          <p:nvPr>
            <p:ph type="pic" idx="2"/>
          </p:nvPr>
        </p:nvSpPr>
        <p:spPr>
          <a:xfrm>
            <a:off x="-25" y="-13725"/>
            <a:ext cx="9144000" cy="5157300"/>
          </a:xfrm>
          <a:prstGeom prst="rect">
            <a:avLst/>
          </a:prstGeom>
          <a:noFill/>
          <a:ln>
            <a:noFill/>
          </a:ln>
        </p:spPr>
      </p:sp>
      <p:sp>
        <p:nvSpPr>
          <p:cNvPr id="171" name="Google Shape;171;p10"/>
          <p:cNvSpPr txBox="1">
            <a:spLocks noGrp="1"/>
          </p:cNvSpPr>
          <p:nvPr>
            <p:ph type="title"/>
          </p:nvPr>
        </p:nvSpPr>
        <p:spPr>
          <a:xfrm>
            <a:off x="720000" y="4014450"/>
            <a:ext cx="7704000" cy="5727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72"/>
        <p:cNvGrpSpPr/>
        <p:nvPr/>
      </p:nvGrpSpPr>
      <p:grpSpPr>
        <a:xfrm>
          <a:off x="0" y="0"/>
          <a:ext cx="0" cy="0"/>
          <a:chOff x="0" y="0"/>
          <a:chExt cx="0" cy="0"/>
        </a:xfrm>
      </p:grpSpPr>
      <p:pic>
        <p:nvPicPr>
          <p:cNvPr id="173" name="Google Shape;173;p11"/>
          <p:cNvPicPr preferRelativeResize="0"/>
          <p:nvPr/>
        </p:nvPicPr>
        <p:blipFill>
          <a:blip r:embed="rId2">
            <a:alphaModFix/>
          </a:blip>
          <a:stretch>
            <a:fillRect/>
          </a:stretch>
        </p:blipFill>
        <p:spPr>
          <a:xfrm>
            <a:off x="0" y="0"/>
            <a:ext cx="9144000" cy="5143500"/>
          </a:xfrm>
          <a:prstGeom prst="rect">
            <a:avLst/>
          </a:prstGeom>
          <a:noFill/>
          <a:ln>
            <a:noFill/>
          </a:ln>
        </p:spPr>
      </p:pic>
      <p:sp>
        <p:nvSpPr>
          <p:cNvPr id="174" name="Google Shape;174;p11"/>
          <p:cNvSpPr txBox="1">
            <a:spLocks noGrp="1"/>
          </p:cNvSpPr>
          <p:nvPr>
            <p:ph type="title" hasCustomPrompt="1"/>
          </p:nvPr>
        </p:nvSpPr>
        <p:spPr>
          <a:xfrm>
            <a:off x="1284000" y="1215175"/>
            <a:ext cx="6576000" cy="13347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solidFill>
                  <a:schemeClr val="lt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75" name="Google Shape;175;p11"/>
          <p:cNvSpPr txBox="1">
            <a:spLocks noGrp="1"/>
          </p:cNvSpPr>
          <p:nvPr>
            <p:ph type="subTitle" idx="1"/>
          </p:nvPr>
        </p:nvSpPr>
        <p:spPr>
          <a:xfrm>
            <a:off x="1284000" y="2850299"/>
            <a:ext cx="6576000" cy="497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176" name="Google Shape;176;p11"/>
          <p:cNvGrpSpPr/>
          <p:nvPr/>
        </p:nvGrpSpPr>
        <p:grpSpPr>
          <a:xfrm>
            <a:off x="-575414" y="236724"/>
            <a:ext cx="9256137" cy="4578762"/>
            <a:chOff x="-575414" y="236724"/>
            <a:chExt cx="9256137" cy="4578762"/>
          </a:xfrm>
        </p:grpSpPr>
        <p:grpSp>
          <p:nvGrpSpPr>
            <p:cNvPr id="177" name="Google Shape;177;p11"/>
            <p:cNvGrpSpPr/>
            <p:nvPr/>
          </p:nvGrpSpPr>
          <p:grpSpPr>
            <a:xfrm>
              <a:off x="-575414" y="236724"/>
              <a:ext cx="2577275" cy="1833510"/>
              <a:chOff x="781874" y="1294774"/>
              <a:chExt cx="2577275" cy="1833510"/>
            </a:xfrm>
          </p:grpSpPr>
          <p:sp>
            <p:nvSpPr>
              <p:cNvPr id="178" name="Google Shape;178;p11"/>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1"/>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1"/>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1"/>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1"/>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8" name="Google Shape;188;p11"/>
            <p:cNvGrpSpPr/>
            <p:nvPr/>
          </p:nvGrpSpPr>
          <p:grpSpPr>
            <a:xfrm>
              <a:off x="952289" y="4127480"/>
              <a:ext cx="936510" cy="688006"/>
              <a:chOff x="3235964" y="2587955"/>
              <a:chExt cx="936510" cy="688006"/>
            </a:xfrm>
          </p:grpSpPr>
          <p:sp>
            <p:nvSpPr>
              <p:cNvPr id="189" name="Google Shape;189;p11"/>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1"/>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1" name="Google Shape;191;p11"/>
            <p:cNvGrpSpPr/>
            <p:nvPr/>
          </p:nvGrpSpPr>
          <p:grpSpPr>
            <a:xfrm>
              <a:off x="7744778" y="2850299"/>
              <a:ext cx="935946" cy="1833882"/>
              <a:chOff x="4738303" y="2509949"/>
              <a:chExt cx="935946" cy="1833882"/>
            </a:xfrm>
          </p:grpSpPr>
          <p:sp>
            <p:nvSpPr>
              <p:cNvPr id="192" name="Google Shape;192;p11"/>
              <p:cNvSpPr/>
              <p:nvPr/>
            </p:nvSpPr>
            <p:spPr>
              <a:xfrm rot="10800000">
                <a:off x="5149249" y="273563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rot="10800000">
                <a:off x="4739611" y="2966604"/>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1"/>
              <p:cNvSpPr/>
              <p:nvPr/>
            </p:nvSpPr>
            <p:spPr>
              <a:xfrm rot="10800000">
                <a:off x="4738303" y="2509949"/>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1"/>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1"/>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 name="Google Shape;198;p11"/>
            <p:cNvGrpSpPr/>
            <p:nvPr/>
          </p:nvGrpSpPr>
          <p:grpSpPr>
            <a:xfrm>
              <a:off x="6109324" y="236724"/>
              <a:ext cx="1345775" cy="914755"/>
              <a:chOff x="2264799" y="3654374"/>
              <a:chExt cx="1345775" cy="914755"/>
            </a:xfrm>
          </p:grpSpPr>
          <p:sp>
            <p:nvSpPr>
              <p:cNvPr id="199" name="Google Shape;199;p11"/>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1"/>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1"/>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1"/>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20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204"/>
        <p:cNvGrpSpPr/>
        <p:nvPr/>
      </p:nvGrpSpPr>
      <p:grpSpPr>
        <a:xfrm>
          <a:off x="0" y="0"/>
          <a:ext cx="0" cy="0"/>
          <a:chOff x="0" y="0"/>
          <a:chExt cx="0" cy="0"/>
        </a:xfrm>
      </p:grpSpPr>
      <p:sp>
        <p:nvSpPr>
          <p:cNvPr id="205" name="Google Shape;205;p13"/>
          <p:cNvSpPr txBox="1">
            <a:spLocks noGrp="1"/>
          </p:cNvSpPr>
          <p:nvPr>
            <p:ph type="subTitle" idx="1"/>
          </p:nvPr>
        </p:nvSpPr>
        <p:spPr>
          <a:xfrm>
            <a:off x="720000" y="2285397"/>
            <a:ext cx="2450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6" name="Google Shape;206;p13"/>
          <p:cNvSpPr txBox="1">
            <a:spLocks noGrp="1"/>
          </p:cNvSpPr>
          <p:nvPr>
            <p:ph type="subTitle" idx="2"/>
          </p:nvPr>
        </p:nvSpPr>
        <p:spPr>
          <a:xfrm>
            <a:off x="3346572" y="2285397"/>
            <a:ext cx="2450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7" name="Google Shape;207;p13"/>
          <p:cNvSpPr txBox="1">
            <a:spLocks noGrp="1"/>
          </p:cNvSpPr>
          <p:nvPr>
            <p:ph type="subTitle" idx="3"/>
          </p:nvPr>
        </p:nvSpPr>
        <p:spPr>
          <a:xfrm>
            <a:off x="720000" y="4018575"/>
            <a:ext cx="2450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8" name="Google Shape;208;p13"/>
          <p:cNvSpPr txBox="1">
            <a:spLocks noGrp="1"/>
          </p:cNvSpPr>
          <p:nvPr>
            <p:ph type="subTitle" idx="4"/>
          </p:nvPr>
        </p:nvSpPr>
        <p:spPr>
          <a:xfrm>
            <a:off x="3346572" y="4018575"/>
            <a:ext cx="2450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9" name="Google Shape;209;p13"/>
          <p:cNvSpPr txBox="1">
            <a:spLocks noGrp="1"/>
          </p:cNvSpPr>
          <p:nvPr>
            <p:ph type="subTitle" idx="5"/>
          </p:nvPr>
        </p:nvSpPr>
        <p:spPr>
          <a:xfrm>
            <a:off x="5973152" y="2285397"/>
            <a:ext cx="2450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0" name="Google Shape;210;p13"/>
          <p:cNvSpPr txBox="1">
            <a:spLocks noGrp="1"/>
          </p:cNvSpPr>
          <p:nvPr>
            <p:ph type="subTitle" idx="6"/>
          </p:nvPr>
        </p:nvSpPr>
        <p:spPr>
          <a:xfrm>
            <a:off x="5973152" y="4018575"/>
            <a:ext cx="2450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1" name="Google Shape;211;p13"/>
          <p:cNvSpPr txBox="1">
            <a:spLocks noGrp="1"/>
          </p:cNvSpPr>
          <p:nvPr>
            <p:ph type="title" hasCustomPrompt="1"/>
          </p:nvPr>
        </p:nvSpPr>
        <p:spPr>
          <a:xfrm>
            <a:off x="720000" y="1332025"/>
            <a:ext cx="7809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2" name="Google Shape;212;p13"/>
          <p:cNvSpPr txBox="1">
            <a:spLocks noGrp="1"/>
          </p:cNvSpPr>
          <p:nvPr>
            <p:ph type="title" idx="7" hasCustomPrompt="1"/>
          </p:nvPr>
        </p:nvSpPr>
        <p:spPr>
          <a:xfrm>
            <a:off x="720000" y="3064618"/>
            <a:ext cx="7809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3" name="Google Shape;213;p13"/>
          <p:cNvSpPr txBox="1">
            <a:spLocks noGrp="1"/>
          </p:cNvSpPr>
          <p:nvPr>
            <p:ph type="title" idx="8" hasCustomPrompt="1"/>
          </p:nvPr>
        </p:nvSpPr>
        <p:spPr>
          <a:xfrm>
            <a:off x="3346572" y="1332025"/>
            <a:ext cx="7809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4" name="Google Shape;214;p13"/>
          <p:cNvSpPr txBox="1">
            <a:spLocks noGrp="1"/>
          </p:cNvSpPr>
          <p:nvPr>
            <p:ph type="title" idx="9" hasCustomPrompt="1"/>
          </p:nvPr>
        </p:nvSpPr>
        <p:spPr>
          <a:xfrm>
            <a:off x="3346572" y="3064618"/>
            <a:ext cx="7809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5" name="Google Shape;215;p13"/>
          <p:cNvSpPr txBox="1">
            <a:spLocks noGrp="1"/>
          </p:cNvSpPr>
          <p:nvPr>
            <p:ph type="title" idx="13" hasCustomPrompt="1"/>
          </p:nvPr>
        </p:nvSpPr>
        <p:spPr>
          <a:xfrm>
            <a:off x="5973152" y="1332025"/>
            <a:ext cx="7809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6" name="Google Shape;216;p13"/>
          <p:cNvSpPr txBox="1">
            <a:spLocks noGrp="1"/>
          </p:cNvSpPr>
          <p:nvPr>
            <p:ph type="title" idx="14" hasCustomPrompt="1"/>
          </p:nvPr>
        </p:nvSpPr>
        <p:spPr>
          <a:xfrm>
            <a:off x="5973152" y="3064618"/>
            <a:ext cx="7809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7" name="Google Shape;217;p13"/>
          <p:cNvSpPr txBox="1">
            <a:spLocks noGrp="1"/>
          </p:cNvSpPr>
          <p:nvPr>
            <p:ph type="subTitle" idx="15"/>
          </p:nvPr>
        </p:nvSpPr>
        <p:spPr>
          <a:xfrm>
            <a:off x="720000" y="1877316"/>
            <a:ext cx="24507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218" name="Google Shape;218;p13"/>
          <p:cNvSpPr txBox="1">
            <a:spLocks noGrp="1"/>
          </p:cNvSpPr>
          <p:nvPr>
            <p:ph type="subTitle" idx="16"/>
          </p:nvPr>
        </p:nvSpPr>
        <p:spPr>
          <a:xfrm>
            <a:off x="3346572" y="1877316"/>
            <a:ext cx="24507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219" name="Google Shape;219;p13"/>
          <p:cNvSpPr txBox="1">
            <a:spLocks noGrp="1"/>
          </p:cNvSpPr>
          <p:nvPr>
            <p:ph type="subTitle" idx="17"/>
          </p:nvPr>
        </p:nvSpPr>
        <p:spPr>
          <a:xfrm>
            <a:off x="5973152" y="1877316"/>
            <a:ext cx="24507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220" name="Google Shape;220;p13"/>
          <p:cNvSpPr txBox="1">
            <a:spLocks noGrp="1"/>
          </p:cNvSpPr>
          <p:nvPr>
            <p:ph type="subTitle" idx="18"/>
          </p:nvPr>
        </p:nvSpPr>
        <p:spPr>
          <a:xfrm>
            <a:off x="720000" y="3609976"/>
            <a:ext cx="24507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221" name="Google Shape;221;p13"/>
          <p:cNvSpPr txBox="1">
            <a:spLocks noGrp="1"/>
          </p:cNvSpPr>
          <p:nvPr>
            <p:ph type="subTitle" idx="19"/>
          </p:nvPr>
        </p:nvSpPr>
        <p:spPr>
          <a:xfrm>
            <a:off x="3346572" y="3609976"/>
            <a:ext cx="24507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222" name="Google Shape;222;p13"/>
          <p:cNvSpPr txBox="1">
            <a:spLocks noGrp="1"/>
          </p:cNvSpPr>
          <p:nvPr>
            <p:ph type="subTitle" idx="20"/>
          </p:nvPr>
        </p:nvSpPr>
        <p:spPr>
          <a:xfrm>
            <a:off x="5973152" y="3609976"/>
            <a:ext cx="24507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223" name="Google Shape;223;p13"/>
          <p:cNvSpPr txBox="1">
            <a:spLocks noGrp="1"/>
          </p:cNvSpPr>
          <p:nvPr>
            <p:ph type="title" idx="21"/>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224" name="Google Shape;224;p13"/>
          <p:cNvGrpSpPr/>
          <p:nvPr/>
        </p:nvGrpSpPr>
        <p:grpSpPr>
          <a:xfrm>
            <a:off x="-257850" y="1718480"/>
            <a:ext cx="9618198" cy="3180026"/>
            <a:chOff x="-257850" y="1718480"/>
            <a:chExt cx="9618198" cy="3180026"/>
          </a:xfrm>
        </p:grpSpPr>
        <p:grpSp>
          <p:nvGrpSpPr>
            <p:cNvPr id="225" name="Google Shape;225;p13"/>
            <p:cNvGrpSpPr/>
            <p:nvPr/>
          </p:nvGrpSpPr>
          <p:grpSpPr>
            <a:xfrm>
              <a:off x="8423839" y="1718480"/>
              <a:ext cx="936510" cy="688006"/>
              <a:chOff x="3235964" y="2587955"/>
              <a:chExt cx="936510" cy="688006"/>
            </a:xfrm>
          </p:grpSpPr>
          <p:sp>
            <p:nvSpPr>
              <p:cNvPr id="226" name="Google Shape;226;p13"/>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3"/>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13"/>
            <p:cNvGrpSpPr/>
            <p:nvPr/>
          </p:nvGrpSpPr>
          <p:grpSpPr>
            <a:xfrm>
              <a:off x="-257850" y="3064624"/>
              <a:ext cx="935946" cy="1833882"/>
              <a:chOff x="4738303" y="2509949"/>
              <a:chExt cx="935946" cy="1833882"/>
            </a:xfrm>
          </p:grpSpPr>
          <p:sp>
            <p:nvSpPr>
              <p:cNvPr id="229" name="Google Shape;229;p13"/>
              <p:cNvSpPr/>
              <p:nvPr/>
            </p:nvSpPr>
            <p:spPr>
              <a:xfrm rot="10800000">
                <a:off x="5149249" y="273563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3"/>
              <p:cNvSpPr/>
              <p:nvPr/>
            </p:nvSpPr>
            <p:spPr>
              <a:xfrm rot="10800000">
                <a:off x="4739611" y="2966604"/>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3"/>
              <p:cNvSpPr/>
              <p:nvPr/>
            </p:nvSpPr>
            <p:spPr>
              <a:xfrm rot="10800000">
                <a:off x="4738303" y="2509949"/>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3"/>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3"/>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3"/>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CUSTOM_10">
    <p:spTree>
      <p:nvGrpSpPr>
        <p:cNvPr id="1" name="Shape 235"/>
        <p:cNvGrpSpPr/>
        <p:nvPr/>
      </p:nvGrpSpPr>
      <p:grpSpPr>
        <a:xfrm>
          <a:off x="0" y="0"/>
          <a:ext cx="0" cy="0"/>
          <a:chOff x="0" y="0"/>
          <a:chExt cx="0" cy="0"/>
        </a:xfrm>
      </p:grpSpPr>
      <p:sp>
        <p:nvSpPr>
          <p:cNvPr id="236" name="Google Shape;236;p1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237" name="Google Shape;237;p14"/>
          <p:cNvGrpSpPr/>
          <p:nvPr/>
        </p:nvGrpSpPr>
        <p:grpSpPr>
          <a:xfrm>
            <a:off x="-289972" y="1493824"/>
            <a:ext cx="9188996" cy="3454187"/>
            <a:chOff x="-289972" y="1493824"/>
            <a:chExt cx="9188996" cy="3454187"/>
          </a:xfrm>
        </p:grpSpPr>
        <p:grpSp>
          <p:nvGrpSpPr>
            <p:cNvPr id="238" name="Google Shape;238;p14"/>
            <p:cNvGrpSpPr/>
            <p:nvPr/>
          </p:nvGrpSpPr>
          <p:grpSpPr>
            <a:xfrm>
              <a:off x="7962514" y="4260005"/>
              <a:ext cx="936510" cy="688006"/>
              <a:chOff x="3235964" y="2587955"/>
              <a:chExt cx="936510" cy="688006"/>
            </a:xfrm>
          </p:grpSpPr>
          <p:sp>
            <p:nvSpPr>
              <p:cNvPr id="239" name="Google Shape;239;p14"/>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4"/>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1" name="Google Shape;241;p14"/>
            <p:cNvGrpSpPr/>
            <p:nvPr/>
          </p:nvGrpSpPr>
          <p:grpSpPr>
            <a:xfrm>
              <a:off x="-289972" y="1493824"/>
              <a:ext cx="935946" cy="1833882"/>
              <a:chOff x="4738303" y="2509949"/>
              <a:chExt cx="935946" cy="1833882"/>
            </a:xfrm>
          </p:grpSpPr>
          <p:sp>
            <p:nvSpPr>
              <p:cNvPr id="242" name="Google Shape;242;p14"/>
              <p:cNvSpPr/>
              <p:nvPr/>
            </p:nvSpPr>
            <p:spPr>
              <a:xfrm rot="10800000">
                <a:off x="5149249" y="273563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4"/>
              <p:cNvSpPr/>
              <p:nvPr/>
            </p:nvSpPr>
            <p:spPr>
              <a:xfrm rot="10800000">
                <a:off x="4739611" y="2966604"/>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4"/>
              <p:cNvSpPr/>
              <p:nvPr/>
            </p:nvSpPr>
            <p:spPr>
              <a:xfrm rot="10800000">
                <a:off x="4738303" y="2509949"/>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4"/>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4"/>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4"/>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2">
  <p:cSld name="CUSTOM_10_1">
    <p:spTree>
      <p:nvGrpSpPr>
        <p:cNvPr id="1" name="Shape 248"/>
        <p:cNvGrpSpPr/>
        <p:nvPr/>
      </p:nvGrpSpPr>
      <p:grpSpPr>
        <a:xfrm>
          <a:off x="0" y="0"/>
          <a:ext cx="0" cy="0"/>
          <a:chOff x="0" y="0"/>
          <a:chExt cx="0" cy="0"/>
        </a:xfrm>
      </p:grpSpPr>
      <p:sp>
        <p:nvSpPr>
          <p:cNvPr id="249" name="Google Shape;249;p1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250" name="Google Shape;250;p15"/>
          <p:cNvGrpSpPr/>
          <p:nvPr/>
        </p:nvGrpSpPr>
        <p:grpSpPr>
          <a:xfrm>
            <a:off x="1081074" y="1933799"/>
            <a:ext cx="9631925" cy="3127580"/>
            <a:chOff x="1081074" y="1933799"/>
            <a:chExt cx="9631925" cy="3127580"/>
          </a:xfrm>
        </p:grpSpPr>
        <p:grpSp>
          <p:nvGrpSpPr>
            <p:cNvPr id="251" name="Google Shape;251;p15"/>
            <p:cNvGrpSpPr/>
            <p:nvPr/>
          </p:nvGrpSpPr>
          <p:grpSpPr>
            <a:xfrm>
              <a:off x="8135724" y="1933799"/>
              <a:ext cx="2577275" cy="1833510"/>
              <a:chOff x="781874" y="1294774"/>
              <a:chExt cx="2577275" cy="1833510"/>
            </a:xfrm>
          </p:grpSpPr>
          <p:sp>
            <p:nvSpPr>
              <p:cNvPr id="252" name="Google Shape;252;p15"/>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5"/>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5"/>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5"/>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5"/>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5"/>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5"/>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5"/>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5"/>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5"/>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2" name="Google Shape;262;p15"/>
            <p:cNvGrpSpPr/>
            <p:nvPr/>
          </p:nvGrpSpPr>
          <p:grpSpPr>
            <a:xfrm>
              <a:off x="1081074" y="4146624"/>
              <a:ext cx="1345775" cy="914755"/>
              <a:chOff x="2264799" y="3654374"/>
              <a:chExt cx="1345775" cy="914755"/>
            </a:xfrm>
          </p:grpSpPr>
          <p:sp>
            <p:nvSpPr>
              <p:cNvPr id="263" name="Google Shape;263;p15"/>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5"/>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5"/>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5"/>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3">
  <p:cSld name="CUSTOM_10_1_1">
    <p:spTree>
      <p:nvGrpSpPr>
        <p:cNvPr id="1" name="Shape 267"/>
        <p:cNvGrpSpPr/>
        <p:nvPr/>
      </p:nvGrpSpPr>
      <p:grpSpPr>
        <a:xfrm>
          <a:off x="0" y="0"/>
          <a:ext cx="0" cy="0"/>
          <a:chOff x="0" y="0"/>
          <a:chExt cx="0" cy="0"/>
        </a:xfrm>
      </p:grpSpPr>
      <p:sp>
        <p:nvSpPr>
          <p:cNvPr id="268" name="Google Shape;268;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269" name="Google Shape;269;p16"/>
          <p:cNvGrpSpPr/>
          <p:nvPr/>
        </p:nvGrpSpPr>
        <p:grpSpPr>
          <a:xfrm>
            <a:off x="6263389" y="-492526"/>
            <a:ext cx="2480210" cy="914755"/>
            <a:chOff x="6263389" y="-492526"/>
            <a:chExt cx="2480210" cy="914755"/>
          </a:xfrm>
        </p:grpSpPr>
        <p:grpSp>
          <p:nvGrpSpPr>
            <p:cNvPr id="270" name="Google Shape;270;p16"/>
            <p:cNvGrpSpPr/>
            <p:nvPr/>
          </p:nvGrpSpPr>
          <p:grpSpPr>
            <a:xfrm>
              <a:off x="6263389" y="-379145"/>
              <a:ext cx="936510" cy="688006"/>
              <a:chOff x="3235964" y="2587955"/>
              <a:chExt cx="936510" cy="688006"/>
            </a:xfrm>
          </p:grpSpPr>
          <p:sp>
            <p:nvSpPr>
              <p:cNvPr id="271" name="Google Shape;271;p16"/>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6"/>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3" name="Google Shape;273;p16"/>
            <p:cNvGrpSpPr/>
            <p:nvPr/>
          </p:nvGrpSpPr>
          <p:grpSpPr>
            <a:xfrm>
              <a:off x="7397824" y="-492526"/>
              <a:ext cx="1345775" cy="914755"/>
              <a:chOff x="2264799" y="3654374"/>
              <a:chExt cx="1345775" cy="914755"/>
            </a:xfrm>
          </p:grpSpPr>
          <p:sp>
            <p:nvSpPr>
              <p:cNvPr id="274" name="Google Shape;274;p16"/>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6"/>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6"/>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6"/>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278"/>
        <p:cNvGrpSpPr/>
        <p:nvPr/>
      </p:nvGrpSpPr>
      <p:grpSpPr>
        <a:xfrm>
          <a:off x="0" y="0"/>
          <a:ext cx="0" cy="0"/>
          <a:chOff x="0" y="0"/>
          <a:chExt cx="0" cy="0"/>
        </a:xfrm>
      </p:grpSpPr>
      <p:pic>
        <p:nvPicPr>
          <p:cNvPr id="279" name="Google Shape;279;p17"/>
          <p:cNvPicPr preferRelativeResize="0"/>
          <p:nvPr/>
        </p:nvPicPr>
        <p:blipFill>
          <a:blip r:embed="rId2">
            <a:alphaModFix/>
          </a:blip>
          <a:stretch>
            <a:fillRect/>
          </a:stretch>
        </p:blipFill>
        <p:spPr>
          <a:xfrm>
            <a:off x="0" y="0"/>
            <a:ext cx="9144000" cy="5143500"/>
          </a:xfrm>
          <a:prstGeom prst="rect">
            <a:avLst/>
          </a:prstGeom>
          <a:noFill/>
          <a:ln>
            <a:noFill/>
          </a:ln>
        </p:spPr>
      </p:pic>
      <p:sp>
        <p:nvSpPr>
          <p:cNvPr id="280" name="Google Shape;280;p17"/>
          <p:cNvSpPr txBox="1">
            <a:spLocks noGrp="1"/>
          </p:cNvSpPr>
          <p:nvPr>
            <p:ph type="title"/>
          </p:nvPr>
        </p:nvSpPr>
        <p:spPr>
          <a:xfrm>
            <a:off x="1226400" y="3128675"/>
            <a:ext cx="6691200" cy="66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24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281" name="Google Shape;281;p17"/>
          <p:cNvSpPr txBox="1">
            <a:spLocks noGrp="1"/>
          </p:cNvSpPr>
          <p:nvPr>
            <p:ph type="subTitle" idx="1"/>
          </p:nvPr>
        </p:nvSpPr>
        <p:spPr>
          <a:xfrm>
            <a:off x="1226400" y="1429225"/>
            <a:ext cx="6691200" cy="151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24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grpSp>
        <p:nvGrpSpPr>
          <p:cNvPr id="282" name="Google Shape;282;p17"/>
          <p:cNvGrpSpPr/>
          <p:nvPr/>
        </p:nvGrpSpPr>
        <p:grpSpPr>
          <a:xfrm>
            <a:off x="-312476" y="134499"/>
            <a:ext cx="9211500" cy="5489485"/>
            <a:chOff x="-312476" y="134499"/>
            <a:chExt cx="9211500" cy="5489485"/>
          </a:xfrm>
        </p:grpSpPr>
        <p:grpSp>
          <p:nvGrpSpPr>
            <p:cNvPr id="283" name="Google Shape;283;p17"/>
            <p:cNvGrpSpPr/>
            <p:nvPr/>
          </p:nvGrpSpPr>
          <p:grpSpPr>
            <a:xfrm>
              <a:off x="-312476" y="3790474"/>
              <a:ext cx="2577275" cy="1833510"/>
              <a:chOff x="781874" y="1294774"/>
              <a:chExt cx="2577275" cy="1833510"/>
            </a:xfrm>
          </p:grpSpPr>
          <p:sp>
            <p:nvSpPr>
              <p:cNvPr id="284" name="Google Shape;284;p17"/>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7"/>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7"/>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7"/>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7"/>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7"/>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7"/>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7"/>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7"/>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7"/>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4" name="Google Shape;294;p17"/>
            <p:cNvGrpSpPr/>
            <p:nvPr/>
          </p:nvGrpSpPr>
          <p:grpSpPr>
            <a:xfrm>
              <a:off x="7962514" y="1163280"/>
              <a:ext cx="936510" cy="688006"/>
              <a:chOff x="3235964" y="2587955"/>
              <a:chExt cx="936510" cy="688006"/>
            </a:xfrm>
          </p:grpSpPr>
          <p:sp>
            <p:nvSpPr>
              <p:cNvPr id="295" name="Google Shape;295;p17"/>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7"/>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7" name="Google Shape;297;p17"/>
            <p:cNvGrpSpPr/>
            <p:nvPr/>
          </p:nvGrpSpPr>
          <p:grpSpPr>
            <a:xfrm>
              <a:off x="6905474" y="134499"/>
              <a:ext cx="1345775" cy="914755"/>
              <a:chOff x="2264799" y="3654374"/>
              <a:chExt cx="1345775" cy="914755"/>
            </a:xfrm>
          </p:grpSpPr>
          <p:sp>
            <p:nvSpPr>
              <p:cNvPr id="298" name="Google Shape;298;p17"/>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7"/>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7"/>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7"/>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302"/>
        <p:cNvGrpSpPr/>
        <p:nvPr/>
      </p:nvGrpSpPr>
      <p:grpSpPr>
        <a:xfrm>
          <a:off x="0" y="0"/>
          <a:ext cx="0" cy="0"/>
          <a:chOff x="0" y="0"/>
          <a:chExt cx="0" cy="0"/>
        </a:xfrm>
      </p:grpSpPr>
      <p:grpSp>
        <p:nvGrpSpPr>
          <p:cNvPr id="303" name="Google Shape;303;p18"/>
          <p:cNvGrpSpPr/>
          <p:nvPr/>
        </p:nvGrpSpPr>
        <p:grpSpPr>
          <a:xfrm>
            <a:off x="5605824" y="-266076"/>
            <a:ext cx="3292925" cy="5294770"/>
            <a:chOff x="5605824" y="-266076"/>
            <a:chExt cx="3292925" cy="5294770"/>
          </a:xfrm>
        </p:grpSpPr>
        <p:grpSp>
          <p:nvGrpSpPr>
            <p:cNvPr id="304" name="Google Shape;304;p18"/>
            <p:cNvGrpSpPr/>
            <p:nvPr/>
          </p:nvGrpSpPr>
          <p:grpSpPr>
            <a:xfrm>
              <a:off x="5605824" y="-266076"/>
              <a:ext cx="2577275" cy="1833510"/>
              <a:chOff x="781874" y="1294774"/>
              <a:chExt cx="2577275" cy="1833510"/>
            </a:xfrm>
          </p:grpSpPr>
          <p:sp>
            <p:nvSpPr>
              <p:cNvPr id="305" name="Google Shape;305;p18"/>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8"/>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8"/>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8"/>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8"/>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8"/>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8"/>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8"/>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8"/>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8"/>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5" name="Google Shape;315;p18"/>
            <p:cNvGrpSpPr/>
            <p:nvPr/>
          </p:nvGrpSpPr>
          <p:grpSpPr>
            <a:xfrm>
              <a:off x="7962803" y="3199534"/>
              <a:ext cx="935946" cy="1829159"/>
              <a:chOff x="4738303" y="2514672"/>
              <a:chExt cx="935946" cy="1829159"/>
            </a:xfrm>
          </p:grpSpPr>
          <p:sp>
            <p:nvSpPr>
              <p:cNvPr id="316" name="Google Shape;316;p18"/>
              <p:cNvSpPr/>
              <p:nvPr/>
            </p:nvSpPr>
            <p:spPr>
              <a:xfrm rot="10800000">
                <a:off x="5149249" y="27403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8"/>
              <p:cNvSpPr/>
              <p:nvPr/>
            </p:nvSpPr>
            <p:spPr>
              <a:xfrm rot="10800000">
                <a:off x="4739611" y="297132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18"/>
              <p:cNvSpPr/>
              <p:nvPr/>
            </p:nvSpPr>
            <p:spPr>
              <a:xfrm rot="10800000">
                <a:off x="4738303" y="2514672"/>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8"/>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8"/>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8"/>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22" name="Google Shape;322;p18"/>
          <p:cNvSpPr>
            <a:spLocks noGrp="1"/>
          </p:cNvSpPr>
          <p:nvPr>
            <p:ph type="pic" idx="2"/>
          </p:nvPr>
        </p:nvSpPr>
        <p:spPr>
          <a:xfrm>
            <a:off x="5273100" y="533863"/>
            <a:ext cx="2910000" cy="4075800"/>
          </a:xfrm>
          <a:prstGeom prst="rect">
            <a:avLst/>
          </a:prstGeom>
          <a:noFill/>
          <a:ln>
            <a:noFill/>
          </a:ln>
        </p:spPr>
      </p:sp>
      <p:sp>
        <p:nvSpPr>
          <p:cNvPr id="323" name="Google Shape;323;p18"/>
          <p:cNvSpPr txBox="1">
            <a:spLocks noGrp="1"/>
          </p:cNvSpPr>
          <p:nvPr>
            <p:ph type="title"/>
          </p:nvPr>
        </p:nvSpPr>
        <p:spPr>
          <a:xfrm>
            <a:off x="720000" y="836175"/>
            <a:ext cx="3519600" cy="2296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24" name="Google Shape;324;p18"/>
          <p:cNvSpPr txBox="1">
            <a:spLocks noGrp="1"/>
          </p:cNvSpPr>
          <p:nvPr>
            <p:ph type="subTitle" idx="1"/>
          </p:nvPr>
        </p:nvSpPr>
        <p:spPr>
          <a:xfrm>
            <a:off x="720000" y="3132225"/>
            <a:ext cx="3519600" cy="1116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325"/>
        <p:cNvGrpSpPr/>
        <p:nvPr/>
      </p:nvGrpSpPr>
      <p:grpSpPr>
        <a:xfrm>
          <a:off x="0" y="0"/>
          <a:ext cx="0" cy="0"/>
          <a:chOff x="0" y="0"/>
          <a:chExt cx="0" cy="0"/>
        </a:xfrm>
      </p:grpSpPr>
      <p:sp>
        <p:nvSpPr>
          <p:cNvPr id="326" name="Google Shape;326;p19"/>
          <p:cNvSpPr txBox="1">
            <a:spLocks noGrp="1"/>
          </p:cNvSpPr>
          <p:nvPr>
            <p:ph type="title"/>
          </p:nvPr>
        </p:nvSpPr>
        <p:spPr>
          <a:xfrm>
            <a:off x="720000" y="1435213"/>
            <a:ext cx="3103500" cy="11085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27" name="Google Shape;327;p19"/>
          <p:cNvSpPr txBox="1">
            <a:spLocks noGrp="1"/>
          </p:cNvSpPr>
          <p:nvPr>
            <p:ph type="subTitle" idx="1"/>
          </p:nvPr>
        </p:nvSpPr>
        <p:spPr>
          <a:xfrm>
            <a:off x="720000" y="2543688"/>
            <a:ext cx="3103500" cy="1164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328" name="Google Shape;328;p19"/>
          <p:cNvGrpSpPr/>
          <p:nvPr/>
        </p:nvGrpSpPr>
        <p:grpSpPr>
          <a:xfrm>
            <a:off x="876149" y="-589501"/>
            <a:ext cx="6689450" cy="6267410"/>
            <a:chOff x="876149" y="-589501"/>
            <a:chExt cx="6689450" cy="6267410"/>
          </a:xfrm>
        </p:grpSpPr>
        <p:grpSp>
          <p:nvGrpSpPr>
            <p:cNvPr id="329" name="Google Shape;329;p19"/>
            <p:cNvGrpSpPr/>
            <p:nvPr/>
          </p:nvGrpSpPr>
          <p:grpSpPr>
            <a:xfrm>
              <a:off x="876149" y="3844399"/>
              <a:ext cx="2577275" cy="1833510"/>
              <a:chOff x="781874" y="1294774"/>
              <a:chExt cx="2577275" cy="1833510"/>
            </a:xfrm>
          </p:grpSpPr>
          <p:sp>
            <p:nvSpPr>
              <p:cNvPr id="330" name="Google Shape;330;p19"/>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9"/>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9"/>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9"/>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9"/>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9"/>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9"/>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9"/>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9"/>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9"/>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0" name="Google Shape;340;p19"/>
            <p:cNvGrpSpPr/>
            <p:nvPr/>
          </p:nvGrpSpPr>
          <p:grpSpPr>
            <a:xfrm>
              <a:off x="6629653" y="-589501"/>
              <a:ext cx="935946" cy="1829159"/>
              <a:chOff x="4738303" y="2509949"/>
              <a:chExt cx="935946" cy="1829159"/>
            </a:xfrm>
          </p:grpSpPr>
          <p:sp>
            <p:nvSpPr>
              <p:cNvPr id="341" name="Google Shape;341;p19"/>
              <p:cNvSpPr/>
              <p:nvPr/>
            </p:nvSpPr>
            <p:spPr>
              <a:xfrm rot="10800000">
                <a:off x="5149249" y="273563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9"/>
              <p:cNvSpPr/>
              <p:nvPr/>
            </p:nvSpPr>
            <p:spPr>
              <a:xfrm rot="10800000">
                <a:off x="4739611" y="2966604"/>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9"/>
              <p:cNvSpPr/>
              <p:nvPr/>
            </p:nvSpPr>
            <p:spPr>
              <a:xfrm rot="10800000">
                <a:off x="4738303" y="2509949"/>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9"/>
              <p:cNvSpPr/>
              <p:nvPr/>
            </p:nvSpPr>
            <p:spPr>
              <a:xfrm rot="10800000">
                <a:off x="5149225" y="3655392"/>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9"/>
              <p:cNvSpPr/>
              <p:nvPr/>
            </p:nvSpPr>
            <p:spPr>
              <a:xfrm rot="10800000">
                <a:off x="4739588" y="3881008"/>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9"/>
              <p:cNvSpPr/>
              <p:nvPr/>
            </p:nvSpPr>
            <p:spPr>
              <a:xfrm rot="10800000">
                <a:off x="4739588" y="342304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2">
  <p:cSld name="CUSTOM_4_1">
    <p:spTree>
      <p:nvGrpSpPr>
        <p:cNvPr id="1" name="Shape 347"/>
        <p:cNvGrpSpPr/>
        <p:nvPr/>
      </p:nvGrpSpPr>
      <p:grpSpPr>
        <a:xfrm>
          <a:off x="0" y="0"/>
          <a:ext cx="0" cy="0"/>
          <a:chOff x="0" y="0"/>
          <a:chExt cx="0" cy="0"/>
        </a:xfrm>
      </p:grpSpPr>
      <p:sp>
        <p:nvSpPr>
          <p:cNvPr id="348" name="Google Shape;348;p20"/>
          <p:cNvSpPr txBox="1">
            <a:spLocks noGrp="1"/>
          </p:cNvSpPr>
          <p:nvPr>
            <p:ph type="title"/>
          </p:nvPr>
        </p:nvSpPr>
        <p:spPr>
          <a:xfrm>
            <a:off x="4038175" y="1712763"/>
            <a:ext cx="3968100" cy="6870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49" name="Google Shape;349;p20"/>
          <p:cNvSpPr txBox="1">
            <a:spLocks noGrp="1"/>
          </p:cNvSpPr>
          <p:nvPr>
            <p:ph type="subTitle" idx="1"/>
          </p:nvPr>
        </p:nvSpPr>
        <p:spPr>
          <a:xfrm>
            <a:off x="4038375" y="2399638"/>
            <a:ext cx="3968100" cy="1031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350" name="Google Shape;350;p20"/>
          <p:cNvGrpSpPr/>
          <p:nvPr/>
        </p:nvGrpSpPr>
        <p:grpSpPr>
          <a:xfrm>
            <a:off x="-627601" y="-377251"/>
            <a:ext cx="7883675" cy="5333955"/>
            <a:chOff x="-627601" y="-377251"/>
            <a:chExt cx="7883675" cy="5333955"/>
          </a:xfrm>
        </p:grpSpPr>
        <p:grpSp>
          <p:nvGrpSpPr>
            <p:cNvPr id="351" name="Google Shape;351;p20"/>
            <p:cNvGrpSpPr/>
            <p:nvPr/>
          </p:nvGrpSpPr>
          <p:grpSpPr>
            <a:xfrm>
              <a:off x="-627601" y="-377251"/>
              <a:ext cx="2577275" cy="1833510"/>
              <a:chOff x="781874" y="1294774"/>
              <a:chExt cx="2577275" cy="1833510"/>
            </a:xfrm>
          </p:grpSpPr>
          <p:sp>
            <p:nvSpPr>
              <p:cNvPr id="352" name="Google Shape;352;p20"/>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0"/>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0"/>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0"/>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0"/>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0"/>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0"/>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0"/>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0"/>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0"/>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2" name="Google Shape;362;p20"/>
            <p:cNvGrpSpPr/>
            <p:nvPr/>
          </p:nvGrpSpPr>
          <p:grpSpPr>
            <a:xfrm>
              <a:off x="5910299" y="4041949"/>
              <a:ext cx="1345775" cy="914755"/>
              <a:chOff x="2264799" y="3654374"/>
              <a:chExt cx="1345775" cy="914755"/>
            </a:xfrm>
          </p:grpSpPr>
          <p:sp>
            <p:nvSpPr>
              <p:cNvPr id="363" name="Google Shape;363;p20"/>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0"/>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0"/>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0"/>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3">
  <p:cSld name="CUSTOM_11">
    <p:spTree>
      <p:nvGrpSpPr>
        <p:cNvPr id="1" name="Shape 367"/>
        <p:cNvGrpSpPr/>
        <p:nvPr/>
      </p:nvGrpSpPr>
      <p:grpSpPr>
        <a:xfrm>
          <a:off x="0" y="0"/>
          <a:ext cx="0" cy="0"/>
          <a:chOff x="0" y="0"/>
          <a:chExt cx="0" cy="0"/>
        </a:xfrm>
      </p:grpSpPr>
      <p:sp>
        <p:nvSpPr>
          <p:cNvPr id="368" name="Google Shape;368;p21"/>
          <p:cNvSpPr txBox="1">
            <a:spLocks noGrp="1"/>
          </p:cNvSpPr>
          <p:nvPr>
            <p:ph type="title"/>
          </p:nvPr>
        </p:nvSpPr>
        <p:spPr>
          <a:xfrm>
            <a:off x="1222825" y="1801800"/>
            <a:ext cx="4193100" cy="7419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69" name="Google Shape;369;p21"/>
          <p:cNvSpPr txBox="1">
            <a:spLocks noGrp="1"/>
          </p:cNvSpPr>
          <p:nvPr>
            <p:ph type="subTitle" idx="1"/>
          </p:nvPr>
        </p:nvSpPr>
        <p:spPr>
          <a:xfrm>
            <a:off x="1222825" y="2543700"/>
            <a:ext cx="4193100" cy="93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370" name="Google Shape;370;p21"/>
          <p:cNvGrpSpPr/>
          <p:nvPr/>
        </p:nvGrpSpPr>
        <p:grpSpPr>
          <a:xfrm>
            <a:off x="150003" y="-316120"/>
            <a:ext cx="9703996" cy="3951429"/>
            <a:chOff x="150003" y="-316120"/>
            <a:chExt cx="9703996" cy="3951429"/>
          </a:xfrm>
        </p:grpSpPr>
        <p:grpSp>
          <p:nvGrpSpPr>
            <p:cNvPr id="371" name="Google Shape;371;p21"/>
            <p:cNvGrpSpPr/>
            <p:nvPr/>
          </p:nvGrpSpPr>
          <p:grpSpPr>
            <a:xfrm>
              <a:off x="7276724" y="1801799"/>
              <a:ext cx="2577275" cy="1833510"/>
              <a:chOff x="781874" y="1294774"/>
              <a:chExt cx="2577275" cy="1833510"/>
            </a:xfrm>
          </p:grpSpPr>
          <p:sp>
            <p:nvSpPr>
              <p:cNvPr id="372" name="Google Shape;372;p21"/>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1"/>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1"/>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1"/>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1"/>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1"/>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1"/>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1"/>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1"/>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1"/>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2" name="Google Shape;382;p21"/>
            <p:cNvGrpSpPr/>
            <p:nvPr/>
          </p:nvGrpSpPr>
          <p:grpSpPr>
            <a:xfrm>
              <a:off x="1328289" y="-316120"/>
              <a:ext cx="936510" cy="688006"/>
              <a:chOff x="3235964" y="2587955"/>
              <a:chExt cx="936510" cy="688006"/>
            </a:xfrm>
          </p:grpSpPr>
          <p:sp>
            <p:nvSpPr>
              <p:cNvPr id="383" name="Google Shape;383;p21"/>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1"/>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5" name="Google Shape;385;p21"/>
            <p:cNvGrpSpPr/>
            <p:nvPr/>
          </p:nvGrpSpPr>
          <p:grpSpPr>
            <a:xfrm>
              <a:off x="150003" y="142474"/>
              <a:ext cx="935946" cy="1829159"/>
              <a:chOff x="4738303" y="2509949"/>
              <a:chExt cx="935946" cy="1829159"/>
            </a:xfrm>
          </p:grpSpPr>
          <p:sp>
            <p:nvSpPr>
              <p:cNvPr id="386" name="Google Shape;386;p21"/>
              <p:cNvSpPr/>
              <p:nvPr/>
            </p:nvSpPr>
            <p:spPr>
              <a:xfrm rot="10800000">
                <a:off x="5149249" y="273563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1"/>
              <p:cNvSpPr/>
              <p:nvPr/>
            </p:nvSpPr>
            <p:spPr>
              <a:xfrm rot="10800000">
                <a:off x="4739611" y="2966604"/>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1"/>
              <p:cNvSpPr/>
              <p:nvPr/>
            </p:nvSpPr>
            <p:spPr>
              <a:xfrm rot="10800000">
                <a:off x="4738303" y="2509949"/>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1"/>
              <p:cNvSpPr/>
              <p:nvPr/>
            </p:nvSpPr>
            <p:spPr>
              <a:xfrm rot="10800000">
                <a:off x="5149225" y="3655392"/>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1"/>
              <p:cNvSpPr/>
              <p:nvPr/>
            </p:nvSpPr>
            <p:spPr>
              <a:xfrm rot="10800000">
                <a:off x="4739588" y="3881008"/>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1"/>
              <p:cNvSpPr/>
              <p:nvPr/>
            </p:nvSpPr>
            <p:spPr>
              <a:xfrm rot="10800000">
                <a:off x="4739588" y="342304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xt 4">
  <p:cSld name="CUSTOM_12">
    <p:spTree>
      <p:nvGrpSpPr>
        <p:cNvPr id="1" name="Shape 392"/>
        <p:cNvGrpSpPr/>
        <p:nvPr/>
      </p:nvGrpSpPr>
      <p:grpSpPr>
        <a:xfrm>
          <a:off x="0" y="0"/>
          <a:ext cx="0" cy="0"/>
          <a:chOff x="0" y="0"/>
          <a:chExt cx="0" cy="0"/>
        </a:xfrm>
      </p:grpSpPr>
      <p:sp>
        <p:nvSpPr>
          <p:cNvPr id="393" name="Google Shape;393;p22"/>
          <p:cNvSpPr txBox="1">
            <a:spLocks noGrp="1"/>
          </p:cNvSpPr>
          <p:nvPr>
            <p:ph type="body" idx="1"/>
          </p:nvPr>
        </p:nvSpPr>
        <p:spPr>
          <a:xfrm>
            <a:off x="720000" y="1215750"/>
            <a:ext cx="5052000" cy="5727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lt2"/>
              </a:buClr>
              <a:buSzPts val="1400"/>
              <a:buFont typeface="Poppins Light"/>
              <a:buChar char="●"/>
              <a:defRPr/>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sp>
        <p:nvSpPr>
          <p:cNvPr id="394" name="Google Shape;394;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395" name="Google Shape;395;p22"/>
          <p:cNvGrpSpPr/>
          <p:nvPr/>
        </p:nvGrpSpPr>
        <p:grpSpPr>
          <a:xfrm>
            <a:off x="6492739" y="2722049"/>
            <a:ext cx="3057485" cy="2798710"/>
            <a:chOff x="6492739" y="2722049"/>
            <a:chExt cx="3057485" cy="2798710"/>
          </a:xfrm>
        </p:grpSpPr>
        <p:grpSp>
          <p:nvGrpSpPr>
            <p:cNvPr id="396" name="Google Shape;396;p22"/>
            <p:cNvGrpSpPr/>
            <p:nvPr/>
          </p:nvGrpSpPr>
          <p:grpSpPr>
            <a:xfrm>
              <a:off x="6972949" y="3687249"/>
              <a:ext cx="2577275" cy="1833510"/>
              <a:chOff x="781874" y="1294774"/>
              <a:chExt cx="2577275" cy="1833510"/>
            </a:xfrm>
          </p:grpSpPr>
          <p:sp>
            <p:nvSpPr>
              <p:cNvPr id="397" name="Google Shape;397;p22"/>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2"/>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2"/>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2"/>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2"/>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2"/>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2"/>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2"/>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2"/>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2"/>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7" name="Google Shape;407;p22"/>
            <p:cNvGrpSpPr/>
            <p:nvPr/>
          </p:nvGrpSpPr>
          <p:grpSpPr>
            <a:xfrm>
              <a:off x="6492739" y="4117380"/>
              <a:ext cx="936510" cy="688006"/>
              <a:chOff x="3235964" y="2587955"/>
              <a:chExt cx="936510" cy="688006"/>
            </a:xfrm>
          </p:grpSpPr>
          <p:sp>
            <p:nvSpPr>
              <p:cNvPr id="408" name="Google Shape;408;p22"/>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2"/>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0" name="Google Shape;410;p22"/>
            <p:cNvGrpSpPr/>
            <p:nvPr/>
          </p:nvGrpSpPr>
          <p:grpSpPr>
            <a:xfrm>
              <a:off x="7429249" y="2722049"/>
              <a:ext cx="1345775" cy="914755"/>
              <a:chOff x="2264799" y="3654374"/>
              <a:chExt cx="1345775" cy="914755"/>
            </a:xfrm>
          </p:grpSpPr>
          <p:sp>
            <p:nvSpPr>
              <p:cNvPr id="411" name="Google Shape;411;p22"/>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2"/>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2"/>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2"/>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415"/>
        <p:cNvGrpSpPr/>
        <p:nvPr/>
      </p:nvGrpSpPr>
      <p:grpSpPr>
        <a:xfrm>
          <a:off x="0" y="0"/>
          <a:ext cx="0" cy="0"/>
          <a:chOff x="0" y="0"/>
          <a:chExt cx="0" cy="0"/>
        </a:xfrm>
      </p:grpSpPr>
      <p:sp>
        <p:nvSpPr>
          <p:cNvPr id="416" name="Google Shape;416;p23"/>
          <p:cNvSpPr txBox="1">
            <a:spLocks noGrp="1"/>
          </p:cNvSpPr>
          <p:nvPr>
            <p:ph type="subTitle" idx="1"/>
          </p:nvPr>
        </p:nvSpPr>
        <p:spPr>
          <a:xfrm>
            <a:off x="4973485" y="2787779"/>
            <a:ext cx="3020100" cy="1251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17" name="Google Shape;417;p23"/>
          <p:cNvSpPr txBox="1">
            <a:spLocks noGrp="1"/>
          </p:cNvSpPr>
          <p:nvPr>
            <p:ph type="subTitle" idx="2"/>
          </p:nvPr>
        </p:nvSpPr>
        <p:spPr>
          <a:xfrm>
            <a:off x="1150407" y="2787779"/>
            <a:ext cx="3020100" cy="1251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18" name="Google Shape;418;p23"/>
          <p:cNvSpPr txBox="1">
            <a:spLocks noGrp="1"/>
          </p:cNvSpPr>
          <p:nvPr>
            <p:ph type="subTitle" idx="3"/>
          </p:nvPr>
        </p:nvSpPr>
        <p:spPr>
          <a:xfrm>
            <a:off x="1150408" y="2228879"/>
            <a:ext cx="3020100" cy="558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419" name="Google Shape;419;p23"/>
          <p:cNvSpPr txBox="1">
            <a:spLocks noGrp="1"/>
          </p:cNvSpPr>
          <p:nvPr>
            <p:ph type="subTitle" idx="4"/>
          </p:nvPr>
        </p:nvSpPr>
        <p:spPr>
          <a:xfrm>
            <a:off x="4973493" y="2228879"/>
            <a:ext cx="3020100" cy="558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420" name="Google Shape;420;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421" name="Google Shape;421;p23"/>
          <p:cNvGrpSpPr/>
          <p:nvPr/>
        </p:nvGrpSpPr>
        <p:grpSpPr>
          <a:xfrm>
            <a:off x="-625776" y="3465724"/>
            <a:ext cx="9463650" cy="2543548"/>
            <a:chOff x="-625776" y="3465724"/>
            <a:chExt cx="9463650" cy="2543548"/>
          </a:xfrm>
        </p:grpSpPr>
        <p:grpSp>
          <p:nvGrpSpPr>
            <p:cNvPr id="422" name="Google Shape;422;p23"/>
            <p:cNvGrpSpPr/>
            <p:nvPr/>
          </p:nvGrpSpPr>
          <p:grpSpPr>
            <a:xfrm>
              <a:off x="1927011" y="4175761"/>
              <a:ext cx="2577275" cy="1833510"/>
              <a:chOff x="781874" y="1294774"/>
              <a:chExt cx="2577275" cy="1833510"/>
            </a:xfrm>
          </p:grpSpPr>
          <p:sp>
            <p:nvSpPr>
              <p:cNvPr id="423" name="Google Shape;423;p23"/>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3"/>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3"/>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3"/>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3"/>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3"/>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3"/>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3"/>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3"/>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3"/>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3" name="Google Shape;433;p23"/>
            <p:cNvGrpSpPr/>
            <p:nvPr/>
          </p:nvGrpSpPr>
          <p:grpSpPr>
            <a:xfrm>
              <a:off x="7901928" y="3813647"/>
              <a:ext cx="935946" cy="1829159"/>
              <a:chOff x="4738303" y="2514672"/>
              <a:chExt cx="935946" cy="1829159"/>
            </a:xfrm>
          </p:grpSpPr>
          <p:sp>
            <p:nvSpPr>
              <p:cNvPr id="434" name="Google Shape;434;p23"/>
              <p:cNvSpPr/>
              <p:nvPr/>
            </p:nvSpPr>
            <p:spPr>
              <a:xfrm rot="10800000">
                <a:off x="5149249" y="27403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3"/>
              <p:cNvSpPr/>
              <p:nvPr/>
            </p:nvSpPr>
            <p:spPr>
              <a:xfrm rot="10800000">
                <a:off x="4739611" y="297132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3"/>
              <p:cNvSpPr/>
              <p:nvPr/>
            </p:nvSpPr>
            <p:spPr>
              <a:xfrm rot="10800000">
                <a:off x="4738303" y="2514672"/>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3"/>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3"/>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3"/>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0" name="Google Shape;440;p23"/>
            <p:cNvGrpSpPr/>
            <p:nvPr/>
          </p:nvGrpSpPr>
          <p:grpSpPr>
            <a:xfrm>
              <a:off x="-625776" y="3465724"/>
              <a:ext cx="1345775" cy="914755"/>
              <a:chOff x="2264799" y="3654374"/>
              <a:chExt cx="1345775" cy="914755"/>
            </a:xfrm>
          </p:grpSpPr>
          <p:sp>
            <p:nvSpPr>
              <p:cNvPr id="441" name="Google Shape;441;p23"/>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3"/>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3"/>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3"/>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445"/>
        <p:cNvGrpSpPr/>
        <p:nvPr/>
      </p:nvGrpSpPr>
      <p:grpSpPr>
        <a:xfrm>
          <a:off x="0" y="0"/>
          <a:ext cx="0" cy="0"/>
          <a:chOff x="0" y="0"/>
          <a:chExt cx="0" cy="0"/>
        </a:xfrm>
      </p:grpSpPr>
      <p:sp>
        <p:nvSpPr>
          <p:cNvPr id="446" name="Google Shape;446;p24"/>
          <p:cNvSpPr txBox="1">
            <a:spLocks noGrp="1"/>
          </p:cNvSpPr>
          <p:nvPr>
            <p:ph type="subTitle" idx="1"/>
          </p:nvPr>
        </p:nvSpPr>
        <p:spPr>
          <a:xfrm>
            <a:off x="4832078" y="1667625"/>
            <a:ext cx="3254100" cy="2207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47" name="Google Shape;447;p24"/>
          <p:cNvSpPr txBox="1">
            <a:spLocks noGrp="1"/>
          </p:cNvSpPr>
          <p:nvPr>
            <p:ph type="subTitle" idx="2"/>
          </p:nvPr>
        </p:nvSpPr>
        <p:spPr>
          <a:xfrm>
            <a:off x="1057900" y="1667625"/>
            <a:ext cx="3254100" cy="2207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48" name="Google Shape;448;p2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449" name="Google Shape;449;p24"/>
          <p:cNvGrpSpPr/>
          <p:nvPr/>
        </p:nvGrpSpPr>
        <p:grpSpPr>
          <a:xfrm>
            <a:off x="965824" y="3077647"/>
            <a:ext cx="7932925" cy="1846320"/>
            <a:chOff x="965824" y="3077647"/>
            <a:chExt cx="7932925" cy="1846320"/>
          </a:xfrm>
        </p:grpSpPr>
        <p:grpSp>
          <p:nvGrpSpPr>
            <p:cNvPr id="450" name="Google Shape;450;p24"/>
            <p:cNvGrpSpPr/>
            <p:nvPr/>
          </p:nvGrpSpPr>
          <p:grpSpPr>
            <a:xfrm>
              <a:off x="7962803" y="3077647"/>
              <a:ext cx="935946" cy="1829159"/>
              <a:chOff x="4738303" y="2514672"/>
              <a:chExt cx="935946" cy="1829159"/>
            </a:xfrm>
          </p:grpSpPr>
          <p:sp>
            <p:nvSpPr>
              <p:cNvPr id="451" name="Google Shape;451;p24"/>
              <p:cNvSpPr/>
              <p:nvPr/>
            </p:nvSpPr>
            <p:spPr>
              <a:xfrm rot="10800000">
                <a:off x="5149249" y="27403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4"/>
              <p:cNvSpPr/>
              <p:nvPr/>
            </p:nvSpPr>
            <p:spPr>
              <a:xfrm rot="10800000">
                <a:off x="4739611" y="297132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4"/>
              <p:cNvSpPr/>
              <p:nvPr/>
            </p:nvSpPr>
            <p:spPr>
              <a:xfrm rot="10800000">
                <a:off x="4738303" y="2514672"/>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4"/>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4"/>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4"/>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7" name="Google Shape;457;p24"/>
            <p:cNvGrpSpPr/>
            <p:nvPr/>
          </p:nvGrpSpPr>
          <p:grpSpPr>
            <a:xfrm>
              <a:off x="965824" y="4009211"/>
              <a:ext cx="1345775" cy="914755"/>
              <a:chOff x="2264799" y="3654374"/>
              <a:chExt cx="1345775" cy="914755"/>
            </a:xfrm>
          </p:grpSpPr>
          <p:sp>
            <p:nvSpPr>
              <p:cNvPr id="458" name="Google Shape;458;p24"/>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4"/>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4"/>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4"/>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462"/>
        <p:cNvGrpSpPr/>
        <p:nvPr/>
      </p:nvGrpSpPr>
      <p:grpSpPr>
        <a:xfrm>
          <a:off x="0" y="0"/>
          <a:ext cx="0" cy="0"/>
          <a:chOff x="0" y="0"/>
          <a:chExt cx="0" cy="0"/>
        </a:xfrm>
      </p:grpSpPr>
      <p:sp>
        <p:nvSpPr>
          <p:cNvPr id="463" name="Google Shape;463;p25"/>
          <p:cNvSpPr txBox="1">
            <a:spLocks noGrp="1"/>
          </p:cNvSpPr>
          <p:nvPr>
            <p:ph type="subTitle" idx="1"/>
          </p:nvPr>
        </p:nvSpPr>
        <p:spPr>
          <a:xfrm>
            <a:off x="713225" y="2992402"/>
            <a:ext cx="2356200" cy="1015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64" name="Google Shape;464;p25"/>
          <p:cNvSpPr txBox="1">
            <a:spLocks noGrp="1"/>
          </p:cNvSpPr>
          <p:nvPr>
            <p:ph type="subTitle" idx="2"/>
          </p:nvPr>
        </p:nvSpPr>
        <p:spPr>
          <a:xfrm>
            <a:off x="3393900" y="2992402"/>
            <a:ext cx="2356200" cy="1015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65" name="Google Shape;465;p25"/>
          <p:cNvSpPr txBox="1">
            <a:spLocks noGrp="1"/>
          </p:cNvSpPr>
          <p:nvPr>
            <p:ph type="subTitle" idx="3"/>
          </p:nvPr>
        </p:nvSpPr>
        <p:spPr>
          <a:xfrm>
            <a:off x="6074574" y="2992402"/>
            <a:ext cx="2356200" cy="1015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66" name="Google Shape;466;p25"/>
          <p:cNvSpPr txBox="1">
            <a:spLocks noGrp="1"/>
          </p:cNvSpPr>
          <p:nvPr>
            <p:ph type="subTitle" idx="4"/>
          </p:nvPr>
        </p:nvSpPr>
        <p:spPr>
          <a:xfrm>
            <a:off x="713225" y="2332400"/>
            <a:ext cx="2356200" cy="66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467" name="Google Shape;467;p25"/>
          <p:cNvSpPr txBox="1">
            <a:spLocks noGrp="1"/>
          </p:cNvSpPr>
          <p:nvPr>
            <p:ph type="subTitle" idx="5"/>
          </p:nvPr>
        </p:nvSpPr>
        <p:spPr>
          <a:xfrm>
            <a:off x="3393900" y="2332400"/>
            <a:ext cx="2356200" cy="66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468" name="Google Shape;468;p25"/>
          <p:cNvSpPr txBox="1">
            <a:spLocks noGrp="1"/>
          </p:cNvSpPr>
          <p:nvPr>
            <p:ph type="subTitle" idx="6"/>
          </p:nvPr>
        </p:nvSpPr>
        <p:spPr>
          <a:xfrm>
            <a:off x="6074575" y="2332400"/>
            <a:ext cx="2356200" cy="66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469" name="Google Shape;469;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470" name="Google Shape;470;p25"/>
          <p:cNvGrpSpPr/>
          <p:nvPr/>
        </p:nvGrpSpPr>
        <p:grpSpPr>
          <a:xfrm>
            <a:off x="-391401" y="1603297"/>
            <a:ext cx="9868275" cy="4284737"/>
            <a:chOff x="-391401" y="1603297"/>
            <a:chExt cx="9868275" cy="4284737"/>
          </a:xfrm>
        </p:grpSpPr>
        <p:grpSp>
          <p:nvGrpSpPr>
            <p:cNvPr id="471" name="Google Shape;471;p25"/>
            <p:cNvGrpSpPr/>
            <p:nvPr/>
          </p:nvGrpSpPr>
          <p:grpSpPr>
            <a:xfrm>
              <a:off x="-391401" y="4054524"/>
              <a:ext cx="2577275" cy="1833510"/>
              <a:chOff x="781874" y="1294774"/>
              <a:chExt cx="2577275" cy="1833510"/>
            </a:xfrm>
          </p:grpSpPr>
          <p:sp>
            <p:nvSpPr>
              <p:cNvPr id="472" name="Google Shape;472;p25"/>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5"/>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5"/>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5"/>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5"/>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5"/>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5"/>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5"/>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5"/>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5"/>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2" name="Google Shape;482;p25"/>
            <p:cNvGrpSpPr/>
            <p:nvPr/>
          </p:nvGrpSpPr>
          <p:grpSpPr>
            <a:xfrm>
              <a:off x="7394764" y="4054530"/>
              <a:ext cx="936510" cy="688006"/>
              <a:chOff x="3235964" y="2587955"/>
              <a:chExt cx="936510" cy="688006"/>
            </a:xfrm>
          </p:grpSpPr>
          <p:sp>
            <p:nvSpPr>
              <p:cNvPr id="483" name="Google Shape;483;p25"/>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5"/>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5" name="Google Shape;485;p25"/>
            <p:cNvGrpSpPr/>
            <p:nvPr/>
          </p:nvGrpSpPr>
          <p:grpSpPr>
            <a:xfrm>
              <a:off x="8540928" y="1603297"/>
              <a:ext cx="935946" cy="1829159"/>
              <a:chOff x="4738303" y="2514672"/>
              <a:chExt cx="935946" cy="1829159"/>
            </a:xfrm>
          </p:grpSpPr>
          <p:sp>
            <p:nvSpPr>
              <p:cNvPr id="486" name="Google Shape;486;p25"/>
              <p:cNvSpPr/>
              <p:nvPr/>
            </p:nvSpPr>
            <p:spPr>
              <a:xfrm rot="10800000">
                <a:off x="5149249" y="27403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5"/>
              <p:cNvSpPr/>
              <p:nvPr/>
            </p:nvSpPr>
            <p:spPr>
              <a:xfrm rot="10800000">
                <a:off x="4739611" y="297132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5"/>
              <p:cNvSpPr/>
              <p:nvPr/>
            </p:nvSpPr>
            <p:spPr>
              <a:xfrm rot="10800000">
                <a:off x="4738303" y="2514672"/>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5"/>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5"/>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5"/>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2" name="Google Shape;492;p25"/>
            <p:cNvGrpSpPr/>
            <p:nvPr/>
          </p:nvGrpSpPr>
          <p:grpSpPr>
            <a:xfrm>
              <a:off x="4915099" y="4146624"/>
              <a:ext cx="1345775" cy="914755"/>
              <a:chOff x="2264799" y="3654374"/>
              <a:chExt cx="1345775" cy="914755"/>
            </a:xfrm>
          </p:grpSpPr>
          <p:sp>
            <p:nvSpPr>
              <p:cNvPr id="493" name="Google Shape;493;p25"/>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5"/>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5"/>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5"/>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497"/>
        <p:cNvGrpSpPr/>
        <p:nvPr/>
      </p:nvGrpSpPr>
      <p:grpSpPr>
        <a:xfrm>
          <a:off x="0" y="0"/>
          <a:ext cx="0" cy="0"/>
          <a:chOff x="0" y="0"/>
          <a:chExt cx="0" cy="0"/>
        </a:xfrm>
      </p:grpSpPr>
      <p:sp>
        <p:nvSpPr>
          <p:cNvPr id="498" name="Google Shape;498;p26"/>
          <p:cNvSpPr txBox="1">
            <a:spLocks noGrp="1"/>
          </p:cNvSpPr>
          <p:nvPr>
            <p:ph type="subTitle" idx="1"/>
          </p:nvPr>
        </p:nvSpPr>
        <p:spPr>
          <a:xfrm>
            <a:off x="2319753" y="1942803"/>
            <a:ext cx="2114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9" name="Google Shape;499;p26"/>
          <p:cNvSpPr txBox="1">
            <a:spLocks noGrp="1"/>
          </p:cNvSpPr>
          <p:nvPr>
            <p:ph type="subTitle" idx="2"/>
          </p:nvPr>
        </p:nvSpPr>
        <p:spPr>
          <a:xfrm>
            <a:off x="5467047" y="1942803"/>
            <a:ext cx="2114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00" name="Google Shape;500;p26"/>
          <p:cNvSpPr txBox="1">
            <a:spLocks noGrp="1"/>
          </p:cNvSpPr>
          <p:nvPr>
            <p:ph type="subTitle" idx="3"/>
          </p:nvPr>
        </p:nvSpPr>
        <p:spPr>
          <a:xfrm>
            <a:off x="2319753" y="3357078"/>
            <a:ext cx="2114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01" name="Google Shape;501;p26"/>
          <p:cNvSpPr txBox="1">
            <a:spLocks noGrp="1"/>
          </p:cNvSpPr>
          <p:nvPr>
            <p:ph type="subTitle" idx="4"/>
          </p:nvPr>
        </p:nvSpPr>
        <p:spPr>
          <a:xfrm>
            <a:off x="5467047" y="3357078"/>
            <a:ext cx="2114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02" name="Google Shape;502;p26"/>
          <p:cNvSpPr txBox="1">
            <a:spLocks noGrp="1"/>
          </p:cNvSpPr>
          <p:nvPr>
            <p:ph type="subTitle" idx="5"/>
          </p:nvPr>
        </p:nvSpPr>
        <p:spPr>
          <a:xfrm>
            <a:off x="2319753" y="1537106"/>
            <a:ext cx="2114100" cy="505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03" name="Google Shape;503;p26"/>
          <p:cNvSpPr txBox="1">
            <a:spLocks noGrp="1"/>
          </p:cNvSpPr>
          <p:nvPr>
            <p:ph type="subTitle" idx="6"/>
          </p:nvPr>
        </p:nvSpPr>
        <p:spPr>
          <a:xfrm>
            <a:off x="2319753" y="2951481"/>
            <a:ext cx="2114100" cy="505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04" name="Google Shape;504;p26"/>
          <p:cNvSpPr txBox="1">
            <a:spLocks noGrp="1"/>
          </p:cNvSpPr>
          <p:nvPr>
            <p:ph type="subTitle" idx="7"/>
          </p:nvPr>
        </p:nvSpPr>
        <p:spPr>
          <a:xfrm>
            <a:off x="5467043" y="1537106"/>
            <a:ext cx="2114100" cy="505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05" name="Google Shape;505;p26"/>
          <p:cNvSpPr txBox="1">
            <a:spLocks noGrp="1"/>
          </p:cNvSpPr>
          <p:nvPr>
            <p:ph type="subTitle" idx="8"/>
          </p:nvPr>
        </p:nvSpPr>
        <p:spPr>
          <a:xfrm>
            <a:off x="5467043" y="2951481"/>
            <a:ext cx="2114100" cy="505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06" name="Google Shape;506;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507" name="Google Shape;507;p26"/>
          <p:cNvGrpSpPr/>
          <p:nvPr/>
        </p:nvGrpSpPr>
        <p:grpSpPr>
          <a:xfrm>
            <a:off x="171639" y="3687249"/>
            <a:ext cx="9207610" cy="1833510"/>
            <a:chOff x="171639" y="3687249"/>
            <a:chExt cx="9207610" cy="1833510"/>
          </a:xfrm>
        </p:grpSpPr>
        <p:grpSp>
          <p:nvGrpSpPr>
            <p:cNvPr id="508" name="Google Shape;508;p26"/>
            <p:cNvGrpSpPr/>
            <p:nvPr/>
          </p:nvGrpSpPr>
          <p:grpSpPr>
            <a:xfrm>
              <a:off x="6801974" y="3687249"/>
              <a:ext cx="2577275" cy="1833510"/>
              <a:chOff x="781874" y="1294774"/>
              <a:chExt cx="2577275" cy="1833510"/>
            </a:xfrm>
          </p:grpSpPr>
          <p:sp>
            <p:nvSpPr>
              <p:cNvPr id="509" name="Google Shape;509;p26"/>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6"/>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6"/>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6"/>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6"/>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6"/>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6"/>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6"/>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6"/>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6"/>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9" name="Google Shape;519;p26"/>
            <p:cNvGrpSpPr/>
            <p:nvPr/>
          </p:nvGrpSpPr>
          <p:grpSpPr>
            <a:xfrm>
              <a:off x="171639" y="3767755"/>
              <a:ext cx="936510" cy="688006"/>
              <a:chOff x="3235964" y="2587955"/>
              <a:chExt cx="936510" cy="688006"/>
            </a:xfrm>
          </p:grpSpPr>
          <p:sp>
            <p:nvSpPr>
              <p:cNvPr id="520" name="Google Shape;520;p26"/>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6"/>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2" name="Google Shape;522;p26"/>
            <p:cNvGrpSpPr/>
            <p:nvPr/>
          </p:nvGrpSpPr>
          <p:grpSpPr>
            <a:xfrm>
              <a:off x="1108149" y="4146624"/>
              <a:ext cx="1345775" cy="914755"/>
              <a:chOff x="2264799" y="3654374"/>
              <a:chExt cx="1345775" cy="914755"/>
            </a:xfrm>
          </p:grpSpPr>
          <p:sp>
            <p:nvSpPr>
              <p:cNvPr id="523" name="Google Shape;523;p26"/>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6"/>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6"/>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6"/>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527"/>
        <p:cNvGrpSpPr/>
        <p:nvPr/>
      </p:nvGrpSpPr>
      <p:grpSpPr>
        <a:xfrm>
          <a:off x="0" y="0"/>
          <a:ext cx="0" cy="0"/>
          <a:chOff x="0" y="0"/>
          <a:chExt cx="0" cy="0"/>
        </a:xfrm>
      </p:grpSpPr>
      <p:sp>
        <p:nvSpPr>
          <p:cNvPr id="528" name="Google Shape;528;p27"/>
          <p:cNvSpPr txBox="1">
            <a:spLocks noGrp="1"/>
          </p:cNvSpPr>
          <p:nvPr>
            <p:ph type="subTitle" idx="1"/>
          </p:nvPr>
        </p:nvSpPr>
        <p:spPr>
          <a:xfrm>
            <a:off x="726651" y="2073001"/>
            <a:ext cx="22092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29" name="Google Shape;529;p27"/>
          <p:cNvSpPr txBox="1">
            <a:spLocks noGrp="1"/>
          </p:cNvSpPr>
          <p:nvPr>
            <p:ph type="subTitle" idx="2"/>
          </p:nvPr>
        </p:nvSpPr>
        <p:spPr>
          <a:xfrm>
            <a:off x="3474109" y="2073001"/>
            <a:ext cx="22092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30" name="Google Shape;530;p27"/>
          <p:cNvSpPr txBox="1">
            <a:spLocks noGrp="1"/>
          </p:cNvSpPr>
          <p:nvPr>
            <p:ph type="subTitle" idx="3"/>
          </p:nvPr>
        </p:nvSpPr>
        <p:spPr>
          <a:xfrm>
            <a:off x="726651" y="3503225"/>
            <a:ext cx="22092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31" name="Google Shape;531;p27"/>
          <p:cNvSpPr txBox="1">
            <a:spLocks noGrp="1"/>
          </p:cNvSpPr>
          <p:nvPr>
            <p:ph type="subTitle" idx="4"/>
          </p:nvPr>
        </p:nvSpPr>
        <p:spPr>
          <a:xfrm>
            <a:off x="3474109" y="3503225"/>
            <a:ext cx="22092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32" name="Google Shape;532;p27"/>
          <p:cNvSpPr txBox="1">
            <a:spLocks noGrp="1"/>
          </p:cNvSpPr>
          <p:nvPr>
            <p:ph type="subTitle" idx="5"/>
          </p:nvPr>
        </p:nvSpPr>
        <p:spPr>
          <a:xfrm>
            <a:off x="6221568" y="2073001"/>
            <a:ext cx="22092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33" name="Google Shape;533;p27"/>
          <p:cNvSpPr txBox="1">
            <a:spLocks noGrp="1"/>
          </p:cNvSpPr>
          <p:nvPr>
            <p:ph type="subTitle" idx="6"/>
          </p:nvPr>
        </p:nvSpPr>
        <p:spPr>
          <a:xfrm>
            <a:off x="6221568" y="3503225"/>
            <a:ext cx="22092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34" name="Google Shape;534;p27"/>
          <p:cNvSpPr txBox="1">
            <a:spLocks noGrp="1"/>
          </p:cNvSpPr>
          <p:nvPr>
            <p:ph type="subTitle" idx="7"/>
          </p:nvPr>
        </p:nvSpPr>
        <p:spPr>
          <a:xfrm>
            <a:off x="730989" y="1656600"/>
            <a:ext cx="22005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35" name="Google Shape;535;p27"/>
          <p:cNvSpPr txBox="1">
            <a:spLocks noGrp="1"/>
          </p:cNvSpPr>
          <p:nvPr>
            <p:ph type="subTitle" idx="8"/>
          </p:nvPr>
        </p:nvSpPr>
        <p:spPr>
          <a:xfrm>
            <a:off x="3478447" y="1656600"/>
            <a:ext cx="22005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36" name="Google Shape;536;p27"/>
          <p:cNvSpPr txBox="1">
            <a:spLocks noGrp="1"/>
          </p:cNvSpPr>
          <p:nvPr>
            <p:ph type="subTitle" idx="9"/>
          </p:nvPr>
        </p:nvSpPr>
        <p:spPr>
          <a:xfrm>
            <a:off x="6225906" y="1656600"/>
            <a:ext cx="22005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37" name="Google Shape;537;p27"/>
          <p:cNvSpPr txBox="1">
            <a:spLocks noGrp="1"/>
          </p:cNvSpPr>
          <p:nvPr>
            <p:ph type="subTitle" idx="13"/>
          </p:nvPr>
        </p:nvSpPr>
        <p:spPr>
          <a:xfrm>
            <a:off x="730989" y="3086800"/>
            <a:ext cx="22005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38" name="Google Shape;538;p27"/>
          <p:cNvSpPr txBox="1">
            <a:spLocks noGrp="1"/>
          </p:cNvSpPr>
          <p:nvPr>
            <p:ph type="subTitle" idx="14"/>
          </p:nvPr>
        </p:nvSpPr>
        <p:spPr>
          <a:xfrm>
            <a:off x="3478447" y="3086800"/>
            <a:ext cx="22005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39" name="Google Shape;539;p27"/>
          <p:cNvSpPr txBox="1">
            <a:spLocks noGrp="1"/>
          </p:cNvSpPr>
          <p:nvPr>
            <p:ph type="subTitle" idx="15"/>
          </p:nvPr>
        </p:nvSpPr>
        <p:spPr>
          <a:xfrm>
            <a:off x="6225906" y="3086800"/>
            <a:ext cx="22005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40" name="Google Shape;540;p2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541" name="Google Shape;541;p27"/>
          <p:cNvGrpSpPr/>
          <p:nvPr/>
        </p:nvGrpSpPr>
        <p:grpSpPr>
          <a:xfrm>
            <a:off x="324089" y="4387674"/>
            <a:ext cx="8509210" cy="926987"/>
            <a:chOff x="313264" y="4021024"/>
            <a:chExt cx="8509210" cy="926987"/>
          </a:xfrm>
        </p:grpSpPr>
        <p:grpSp>
          <p:nvGrpSpPr>
            <p:cNvPr id="542" name="Google Shape;542;p27"/>
            <p:cNvGrpSpPr/>
            <p:nvPr/>
          </p:nvGrpSpPr>
          <p:grpSpPr>
            <a:xfrm>
              <a:off x="313264" y="4260005"/>
              <a:ext cx="936510" cy="688006"/>
              <a:chOff x="3235964" y="2587955"/>
              <a:chExt cx="936510" cy="688006"/>
            </a:xfrm>
          </p:grpSpPr>
          <p:sp>
            <p:nvSpPr>
              <p:cNvPr id="543" name="Google Shape;543;p27"/>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7"/>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5" name="Google Shape;545;p27"/>
            <p:cNvGrpSpPr/>
            <p:nvPr/>
          </p:nvGrpSpPr>
          <p:grpSpPr>
            <a:xfrm>
              <a:off x="7476699" y="4021024"/>
              <a:ext cx="1345775" cy="914755"/>
              <a:chOff x="2264799" y="3654374"/>
              <a:chExt cx="1345775" cy="914755"/>
            </a:xfrm>
          </p:grpSpPr>
          <p:sp>
            <p:nvSpPr>
              <p:cNvPr id="546" name="Google Shape;546;p27"/>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7"/>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7"/>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7"/>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550"/>
        <p:cNvGrpSpPr/>
        <p:nvPr/>
      </p:nvGrpSpPr>
      <p:grpSpPr>
        <a:xfrm>
          <a:off x="0" y="0"/>
          <a:ext cx="0" cy="0"/>
          <a:chOff x="0" y="0"/>
          <a:chExt cx="0" cy="0"/>
        </a:xfrm>
      </p:grpSpPr>
      <p:pic>
        <p:nvPicPr>
          <p:cNvPr id="551" name="Google Shape;551;p28"/>
          <p:cNvPicPr preferRelativeResize="0"/>
          <p:nvPr/>
        </p:nvPicPr>
        <p:blipFill>
          <a:blip r:embed="rId2">
            <a:alphaModFix/>
          </a:blip>
          <a:stretch>
            <a:fillRect/>
          </a:stretch>
        </p:blipFill>
        <p:spPr>
          <a:xfrm>
            <a:off x="0" y="0"/>
            <a:ext cx="9144000" cy="5143500"/>
          </a:xfrm>
          <a:prstGeom prst="rect">
            <a:avLst/>
          </a:prstGeom>
          <a:noFill/>
          <a:ln>
            <a:noFill/>
          </a:ln>
        </p:spPr>
      </p:pic>
      <p:sp>
        <p:nvSpPr>
          <p:cNvPr id="552" name="Google Shape;552;p28"/>
          <p:cNvSpPr txBox="1">
            <a:spLocks noGrp="1"/>
          </p:cNvSpPr>
          <p:nvPr>
            <p:ph type="title" hasCustomPrompt="1"/>
          </p:nvPr>
        </p:nvSpPr>
        <p:spPr>
          <a:xfrm>
            <a:off x="2223600" y="638357"/>
            <a:ext cx="46968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500">
                <a:solidFill>
                  <a:schemeClr val="l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53" name="Google Shape;553;p28"/>
          <p:cNvSpPr txBox="1">
            <a:spLocks noGrp="1"/>
          </p:cNvSpPr>
          <p:nvPr>
            <p:ph type="subTitle" idx="1"/>
          </p:nvPr>
        </p:nvSpPr>
        <p:spPr>
          <a:xfrm>
            <a:off x="2223600" y="1327275"/>
            <a:ext cx="4696800" cy="402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400"/>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554" name="Google Shape;554;p28"/>
          <p:cNvSpPr txBox="1">
            <a:spLocks noGrp="1"/>
          </p:cNvSpPr>
          <p:nvPr>
            <p:ph type="title" idx="2" hasCustomPrompt="1"/>
          </p:nvPr>
        </p:nvSpPr>
        <p:spPr>
          <a:xfrm>
            <a:off x="2223600" y="1990612"/>
            <a:ext cx="46968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500">
                <a:solidFill>
                  <a:schemeClr val="l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55" name="Google Shape;555;p28"/>
          <p:cNvSpPr txBox="1">
            <a:spLocks noGrp="1"/>
          </p:cNvSpPr>
          <p:nvPr>
            <p:ph type="subTitle" idx="3"/>
          </p:nvPr>
        </p:nvSpPr>
        <p:spPr>
          <a:xfrm>
            <a:off x="2223600" y="2679527"/>
            <a:ext cx="4696800" cy="402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400"/>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556" name="Google Shape;556;p28"/>
          <p:cNvSpPr txBox="1">
            <a:spLocks noGrp="1"/>
          </p:cNvSpPr>
          <p:nvPr>
            <p:ph type="title" idx="4" hasCustomPrompt="1"/>
          </p:nvPr>
        </p:nvSpPr>
        <p:spPr>
          <a:xfrm>
            <a:off x="2223600" y="3342868"/>
            <a:ext cx="46968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500">
                <a:solidFill>
                  <a:schemeClr val="l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57" name="Google Shape;557;p28"/>
          <p:cNvSpPr txBox="1">
            <a:spLocks noGrp="1"/>
          </p:cNvSpPr>
          <p:nvPr>
            <p:ph type="subTitle" idx="5"/>
          </p:nvPr>
        </p:nvSpPr>
        <p:spPr>
          <a:xfrm>
            <a:off x="2223600" y="4031797"/>
            <a:ext cx="4696800" cy="402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400"/>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grpSp>
        <p:nvGrpSpPr>
          <p:cNvPr id="558" name="Google Shape;558;p28"/>
          <p:cNvGrpSpPr/>
          <p:nvPr/>
        </p:nvGrpSpPr>
        <p:grpSpPr>
          <a:xfrm>
            <a:off x="202374" y="239324"/>
            <a:ext cx="9683050" cy="4722185"/>
            <a:chOff x="202374" y="239324"/>
            <a:chExt cx="9683050" cy="4722185"/>
          </a:xfrm>
        </p:grpSpPr>
        <p:grpSp>
          <p:nvGrpSpPr>
            <p:cNvPr id="559" name="Google Shape;559;p28"/>
            <p:cNvGrpSpPr/>
            <p:nvPr/>
          </p:nvGrpSpPr>
          <p:grpSpPr>
            <a:xfrm>
              <a:off x="7308149" y="3127999"/>
              <a:ext cx="2577275" cy="1833510"/>
              <a:chOff x="781874" y="1294774"/>
              <a:chExt cx="2577275" cy="1833510"/>
            </a:xfrm>
          </p:grpSpPr>
          <p:sp>
            <p:nvSpPr>
              <p:cNvPr id="560" name="Google Shape;560;p28"/>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8"/>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8"/>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8"/>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8"/>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8"/>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8"/>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8"/>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8"/>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8"/>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0" name="Google Shape;570;p28"/>
            <p:cNvGrpSpPr/>
            <p:nvPr/>
          </p:nvGrpSpPr>
          <p:grpSpPr>
            <a:xfrm>
              <a:off x="7918539" y="1927980"/>
              <a:ext cx="936510" cy="688006"/>
              <a:chOff x="3235964" y="2587955"/>
              <a:chExt cx="936510" cy="688006"/>
            </a:xfrm>
          </p:grpSpPr>
          <p:sp>
            <p:nvSpPr>
              <p:cNvPr id="571" name="Google Shape;571;p28"/>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8"/>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3" name="Google Shape;573;p28"/>
            <p:cNvGrpSpPr/>
            <p:nvPr/>
          </p:nvGrpSpPr>
          <p:grpSpPr>
            <a:xfrm>
              <a:off x="202378" y="3017522"/>
              <a:ext cx="935946" cy="1829159"/>
              <a:chOff x="4738303" y="2514672"/>
              <a:chExt cx="935946" cy="1829159"/>
            </a:xfrm>
          </p:grpSpPr>
          <p:sp>
            <p:nvSpPr>
              <p:cNvPr id="574" name="Google Shape;574;p28"/>
              <p:cNvSpPr/>
              <p:nvPr/>
            </p:nvSpPr>
            <p:spPr>
              <a:xfrm rot="10800000">
                <a:off x="5149249" y="27403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8"/>
              <p:cNvSpPr/>
              <p:nvPr/>
            </p:nvSpPr>
            <p:spPr>
              <a:xfrm rot="10800000">
                <a:off x="4739611" y="297132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8"/>
              <p:cNvSpPr/>
              <p:nvPr/>
            </p:nvSpPr>
            <p:spPr>
              <a:xfrm rot="10800000">
                <a:off x="4738303" y="2514672"/>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8"/>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8"/>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8"/>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0" name="Google Shape;580;p28"/>
            <p:cNvGrpSpPr/>
            <p:nvPr/>
          </p:nvGrpSpPr>
          <p:grpSpPr>
            <a:xfrm>
              <a:off x="202374" y="239324"/>
              <a:ext cx="1345775" cy="914755"/>
              <a:chOff x="2264799" y="3654374"/>
              <a:chExt cx="1345775" cy="914755"/>
            </a:xfrm>
          </p:grpSpPr>
          <p:sp>
            <p:nvSpPr>
              <p:cNvPr id="581" name="Google Shape;581;p28"/>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8"/>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8"/>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8"/>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Numbers and text 1">
  <p:cSld name="CUSTOM_8_1">
    <p:spTree>
      <p:nvGrpSpPr>
        <p:cNvPr id="1" name="Shape 585"/>
        <p:cNvGrpSpPr/>
        <p:nvPr/>
      </p:nvGrpSpPr>
      <p:grpSpPr>
        <a:xfrm>
          <a:off x="0" y="0"/>
          <a:ext cx="0" cy="0"/>
          <a:chOff x="0" y="0"/>
          <a:chExt cx="0" cy="0"/>
        </a:xfrm>
      </p:grpSpPr>
      <p:sp>
        <p:nvSpPr>
          <p:cNvPr id="586" name="Google Shape;586;p29"/>
          <p:cNvSpPr txBox="1">
            <a:spLocks noGrp="1"/>
          </p:cNvSpPr>
          <p:nvPr>
            <p:ph type="title" hasCustomPrompt="1"/>
          </p:nvPr>
        </p:nvSpPr>
        <p:spPr>
          <a:xfrm>
            <a:off x="1147374" y="1581150"/>
            <a:ext cx="1544100" cy="4068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2400">
                <a:solidFill>
                  <a:schemeClr val="l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87" name="Google Shape;587;p29"/>
          <p:cNvSpPr txBox="1">
            <a:spLocks noGrp="1"/>
          </p:cNvSpPr>
          <p:nvPr>
            <p:ph type="subTitle" idx="1"/>
          </p:nvPr>
        </p:nvSpPr>
        <p:spPr>
          <a:xfrm>
            <a:off x="720043" y="3248175"/>
            <a:ext cx="2398800" cy="881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588" name="Google Shape;588;p29"/>
          <p:cNvSpPr txBox="1">
            <a:spLocks noGrp="1"/>
          </p:cNvSpPr>
          <p:nvPr>
            <p:ph type="subTitle" idx="2"/>
          </p:nvPr>
        </p:nvSpPr>
        <p:spPr>
          <a:xfrm>
            <a:off x="720043" y="2751150"/>
            <a:ext cx="23988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400"/>
              <a:buNone/>
              <a:defRPr sz="2400" b="1">
                <a:solidFill>
                  <a:schemeClr val="dk1"/>
                </a:solidFill>
              </a:defRPr>
            </a:lvl1pPr>
            <a:lvl2pPr lvl="1" algn="ctr" rtl="0">
              <a:lnSpc>
                <a:spcPct val="100000"/>
              </a:lnSpc>
              <a:spcBef>
                <a:spcPts val="0"/>
              </a:spcBef>
              <a:spcAft>
                <a:spcPts val="0"/>
              </a:spcAft>
              <a:buClr>
                <a:schemeClr val="dk1"/>
              </a:buClr>
              <a:buSzPts val="2400"/>
              <a:buNone/>
              <a:defRPr sz="2400" b="1">
                <a:solidFill>
                  <a:schemeClr val="dk1"/>
                </a:solidFill>
              </a:defRPr>
            </a:lvl2pPr>
            <a:lvl3pPr lvl="2" algn="ctr" rtl="0">
              <a:lnSpc>
                <a:spcPct val="100000"/>
              </a:lnSpc>
              <a:spcBef>
                <a:spcPts val="0"/>
              </a:spcBef>
              <a:spcAft>
                <a:spcPts val="0"/>
              </a:spcAft>
              <a:buClr>
                <a:schemeClr val="dk1"/>
              </a:buClr>
              <a:buSzPts val="2400"/>
              <a:buNone/>
              <a:defRPr sz="2400" b="1">
                <a:solidFill>
                  <a:schemeClr val="dk1"/>
                </a:solidFill>
              </a:defRPr>
            </a:lvl3pPr>
            <a:lvl4pPr lvl="3" algn="ctr" rtl="0">
              <a:lnSpc>
                <a:spcPct val="100000"/>
              </a:lnSpc>
              <a:spcBef>
                <a:spcPts val="0"/>
              </a:spcBef>
              <a:spcAft>
                <a:spcPts val="0"/>
              </a:spcAft>
              <a:buClr>
                <a:schemeClr val="dk1"/>
              </a:buClr>
              <a:buSzPts val="2400"/>
              <a:buNone/>
              <a:defRPr sz="2400" b="1">
                <a:solidFill>
                  <a:schemeClr val="dk1"/>
                </a:solidFill>
              </a:defRPr>
            </a:lvl4pPr>
            <a:lvl5pPr lvl="4" algn="ctr" rtl="0">
              <a:lnSpc>
                <a:spcPct val="100000"/>
              </a:lnSpc>
              <a:spcBef>
                <a:spcPts val="0"/>
              </a:spcBef>
              <a:spcAft>
                <a:spcPts val="0"/>
              </a:spcAft>
              <a:buClr>
                <a:schemeClr val="dk1"/>
              </a:buClr>
              <a:buSzPts val="2400"/>
              <a:buNone/>
              <a:defRPr sz="2400" b="1">
                <a:solidFill>
                  <a:schemeClr val="dk1"/>
                </a:solidFill>
              </a:defRPr>
            </a:lvl5pPr>
            <a:lvl6pPr lvl="5" algn="ctr" rtl="0">
              <a:lnSpc>
                <a:spcPct val="100000"/>
              </a:lnSpc>
              <a:spcBef>
                <a:spcPts val="0"/>
              </a:spcBef>
              <a:spcAft>
                <a:spcPts val="0"/>
              </a:spcAft>
              <a:buClr>
                <a:schemeClr val="dk1"/>
              </a:buClr>
              <a:buSzPts val="2400"/>
              <a:buNone/>
              <a:defRPr sz="2400" b="1">
                <a:solidFill>
                  <a:schemeClr val="dk1"/>
                </a:solidFill>
              </a:defRPr>
            </a:lvl6pPr>
            <a:lvl7pPr lvl="6" algn="ctr" rtl="0">
              <a:lnSpc>
                <a:spcPct val="100000"/>
              </a:lnSpc>
              <a:spcBef>
                <a:spcPts val="0"/>
              </a:spcBef>
              <a:spcAft>
                <a:spcPts val="0"/>
              </a:spcAft>
              <a:buClr>
                <a:schemeClr val="dk1"/>
              </a:buClr>
              <a:buSzPts val="2400"/>
              <a:buNone/>
              <a:defRPr sz="2400" b="1">
                <a:solidFill>
                  <a:schemeClr val="dk1"/>
                </a:solidFill>
              </a:defRPr>
            </a:lvl7pPr>
            <a:lvl8pPr lvl="7" algn="ctr" rtl="0">
              <a:lnSpc>
                <a:spcPct val="100000"/>
              </a:lnSpc>
              <a:spcBef>
                <a:spcPts val="0"/>
              </a:spcBef>
              <a:spcAft>
                <a:spcPts val="0"/>
              </a:spcAft>
              <a:buClr>
                <a:schemeClr val="dk1"/>
              </a:buClr>
              <a:buSzPts val="2400"/>
              <a:buNone/>
              <a:defRPr sz="2400" b="1">
                <a:solidFill>
                  <a:schemeClr val="dk1"/>
                </a:solidFill>
              </a:defRPr>
            </a:lvl8pPr>
            <a:lvl9pPr lvl="8" algn="ctr" rtl="0">
              <a:lnSpc>
                <a:spcPct val="100000"/>
              </a:lnSpc>
              <a:spcBef>
                <a:spcPts val="0"/>
              </a:spcBef>
              <a:spcAft>
                <a:spcPts val="0"/>
              </a:spcAft>
              <a:buClr>
                <a:schemeClr val="dk1"/>
              </a:buClr>
              <a:buSzPts val="2400"/>
              <a:buNone/>
              <a:defRPr sz="2400" b="1">
                <a:solidFill>
                  <a:schemeClr val="dk1"/>
                </a:solidFill>
              </a:defRPr>
            </a:lvl9pPr>
          </a:lstStyle>
          <a:p>
            <a:endParaRPr/>
          </a:p>
        </p:txBody>
      </p:sp>
      <p:sp>
        <p:nvSpPr>
          <p:cNvPr id="589" name="Google Shape;589;p29"/>
          <p:cNvSpPr txBox="1">
            <a:spLocks noGrp="1"/>
          </p:cNvSpPr>
          <p:nvPr>
            <p:ph type="title" idx="3" hasCustomPrompt="1"/>
          </p:nvPr>
        </p:nvSpPr>
        <p:spPr>
          <a:xfrm>
            <a:off x="3800538" y="1581150"/>
            <a:ext cx="1542600" cy="4068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2400">
                <a:solidFill>
                  <a:schemeClr val="l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90" name="Google Shape;590;p29"/>
          <p:cNvSpPr txBox="1">
            <a:spLocks noGrp="1"/>
          </p:cNvSpPr>
          <p:nvPr>
            <p:ph type="subTitle" idx="4"/>
          </p:nvPr>
        </p:nvSpPr>
        <p:spPr>
          <a:xfrm>
            <a:off x="3372600" y="3248175"/>
            <a:ext cx="2398800" cy="881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591" name="Google Shape;591;p29"/>
          <p:cNvSpPr txBox="1">
            <a:spLocks noGrp="1"/>
          </p:cNvSpPr>
          <p:nvPr>
            <p:ph type="subTitle" idx="5"/>
          </p:nvPr>
        </p:nvSpPr>
        <p:spPr>
          <a:xfrm>
            <a:off x="3372600" y="2751150"/>
            <a:ext cx="23988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400"/>
              <a:buNone/>
              <a:defRPr sz="2400" b="1">
                <a:solidFill>
                  <a:schemeClr val="dk1"/>
                </a:solidFill>
              </a:defRPr>
            </a:lvl1pPr>
            <a:lvl2pPr lvl="1" algn="ctr" rtl="0">
              <a:lnSpc>
                <a:spcPct val="100000"/>
              </a:lnSpc>
              <a:spcBef>
                <a:spcPts val="0"/>
              </a:spcBef>
              <a:spcAft>
                <a:spcPts val="0"/>
              </a:spcAft>
              <a:buClr>
                <a:schemeClr val="dk1"/>
              </a:buClr>
              <a:buSzPts val="2400"/>
              <a:buNone/>
              <a:defRPr sz="2400" b="1">
                <a:solidFill>
                  <a:schemeClr val="dk1"/>
                </a:solidFill>
              </a:defRPr>
            </a:lvl2pPr>
            <a:lvl3pPr lvl="2" algn="ctr" rtl="0">
              <a:lnSpc>
                <a:spcPct val="100000"/>
              </a:lnSpc>
              <a:spcBef>
                <a:spcPts val="0"/>
              </a:spcBef>
              <a:spcAft>
                <a:spcPts val="0"/>
              </a:spcAft>
              <a:buClr>
                <a:schemeClr val="dk1"/>
              </a:buClr>
              <a:buSzPts val="2400"/>
              <a:buNone/>
              <a:defRPr sz="2400" b="1">
                <a:solidFill>
                  <a:schemeClr val="dk1"/>
                </a:solidFill>
              </a:defRPr>
            </a:lvl3pPr>
            <a:lvl4pPr lvl="3" algn="ctr" rtl="0">
              <a:lnSpc>
                <a:spcPct val="100000"/>
              </a:lnSpc>
              <a:spcBef>
                <a:spcPts val="0"/>
              </a:spcBef>
              <a:spcAft>
                <a:spcPts val="0"/>
              </a:spcAft>
              <a:buClr>
                <a:schemeClr val="dk1"/>
              </a:buClr>
              <a:buSzPts val="2400"/>
              <a:buNone/>
              <a:defRPr sz="2400" b="1">
                <a:solidFill>
                  <a:schemeClr val="dk1"/>
                </a:solidFill>
              </a:defRPr>
            </a:lvl4pPr>
            <a:lvl5pPr lvl="4" algn="ctr" rtl="0">
              <a:lnSpc>
                <a:spcPct val="100000"/>
              </a:lnSpc>
              <a:spcBef>
                <a:spcPts val="0"/>
              </a:spcBef>
              <a:spcAft>
                <a:spcPts val="0"/>
              </a:spcAft>
              <a:buClr>
                <a:schemeClr val="dk1"/>
              </a:buClr>
              <a:buSzPts val="2400"/>
              <a:buNone/>
              <a:defRPr sz="2400" b="1">
                <a:solidFill>
                  <a:schemeClr val="dk1"/>
                </a:solidFill>
              </a:defRPr>
            </a:lvl5pPr>
            <a:lvl6pPr lvl="5" algn="ctr" rtl="0">
              <a:lnSpc>
                <a:spcPct val="100000"/>
              </a:lnSpc>
              <a:spcBef>
                <a:spcPts val="0"/>
              </a:spcBef>
              <a:spcAft>
                <a:spcPts val="0"/>
              </a:spcAft>
              <a:buClr>
                <a:schemeClr val="dk1"/>
              </a:buClr>
              <a:buSzPts val="2400"/>
              <a:buNone/>
              <a:defRPr sz="2400" b="1">
                <a:solidFill>
                  <a:schemeClr val="dk1"/>
                </a:solidFill>
              </a:defRPr>
            </a:lvl6pPr>
            <a:lvl7pPr lvl="6" algn="ctr" rtl="0">
              <a:lnSpc>
                <a:spcPct val="100000"/>
              </a:lnSpc>
              <a:spcBef>
                <a:spcPts val="0"/>
              </a:spcBef>
              <a:spcAft>
                <a:spcPts val="0"/>
              </a:spcAft>
              <a:buClr>
                <a:schemeClr val="dk1"/>
              </a:buClr>
              <a:buSzPts val="2400"/>
              <a:buNone/>
              <a:defRPr sz="2400" b="1">
                <a:solidFill>
                  <a:schemeClr val="dk1"/>
                </a:solidFill>
              </a:defRPr>
            </a:lvl7pPr>
            <a:lvl8pPr lvl="7" algn="ctr" rtl="0">
              <a:lnSpc>
                <a:spcPct val="100000"/>
              </a:lnSpc>
              <a:spcBef>
                <a:spcPts val="0"/>
              </a:spcBef>
              <a:spcAft>
                <a:spcPts val="0"/>
              </a:spcAft>
              <a:buClr>
                <a:schemeClr val="dk1"/>
              </a:buClr>
              <a:buSzPts val="2400"/>
              <a:buNone/>
              <a:defRPr sz="2400" b="1">
                <a:solidFill>
                  <a:schemeClr val="dk1"/>
                </a:solidFill>
              </a:defRPr>
            </a:lvl8pPr>
            <a:lvl9pPr lvl="8" algn="ctr" rtl="0">
              <a:lnSpc>
                <a:spcPct val="100000"/>
              </a:lnSpc>
              <a:spcBef>
                <a:spcPts val="0"/>
              </a:spcBef>
              <a:spcAft>
                <a:spcPts val="0"/>
              </a:spcAft>
              <a:buClr>
                <a:schemeClr val="dk1"/>
              </a:buClr>
              <a:buSzPts val="2400"/>
              <a:buNone/>
              <a:defRPr sz="2400" b="1">
                <a:solidFill>
                  <a:schemeClr val="dk1"/>
                </a:solidFill>
              </a:defRPr>
            </a:lvl9pPr>
          </a:lstStyle>
          <a:p>
            <a:endParaRPr/>
          </a:p>
        </p:txBody>
      </p:sp>
      <p:sp>
        <p:nvSpPr>
          <p:cNvPr id="592" name="Google Shape;592;p29"/>
          <p:cNvSpPr txBox="1">
            <a:spLocks noGrp="1"/>
          </p:cNvSpPr>
          <p:nvPr>
            <p:ph type="title" idx="6" hasCustomPrompt="1"/>
          </p:nvPr>
        </p:nvSpPr>
        <p:spPr>
          <a:xfrm>
            <a:off x="6450528" y="1581150"/>
            <a:ext cx="1542600" cy="4068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2400">
                <a:solidFill>
                  <a:schemeClr val="l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93" name="Google Shape;593;p29"/>
          <p:cNvSpPr txBox="1">
            <a:spLocks noGrp="1"/>
          </p:cNvSpPr>
          <p:nvPr>
            <p:ph type="subTitle" idx="7"/>
          </p:nvPr>
        </p:nvSpPr>
        <p:spPr>
          <a:xfrm>
            <a:off x="6025157" y="3248175"/>
            <a:ext cx="2398800" cy="881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594" name="Google Shape;594;p29"/>
          <p:cNvSpPr txBox="1">
            <a:spLocks noGrp="1"/>
          </p:cNvSpPr>
          <p:nvPr>
            <p:ph type="subTitle" idx="8"/>
          </p:nvPr>
        </p:nvSpPr>
        <p:spPr>
          <a:xfrm>
            <a:off x="6025157" y="2751150"/>
            <a:ext cx="23988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400"/>
              <a:buNone/>
              <a:defRPr sz="2400" b="1">
                <a:solidFill>
                  <a:schemeClr val="dk1"/>
                </a:solidFill>
              </a:defRPr>
            </a:lvl1pPr>
            <a:lvl2pPr lvl="1" algn="ctr" rtl="0">
              <a:lnSpc>
                <a:spcPct val="100000"/>
              </a:lnSpc>
              <a:spcBef>
                <a:spcPts val="0"/>
              </a:spcBef>
              <a:spcAft>
                <a:spcPts val="0"/>
              </a:spcAft>
              <a:buClr>
                <a:schemeClr val="dk1"/>
              </a:buClr>
              <a:buSzPts val="2400"/>
              <a:buNone/>
              <a:defRPr sz="2400" b="1">
                <a:solidFill>
                  <a:schemeClr val="dk1"/>
                </a:solidFill>
              </a:defRPr>
            </a:lvl2pPr>
            <a:lvl3pPr lvl="2" algn="ctr" rtl="0">
              <a:lnSpc>
                <a:spcPct val="100000"/>
              </a:lnSpc>
              <a:spcBef>
                <a:spcPts val="0"/>
              </a:spcBef>
              <a:spcAft>
                <a:spcPts val="0"/>
              </a:spcAft>
              <a:buClr>
                <a:schemeClr val="dk1"/>
              </a:buClr>
              <a:buSzPts val="2400"/>
              <a:buNone/>
              <a:defRPr sz="2400" b="1">
                <a:solidFill>
                  <a:schemeClr val="dk1"/>
                </a:solidFill>
              </a:defRPr>
            </a:lvl3pPr>
            <a:lvl4pPr lvl="3" algn="ctr" rtl="0">
              <a:lnSpc>
                <a:spcPct val="100000"/>
              </a:lnSpc>
              <a:spcBef>
                <a:spcPts val="0"/>
              </a:spcBef>
              <a:spcAft>
                <a:spcPts val="0"/>
              </a:spcAft>
              <a:buClr>
                <a:schemeClr val="dk1"/>
              </a:buClr>
              <a:buSzPts val="2400"/>
              <a:buNone/>
              <a:defRPr sz="2400" b="1">
                <a:solidFill>
                  <a:schemeClr val="dk1"/>
                </a:solidFill>
              </a:defRPr>
            </a:lvl4pPr>
            <a:lvl5pPr lvl="4" algn="ctr" rtl="0">
              <a:lnSpc>
                <a:spcPct val="100000"/>
              </a:lnSpc>
              <a:spcBef>
                <a:spcPts val="0"/>
              </a:spcBef>
              <a:spcAft>
                <a:spcPts val="0"/>
              </a:spcAft>
              <a:buClr>
                <a:schemeClr val="dk1"/>
              </a:buClr>
              <a:buSzPts val="2400"/>
              <a:buNone/>
              <a:defRPr sz="2400" b="1">
                <a:solidFill>
                  <a:schemeClr val="dk1"/>
                </a:solidFill>
              </a:defRPr>
            </a:lvl5pPr>
            <a:lvl6pPr lvl="5" algn="ctr" rtl="0">
              <a:lnSpc>
                <a:spcPct val="100000"/>
              </a:lnSpc>
              <a:spcBef>
                <a:spcPts val="0"/>
              </a:spcBef>
              <a:spcAft>
                <a:spcPts val="0"/>
              </a:spcAft>
              <a:buClr>
                <a:schemeClr val="dk1"/>
              </a:buClr>
              <a:buSzPts val="2400"/>
              <a:buNone/>
              <a:defRPr sz="2400" b="1">
                <a:solidFill>
                  <a:schemeClr val="dk1"/>
                </a:solidFill>
              </a:defRPr>
            </a:lvl6pPr>
            <a:lvl7pPr lvl="6" algn="ctr" rtl="0">
              <a:lnSpc>
                <a:spcPct val="100000"/>
              </a:lnSpc>
              <a:spcBef>
                <a:spcPts val="0"/>
              </a:spcBef>
              <a:spcAft>
                <a:spcPts val="0"/>
              </a:spcAft>
              <a:buClr>
                <a:schemeClr val="dk1"/>
              </a:buClr>
              <a:buSzPts val="2400"/>
              <a:buNone/>
              <a:defRPr sz="2400" b="1">
                <a:solidFill>
                  <a:schemeClr val="dk1"/>
                </a:solidFill>
              </a:defRPr>
            </a:lvl7pPr>
            <a:lvl8pPr lvl="7" algn="ctr" rtl="0">
              <a:lnSpc>
                <a:spcPct val="100000"/>
              </a:lnSpc>
              <a:spcBef>
                <a:spcPts val="0"/>
              </a:spcBef>
              <a:spcAft>
                <a:spcPts val="0"/>
              </a:spcAft>
              <a:buClr>
                <a:schemeClr val="dk1"/>
              </a:buClr>
              <a:buSzPts val="2400"/>
              <a:buNone/>
              <a:defRPr sz="2400" b="1">
                <a:solidFill>
                  <a:schemeClr val="dk1"/>
                </a:solidFill>
              </a:defRPr>
            </a:lvl8pPr>
            <a:lvl9pPr lvl="8" algn="ctr" rtl="0">
              <a:lnSpc>
                <a:spcPct val="100000"/>
              </a:lnSpc>
              <a:spcBef>
                <a:spcPts val="0"/>
              </a:spcBef>
              <a:spcAft>
                <a:spcPts val="0"/>
              </a:spcAft>
              <a:buClr>
                <a:schemeClr val="dk1"/>
              </a:buClr>
              <a:buSzPts val="2400"/>
              <a:buNone/>
              <a:defRPr sz="2400" b="1">
                <a:solidFill>
                  <a:schemeClr val="dk1"/>
                </a:solidFill>
              </a:defRPr>
            </a:lvl9pPr>
          </a:lstStyle>
          <a:p>
            <a:endParaRPr/>
          </a:p>
        </p:txBody>
      </p:sp>
      <p:sp>
        <p:nvSpPr>
          <p:cNvPr id="595" name="Google Shape;595;p29"/>
          <p:cNvSpPr txBox="1">
            <a:spLocks noGrp="1"/>
          </p:cNvSpPr>
          <p:nvPr>
            <p:ph type="title" idx="9"/>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596" name="Google Shape;596;p29"/>
          <p:cNvGrpSpPr/>
          <p:nvPr/>
        </p:nvGrpSpPr>
        <p:grpSpPr>
          <a:xfrm>
            <a:off x="-184236" y="1886080"/>
            <a:ext cx="9122035" cy="4187626"/>
            <a:chOff x="-223286" y="1666105"/>
            <a:chExt cx="9122035" cy="4187626"/>
          </a:xfrm>
        </p:grpSpPr>
        <p:grpSp>
          <p:nvGrpSpPr>
            <p:cNvPr id="597" name="Google Shape;597;p29"/>
            <p:cNvGrpSpPr/>
            <p:nvPr/>
          </p:nvGrpSpPr>
          <p:grpSpPr>
            <a:xfrm>
              <a:off x="-223286" y="1666105"/>
              <a:ext cx="936510" cy="688006"/>
              <a:chOff x="3235964" y="2587955"/>
              <a:chExt cx="936510" cy="688006"/>
            </a:xfrm>
          </p:grpSpPr>
          <p:sp>
            <p:nvSpPr>
              <p:cNvPr id="598" name="Google Shape;598;p29"/>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29"/>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0" name="Google Shape;600;p29"/>
            <p:cNvGrpSpPr/>
            <p:nvPr/>
          </p:nvGrpSpPr>
          <p:grpSpPr>
            <a:xfrm>
              <a:off x="7962803" y="4019849"/>
              <a:ext cx="935946" cy="1833882"/>
              <a:chOff x="4738303" y="2509949"/>
              <a:chExt cx="935946" cy="1833882"/>
            </a:xfrm>
          </p:grpSpPr>
          <p:sp>
            <p:nvSpPr>
              <p:cNvPr id="601" name="Google Shape;601;p29"/>
              <p:cNvSpPr/>
              <p:nvPr/>
            </p:nvSpPr>
            <p:spPr>
              <a:xfrm rot="10800000">
                <a:off x="5149249" y="273563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29"/>
              <p:cNvSpPr/>
              <p:nvPr/>
            </p:nvSpPr>
            <p:spPr>
              <a:xfrm rot="10800000">
                <a:off x="4739611" y="2966604"/>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9"/>
              <p:cNvSpPr/>
              <p:nvPr/>
            </p:nvSpPr>
            <p:spPr>
              <a:xfrm rot="10800000">
                <a:off x="4738303" y="2509949"/>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9"/>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9"/>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9"/>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607"/>
        <p:cNvGrpSpPr/>
        <p:nvPr/>
      </p:nvGrpSpPr>
      <p:grpSpPr>
        <a:xfrm>
          <a:off x="0" y="0"/>
          <a:ext cx="0" cy="0"/>
          <a:chOff x="0" y="0"/>
          <a:chExt cx="0" cy="0"/>
        </a:xfrm>
      </p:grpSpPr>
      <p:pic>
        <p:nvPicPr>
          <p:cNvPr id="608" name="Google Shape;608;p30"/>
          <p:cNvPicPr preferRelativeResize="0"/>
          <p:nvPr/>
        </p:nvPicPr>
        <p:blipFill>
          <a:blip r:embed="rId2">
            <a:alphaModFix/>
          </a:blip>
          <a:stretch>
            <a:fillRect/>
          </a:stretch>
        </p:blipFill>
        <p:spPr>
          <a:xfrm>
            <a:off x="0" y="0"/>
            <a:ext cx="9144000" cy="5143500"/>
          </a:xfrm>
          <a:prstGeom prst="rect">
            <a:avLst/>
          </a:prstGeom>
          <a:noFill/>
          <a:ln>
            <a:noFill/>
          </a:ln>
        </p:spPr>
      </p:pic>
      <p:sp>
        <p:nvSpPr>
          <p:cNvPr id="609" name="Google Shape;609;p30"/>
          <p:cNvSpPr txBox="1">
            <a:spLocks noGrp="1"/>
          </p:cNvSpPr>
          <p:nvPr>
            <p:ph type="title"/>
          </p:nvPr>
        </p:nvSpPr>
        <p:spPr>
          <a:xfrm>
            <a:off x="2347938" y="538472"/>
            <a:ext cx="4448100" cy="105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6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10" name="Google Shape;610;p30"/>
          <p:cNvSpPr txBox="1">
            <a:spLocks noGrp="1"/>
          </p:cNvSpPr>
          <p:nvPr>
            <p:ph type="subTitle" idx="1"/>
          </p:nvPr>
        </p:nvSpPr>
        <p:spPr>
          <a:xfrm>
            <a:off x="2347900" y="1841450"/>
            <a:ext cx="4448100" cy="1058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11" name="Google Shape;611;p30"/>
          <p:cNvSpPr txBox="1"/>
          <p:nvPr/>
        </p:nvSpPr>
        <p:spPr>
          <a:xfrm>
            <a:off x="1897650" y="3611950"/>
            <a:ext cx="5348700" cy="5562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200" b="1">
                <a:solidFill>
                  <a:schemeClr val="dk1"/>
                </a:solidFill>
                <a:latin typeface="Poppins"/>
                <a:ea typeface="Poppins"/>
                <a:cs typeface="Poppins"/>
                <a:sym typeface="Poppins"/>
              </a:rPr>
              <a:t>CREDITS:</a:t>
            </a:r>
            <a:r>
              <a:rPr lang="en" sz="1200">
                <a:solidFill>
                  <a:schemeClr val="dk1"/>
                </a:solidFill>
                <a:latin typeface="Poppins"/>
                <a:ea typeface="Poppins"/>
                <a:cs typeface="Poppins"/>
                <a:sym typeface="Poppins"/>
              </a:rPr>
              <a:t> This presentation template was created by </a:t>
            </a:r>
            <a:r>
              <a:rPr lang="en" sz="1200" b="1" u="sng">
                <a:solidFill>
                  <a:schemeClr val="hlink"/>
                </a:solidFill>
                <a:latin typeface="Poppins"/>
                <a:ea typeface="Poppins"/>
                <a:cs typeface="Poppins"/>
                <a:sym typeface="Poppins"/>
                <a:hlinkClick r:id="rId3"/>
              </a:rPr>
              <a:t>Slidesgo</a:t>
            </a:r>
            <a:r>
              <a:rPr lang="en" sz="1200">
                <a:solidFill>
                  <a:schemeClr val="dk1"/>
                </a:solidFill>
                <a:latin typeface="Poppins"/>
                <a:ea typeface="Poppins"/>
                <a:cs typeface="Poppins"/>
                <a:sym typeface="Poppins"/>
              </a:rPr>
              <a:t>, and includes icons by </a:t>
            </a:r>
            <a:r>
              <a:rPr lang="en" sz="1200" b="1" u="sng">
                <a:solidFill>
                  <a:schemeClr val="dk1"/>
                </a:solidFill>
                <a:latin typeface="Poppins"/>
                <a:ea typeface="Poppins"/>
                <a:cs typeface="Poppins"/>
                <a:sym typeface="Poppins"/>
                <a:hlinkClick r:id="rId4">
                  <a:extLst>
                    <a:ext uri="{A12FA001-AC4F-418D-AE19-62706E023703}">
                      <ahyp:hlinkClr xmlns:ahyp="http://schemas.microsoft.com/office/drawing/2018/hyperlinkcolor" val="tx"/>
                    </a:ext>
                  </a:extLst>
                </a:hlinkClick>
              </a:rPr>
              <a:t>Flaticon</a:t>
            </a:r>
            <a:r>
              <a:rPr lang="en" sz="1200">
                <a:solidFill>
                  <a:schemeClr val="dk1"/>
                </a:solidFill>
                <a:latin typeface="Poppins"/>
                <a:ea typeface="Poppins"/>
                <a:cs typeface="Poppins"/>
                <a:sym typeface="Poppins"/>
              </a:rPr>
              <a:t>, and infographics &amp; images by </a:t>
            </a:r>
            <a:r>
              <a:rPr lang="en" sz="1200" b="1" u="sng">
                <a:solidFill>
                  <a:schemeClr val="dk1"/>
                </a:solidFill>
                <a:latin typeface="Poppins"/>
                <a:ea typeface="Poppins"/>
                <a:cs typeface="Poppins"/>
                <a:sym typeface="Poppins"/>
                <a:hlinkClick r:id="rId5">
                  <a:extLst>
                    <a:ext uri="{A12FA001-AC4F-418D-AE19-62706E023703}">
                      <ahyp:hlinkClr xmlns:ahyp="http://schemas.microsoft.com/office/drawing/2018/hyperlinkcolor" val="tx"/>
                    </a:ext>
                  </a:extLst>
                </a:hlinkClick>
              </a:rPr>
              <a:t>Freepik</a:t>
            </a:r>
            <a:r>
              <a:rPr lang="en" sz="1200" u="sng">
                <a:solidFill>
                  <a:schemeClr val="dk1"/>
                </a:solidFill>
                <a:latin typeface="Poppins"/>
                <a:ea typeface="Poppins"/>
                <a:cs typeface="Poppins"/>
                <a:sym typeface="Poppins"/>
              </a:rPr>
              <a:t> </a:t>
            </a:r>
            <a:endParaRPr sz="1200" b="1" u="sng">
              <a:solidFill>
                <a:schemeClr val="dk1"/>
              </a:solidFill>
              <a:latin typeface="Poppins"/>
              <a:ea typeface="Poppins"/>
              <a:cs typeface="Poppins"/>
              <a:sym typeface="Poppins"/>
            </a:endParaRPr>
          </a:p>
        </p:txBody>
      </p:sp>
      <p:grpSp>
        <p:nvGrpSpPr>
          <p:cNvPr id="612" name="Google Shape;612;p30"/>
          <p:cNvGrpSpPr/>
          <p:nvPr/>
        </p:nvGrpSpPr>
        <p:grpSpPr>
          <a:xfrm>
            <a:off x="202378" y="1912824"/>
            <a:ext cx="9621246" cy="3038210"/>
            <a:chOff x="202378" y="1912824"/>
            <a:chExt cx="9621246" cy="3038210"/>
          </a:xfrm>
        </p:grpSpPr>
        <p:grpSp>
          <p:nvGrpSpPr>
            <p:cNvPr id="613" name="Google Shape;613;p30"/>
            <p:cNvGrpSpPr/>
            <p:nvPr/>
          </p:nvGrpSpPr>
          <p:grpSpPr>
            <a:xfrm>
              <a:off x="7246349" y="3117524"/>
              <a:ext cx="2577275" cy="1833510"/>
              <a:chOff x="781874" y="1294774"/>
              <a:chExt cx="2577275" cy="1833510"/>
            </a:xfrm>
          </p:grpSpPr>
          <p:sp>
            <p:nvSpPr>
              <p:cNvPr id="614" name="Google Shape;614;p30"/>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0"/>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0"/>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0"/>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0"/>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0"/>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0"/>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0"/>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0"/>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0"/>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4" name="Google Shape;624;p30"/>
            <p:cNvGrpSpPr/>
            <p:nvPr/>
          </p:nvGrpSpPr>
          <p:grpSpPr>
            <a:xfrm>
              <a:off x="202378" y="1912824"/>
              <a:ext cx="935946" cy="1833882"/>
              <a:chOff x="4738303" y="2509949"/>
              <a:chExt cx="935946" cy="1833882"/>
            </a:xfrm>
          </p:grpSpPr>
          <p:sp>
            <p:nvSpPr>
              <p:cNvPr id="625" name="Google Shape;625;p30"/>
              <p:cNvSpPr/>
              <p:nvPr/>
            </p:nvSpPr>
            <p:spPr>
              <a:xfrm rot="10800000">
                <a:off x="5149249" y="273563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0"/>
              <p:cNvSpPr/>
              <p:nvPr/>
            </p:nvSpPr>
            <p:spPr>
              <a:xfrm rot="10800000">
                <a:off x="4739611" y="2966604"/>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0"/>
              <p:cNvSpPr/>
              <p:nvPr/>
            </p:nvSpPr>
            <p:spPr>
              <a:xfrm rot="10800000">
                <a:off x="4738303" y="2509949"/>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0"/>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0"/>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0"/>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631"/>
        <p:cNvGrpSpPr/>
        <p:nvPr/>
      </p:nvGrpSpPr>
      <p:grpSpPr>
        <a:xfrm>
          <a:off x="0" y="0"/>
          <a:ext cx="0" cy="0"/>
          <a:chOff x="0" y="0"/>
          <a:chExt cx="0" cy="0"/>
        </a:xfrm>
      </p:grpSpPr>
      <p:pic>
        <p:nvPicPr>
          <p:cNvPr id="632" name="Google Shape;632;p31"/>
          <p:cNvPicPr preferRelativeResize="0"/>
          <p:nvPr/>
        </p:nvPicPr>
        <p:blipFill>
          <a:blip r:embed="rId2">
            <a:alphaModFix/>
          </a:blip>
          <a:stretch>
            <a:fillRect/>
          </a:stretch>
        </p:blipFill>
        <p:spPr>
          <a:xfrm>
            <a:off x="0" y="0"/>
            <a:ext cx="9144000" cy="5143500"/>
          </a:xfrm>
          <a:prstGeom prst="rect">
            <a:avLst/>
          </a:prstGeom>
          <a:noFill/>
          <a:ln>
            <a:noFill/>
          </a:ln>
        </p:spPr>
      </p:pic>
      <p:grpSp>
        <p:nvGrpSpPr>
          <p:cNvPr id="633" name="Google Shape;633;p31"/>
          <p:cNvGrpSpPr/>
          <p:nvPr/>
        </p:nvGrpSpPr>
        <p:grpSpPr>
          <a:xfrm>
            <a:off x="-234251" y="-297501"/>
            <a:ext cx="9082600" cy="5165107"/>
            <a:chOff x="-234251" y="-297501"/>
            <a:chExt cx="9082600" cy="5165107"/>
          </a:xfrm>
        </p:grpSpPr>
        <p:grpSp>
          <p:nvGrpSpPr>
            <p:cNvPr id="634" name="Google Shape;634;p31"/>
            <p:cNvGrpSpPr/>
            <p:nvPr/>
          </p:nvGrpSpPr>
          <p:grpSpPr>
            <a:xfrm>
              <a:off x="-234251" y="-297501"/>
              <a:ext cx="2577275" cy="1833510"/>
              <a:chOff x="781874" y="1294774"/>
              <a:chExt cx="2577275" cy="1833510"/>
            </a:xfrm>
          </p:grpSpPr>
          <p:sp>
            <p:nvSpPr>
              <p:cNvPr id="635" name="Google Shape;635;p31"/>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1"/>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1"/>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1"/>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1"/>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1"/>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1"/>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1"/>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1"/>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1"/>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5" name="Google Shape;645;p31"/>
            <p:cNvGrpSpPr/>
            <p:nvPr/>
          </p:nvGrpSpPr>
          <p:grpSpPr>
            <a:xfrm>
              <a:off x="7866164" y="275255"/>
              <a:ext cx="936510" cy="688006"/>
              <a:chOff x="3235964" y="2587955"/>
              <a:chExt cx="936510" cy="688006"/>
            </a:xfrm>
          </p:grpSpPr>
          <p:sp>
            <p:nvSpPr>
              <p:cNvPr id="646" name="Google Shape;646;p31"/>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1"/>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8" name="Google Shape;648;p31"/>
            <p:cNvGrpSpPr/>
            <p:nvPr/>
          </p:nvGrpSpPr>
          <p:grpSpPr>
            <a:xfrm>
              <a:off x="7912403" y="3038447"/>
              <a:ext cx="935946" cy="1829159"/>
              <a:chOff x="4738303" y="2514672"/>
              <a:chExt cx="935946" cy="1829159"/>
            </a:xfrm>
          </p:grpSpPr>
          <p:sp>
            <p:nvSpPr>
              <p:cNvPr id="649" name="Google Shape;649;p31"/>
              <p:cNvSpPr/>
              <p:nvPr/>
            </p:nvSpPr>
            <p:spPr>
              <a:xfrm rot="10800000">
                <a:off x="5149249" y="27403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1"/>
              <p:cNvSpPr/>
              <p:nvPr/>
            </p:nvSpPr>
            <p:spPr>
              <a:xfrm rot="10800000">
                <a:off x="4739611" y="297132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1"/>
              <p:cNvSpPr/>
              <p:nvPr/>
            </p:nvSpPr>
            <p:spPr>
              <a:xfrm rot="10800000">
                <a:off x="4738303" y="2514672"/>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1"/>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1"/>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1"/>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5" name="Google Shape;655;p31"/>
            <p:cNvGrpSpPr/>
            <p:nvPr/>
          </p:nvGrpSpPr>
          <p:grpSpPr>
            <a:xfrm>
              <a:off x="381499" y="3884824"/>
              <a:ext cx="1345775" cy="914755"/>
              <a:chOff x="2264799" y="3654374"/>
              <a:chExt cx="1345775" cy="914755"/>
            </a:xfrm>
          </p:grpSpPr>
          <p:sp>
            <p:nvSpPr>
              <p:cNvPr id="656" name="Google Shape;656;p31"/>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1"/>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1"/>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1"/>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660"/>
        <p:cNvGrpSpPr/>
        <p:nvPr/>
      </p:nvGrpSpPr>
      <p:grpSpPr>
        <a:xfrm>
          <a:off x="0" y="0"/>
          <a:ext cx="0" cy="0"/>
          <a:chOff x="0" y="0"/>
          <a:chExt cx="0" cy="0"/>
        </a:xfrm>
      </p:grpSpPr>
      <p:grpSp>
        <p:nvGrpSpPr>
          <p:cNvPr id="661" name="Google Shape;661;p32"/>
          <p:cNvGrpSpPr/>
          <p:nvPr/>
        </p:nvGrpSpPr>
        <p:grpSpPr>
          <a:xfrm>
            <a:off x="159224" y="251905"/>
            <a:ext cx="8751975" cy="4709604"/>
            <a:chOff x="159224" y="251905"/>
            <a:chExt cx="8751975" cy="4709604"/>
          </a:xfrm>
        </p:grpSpPr>
        <p:grpSp>
          <p:nvGrpSpPr>
            <p:cNvPr id="662" name="Google Shape;662;p32"/>
            <p:cNvGrpSpPr/>
            <p:nvPr/>
          </p:nvGrpSpPr>
          <p:grpSpPr>
            <a:xfrm>
              <a:off x="6333924" y="3127999"/>
              <a:ext cx="2577275" cy="1833510"/>
              <a:chOff x="781874" y="1294774"/>
              <a:chExt cx="2577275" cy="1833510"/>
            </a:xfrm>
          </p:grpSpPr>
          <p:sp>
            <p:nvSpPr>
              <p:cNvPr id="663" name="Google Shape;663;p32"/>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2"/>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2"/>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2"/>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2"/>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2"/>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2"/>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2"/>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2"/>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2"/>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3" name="Google Shape;673;p32"/>
            <p:cNvGrpSpPr/>
            <p:nvPr/>
          </p:nvGrpSpPr>
          <p:grpSpPr>
            <a:xfrm>
              <a:off x="1580814" y="251905"/>
              <a:ext cx="936510" cy="688006"/>
              <a:chOff x="3235964" y="2587955"/>
              <a:chExt cx="936510" cy="688006"/>
            </a:xfrm>
          </p:grpSpPr>
          <p:sp>
            <p:nvSpPr>
              <p:cNvPr id="674" name="Google Shape;674;p32"/>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2"/>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6" name="Google Shape;676;p32"/>
            <p:cNvGrpSpPr/>
            <p:nvPr/>
          </p:nvGrpSpPr>
          <p:grpSpPr>
            <a:xfrm>
              <a:off x="307128" y="346247"/>
              <a:ext cx="935946" cy="1829159"/>
              <a:chOff x="4738303" y="2514672"/>
              <a:chExt cx="935946" cy="1829159"/>
            </a:xfrm>
          </p:grpSpPr>
          <p:sp>
            <p:nvSpPr>
              <p:cNvPr id="677" name="Google Shape;677;p32"/>
              <p:cNvSpPr/>
              <p:nvPr/>
            </p:nvSpPr>
            <p:spPr>
              <a:xfrm rot="10800000">
                <a:off x="5149249" y="27403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2"/>
              <p:cNvSpPr/>
              <p:nvPr/>
            </p:nvSpPr>
            <p:spPr>
              <a:xfrm rot="10800000">
                <a:off x="4739611" y="297132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2"/>
              <p:cNvSpPr/>
              <p:nvPr/>
            </p:nvSpPr>
            <p:spPr>
              <a:xfrm rot="10800000">
                <a:off x="4738303" y="2514672"/>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2"/>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2"/>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2"/>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3" name="Google Shape;683;p32"/>
            <p:cNvGrpSpPr/>
            <p:nvPr/>
          </p:nvGrpSpPr>
          <p:grpSpPr>
            <a:xfrm>
              <a:off x="159224" y="2418249"/>
              <a:ext cx="1345775" cy="914755"/>
              <a:chOff x="2264799" y="3654374"/>
              <a:chExt cx="1345775" cy="914755"/>
            </a:xfrm>
          </p:grpSpPr>
          <p:sp>
            <p:nvSpPr>
              <p:cNvPr id="684" name="Google Shape;684;p32"/>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2"/>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32"/>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2"/>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1pPr>
            <a:lvl2pPr lvl="1"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2pPr>
            <a:lvl3pPr lvl="2"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3pPr>
            <a:lvl4pPr lvl="3"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4pPr>
            <a:lvl5pPr lvl="4"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5pPr>
            <a:lvl6pPr lvl="5"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6pPr>
            <a:lvl7pPr lvl="6"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7pPr>
            <a:lvl8pPr lvl="7"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8pPr>
            <a:lvl9pPr lvl="8"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1pPr>
            <a:lvl2pPr marL="914400" lvl="1"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2pPr>
            <a:lvl3pPr marL="1371600" lvl="2"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3pPr>
            <a:lvl4pPr marL="1828800" lvl="3"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4pPr>
            <a:lvl5pPr marL="2286000" lvl="4"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5pPr>
            <a:lvl6pPr marL="2743200" lvl="5"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marL="3200400" lvl="6"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marL="3657600" lvl="7"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marL="4114800" lvl="8"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2" name="Google Shape;692;p33"/>
          <p:cNvSpPr txBox="1"/>
          <p:nvPr/>
        </p:nvSpPr>
        <p:spPr>
          <a:xfrm>
            <a:off x="846900" y="1098283"/>
            <a:ext cx="7584000" cy="22473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5700" b="1">
                <a:solidFill>
                  <a:srgbClr val="FFFFFF"/>
                </a:solidFill>
                <a:latin typeface="Poppins"/>
                <a:ea typeface="Poppins"/>
                <a:cs typeface="Poppins"/>
                <a:sym typeface="Poppins"/>
              </a:rPr>
              <a:t>Introduction to Data Science </a:t>
            </a:r>
            <a:endParaRPr sz="5700" b="1">
              <a:solidFill>
                <a:srgbClr val="FFFFFF"/>
              </a:solidFill>
              <a:latin typeface="Poppins"/>
              <a:ea typeface="Poppins"/>
              <a:cs typeface="Poppins"/>
              <a:sym typeface="Poppins"/>
            </a:endParaRPr>
          </a:p>
          <a:p>
            <a:pPr marL="0" lvl="0" indent="0" algn="l" rtl="0">
              <a:spcBef>
                <a:spcPts val="0"/>
              </a:spcBef>
              <a:spcAft>
                <a:spcPts val="0"/>
              </a:spcAft>
              <a:buNone/>
            </a:pPr>
            <a:r>
              <a:rPr lang="en" sz="2000">
                <a:solidFill>
                  <a:srgbClr val="FFFFFF"/>
                </a:solidFill>
                <a:latin typeface="Poppins"/>
                <a:ea typeface="Poppins"/>
                <a:cs typeface="Poppins"/>
                <a:sym typeface="Poppins"/>
              </a:rPr>
              <a:t>Lesson 8</a:t>
            </a:r>
            <a:endParaRPr sz="2000">
              <a:solidFill>
                <a:srgbClr val="FFFFFF"/>
              </a:solidFill>
              <a:latin typeface="Poppins"/>
              <a:ea typeface="Poppins"/>
              <a:cs typeface="Poppins"/>
              <a:sym typeface="Poppins"/>
            </a:endParaRPr>
          </a:p>
        </p:txBody>
      </p:sp>
      <p:sp>
        <p:nvSpPr>
          <p:cNvPr id="693" name="Google Shape;693;p33"/>
          <p:cNvSpPr txBox="1"/>
          <p:nvPr/>
        </p:nvSpPr>
        <p:spPr>
          <a:xfrm>
            <a:off x="846900" y="3880738"/>
            <a:ext cx="4528800" cy="475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None/>
            </a:pPr>
            <a:r>
              <a:rPr lang="en" sz="1300" dirty="0">
                <a:solidFill>
                  <a:srgbClr val="FFFFFF"/>
                </a:solidFill>
                <a:latin typeface="Poppins"/>
                <a:ea typeface="Poppins"/>
                <a:cs typeface="Poppins"/>
                <a:sym typeface="Poppins"/>
              </a:rPr>
              <a:t>Prof. Hugo Hernandez</a:t>
            </a:r>
            <a:endParaRPr sz="1300" dirty="0">
              <a:solidFill>
                <a:srgbClr val="FFFFFF"/>
              </a:solidFill>
              <a:latin typeface="Poppins"/>
              <a:ea typeface="Poppins"/>
              <a:cs typeface="Poppins"/>
              <a:sym typeface="Poppins"/>
            </a:endParaRPr>
          </a:p>
          <a:p>
            <a:pPr marL="0" lvl="0" indent="0" algn="just" rtl="0">
              <a:lnSpc>
                <a:spcPct val="115000"/>
              </a:lnSpc>
              <a:spcBef>
                <a:spcPts val="0"/>
              </a:spcBef>
              <a:spcAft>
                <a:spcPts val="0"/>
              </a:spcAft>
              <a:buNone/>
            </a:pPr>
            <a:r>
              <a:rPr lang="en" sz="1300" dirty="0">
                <a:solidFill>
                  <a:srgbClr val="FFFFFF"/>
                </a:solidFill>
                <a:latin typeface="Poppins"/>
                <a:ea typeface="Poppins"/>
                <a:cs typeface="Poppins"/>
                <a:sym typeface="Poppins"/>
              </a:rPr>
              <a:t>Prof. </a:t>
            </a:r>
            <a:r>
              <a:rPr lang="en" sz="1300">
                <a:solidFill>
                  <a:srgbClr val="FFFFFF"/>
                </a:solidFill>
                <a:latin typeface="Poppins"/>
                <a:ea typeface="Poppins"/>
                <a:cs typeface="Poppins"/>
                <a:sym typeface="Poppins"/>
              </a:rPr>
              <a:t>Giorgio Cunto</a:t>
            </a:r>
            <a:endParaRPr sz="1300" dirty="0">
              <a:solidFill>
                <a:srgbClr val="FFFFFF"/>
              </a:solidFill>
              <a:latin typeface="Poppins"/>
              <a:ea typeface="Poppins"/>
              <a:cs typeface="Poppins"/>
              <a:sym typeface="Poppins"/>
            </a:endParaRPr>
          </a:p>
        </p:txBody>
      </p:sp>
      <p:cxnSp>
        <p:nvCxnSpPr>
          <p:cNvPr id="694" name="Google Shape;694;p33"/>
          <p:cNvCxnSpPr/>
          <p:nvPr/>
        </p:nvCxnSpPr>
        <p:spPr>
          <a:xfrm>
            <a:off x="953922" y="3527687"/>
            <a:ext cx="931200" cy="0"/>
          </a:xfrm>
          <a:prstGeom prst="straightConnector1">
            <a:avLst/>
          </a:prstGeom>
          <a:noFill/>
          <a:ln w="76200" cap="flat" cmpd="sng">
            <a:solidFill>
              <a:srgbClr val="00DFDF"/>
            </a:solidFill>
            <a:prstDash val="solid"/>
            <a:round/>
            <a:headEnd type="none" w="med" len="med"/>
            <a:tailEnd type="none" w="med" len="med"/>
          </a:ln>
        </p:spPr>
      </p:cxnSp>
      <p:sp>
        <p:nvSpPr>
          <p:cNvPr id="695" name="Google Shape;695;p33"/>
          <p:cNvSpPr/>
          <p:nvPr/>
        </p:nvSpPr>
        <p:spPr>
          <a:xfrm>
            <a:off x="5684700" y="159575"/>
            <a:ext cx="3307200" cy="648300"/>
          </a:xfrm>
          <a:prstGeom prst="rect">
            <a:avLst/>
          </a:prstGeom>
          <a:solidFill>
            <a:srgbClr val="F8FAFB"/>
          </a:solidFill>
          <a:ln w="9525" cap="flat" cmpd="sng">
            <a:solidFill>
              <a:srgbClr val="0A24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96" name="Google Shape;696;p33"/>
          <p:cNvPicPr preferRelativeResize="0"/>
          <p:nvPr/>
        </p:nvPicPr>
        <p:blipFill>
          <a:blip r:embed="rId3">
            <a:alphaModFix/>
          </a:blip>
          <a:stretch>
            <a:fillRect/>
          </a:stretch>
        </p:blipFill>
        <p:spPr>
          <a:xfrm>
            <a:off x="5664000" y="127545"/>
            <a:ext cx="3318349" cy="6802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0"/>
        <p:cNvGrpSpPr/>
        <p:nvPr/>
      </p:nvGrpSpPr>
      <p:grpSpPr>
        <a:xfrm>
          <a:off x="0" y="0"/>
          <a:ext cx="0" cy="0"/>
          <a:chOff x="0" y="0"/>
          <a:chExt cx="0" cy="0"/>
        </a:xfrm>
      </p:grpSpPr>
      <p:sp>
        <p:nvSpPr>
          <p:cNvPr id="701" name="Google Shape;701;p34"/>
          <p:cNvSpPr txBox="1">
            <a:spLocks noGrp="1"/>
          </p:cNvSpPr>
          <p:nvPr>
            <p:ph type="title"/>
          </p:nvPr>
        </p:nvSpPr>
        <p:spPr>
          <a:xfrm>
            <a:off x="568125" y="2018100"/>
            <a:ext cx="8255100" cy="22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sz="1800" b="0"/>
          </a:p>
          <a:p>
            <a:pPr marL="457200" lvl="0" indent="-342900" algn="l" rtl="0">
              <a:spcBef>
                <a:spcPts val="0"/>
              </a:spcBef>
              <a:spcAft>
                <a:spcPts val="0"/>
              </a:spcAft>
              <a:buSzPts val="1800"/>
              <a:buChar char="★"/>
            </a:pPr>
            <a:r>
              <a:rPr lang="en" sz="1800" b="0"/>
              <a:t>Introduction to the use of Microdata in R</a:t>
            </a:r>
            <a:endParaRPr sz="1800" b="0"/>
          </a:p>
          <a:p>
            <a:pPr marL="914400" lvl="1" indent="-342900" algn="l" rtl="0">
              <a:spcBef>
                <a:spcPts val="0"/>
              </a:spcBef>
              <a:spcAft>
                <a:spcPts val="0"/>
              </a:spcAft>
              <a:buSzPts val="1800"/>
              <a:buChar char="○"/>
            </a:pPr>
            <a:r>
              <a:rPr lang="en" sz="1800" b="0"/>
              <a:t>What is microdata?</a:t>
            </a:r>
            <a:endParaRPr sz="1800" b="0"/>
          </a:p>
          <a:p>
            <a:pPr marL="914400" lvl="1" indent="-342900" algn="l" rtl="0">
              <a:spcBef>
                <a:spcPts val="0"/>
              </a:spcBef>
              <a:spcAft>
                <a:spcPts val="0"/>
              </a:spcAft>
              <a:buSzPts val="1800"/>
              <a:buChar char="○"/>
            </a:pPr>
            <a:r>
              <a:rPr lang="en" sz="1800" b="0"/>
              <a:t>Handling microdata in R: specialized packages</a:t>
            </a:r>
            <a:endParaRPr sz="1800" b="0"/>
          </a:p>
          <a:p>
            <a:pPr marL="914400" lvl="1" indent="-342900" algn="l" rtl="0">
              <a:spcBef>
                <a:spcPts val="0"/>
              </a:spcBef>
              <a:spcAft>
                <a:spcPts val="0"/>
              </a:spcAft>
              <a:buSzPts val="1800"/>
              <a:buChar char="○"/>
            </a:pPr>
            <a:r>
              <a:rPr lang="en" sz="1800" b="0"/>
              <a:t>Considerations when using and processing microdata</a:t>
            </a:r>
            <a:endParaRPr sz="1800" b="0"/>
          </a:p>
        </p:txBody>
      </p:sp>
      <p:sp>
        <p:nvSpPr>
          <p:cNvPr id="702" name="Google Shape;702;p34"/>
          <p:cNvSpPr txBox="1"/>
          <p:nvPr/>
        </p:nvSpPr>
        <p:spPr>
          <a:xfrm>
            <a:off x="444450" y="924225"/>
            <a:ext cx="7885500" cy="9201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5000" b="1">
                <a:solidFill>
                  <a:srgbClr val="FFFFFF"/>
                </a:solidFill>
                <a:latin typeface="Poppins"/>
                <a:ea typeface="Poppins"/>
                <a:cs typeface="Poppins"/>
                <a:sym typeface="Poppins"/>
              </a:rPr>
              <a:t>Data handling in R</a:t>
            </a:r>
            <a:endParaRPr sz="5000" b="1">
              <a:solidFill>
                <a:srgbClr val="FFFFFF"/>
              </a:solidFill>
              <a:latin typeface="Poppins"/>
              <a:ea typeface="Poppins"/>
              <a:cs typeface="Poppins"/>
              <a:sym typeface="Poppins"/>
            </a:endParaRPr>
          </a:p>
        </p:txBody>
      </p:sp>
      <p:cxnSp>
        <p:nvCxnSpPr>
          <p:cNvPr id="703" name="Google Shape;703;p34"/>
          <p:cNvCxnSpPr/>
          <p:nvPr/>
        </p:nvCxnSpPr>
        <p:spPr>
          <a:xfrm>
            <a:off x="568129" y="1844327"/>
            <a:ext cx="931200" cy="0"/>
          </a:xfrm>
          <a:prstGeom prst="straightConnector1">
            <a:avLst/>
          </a:prstGeom>
          <a:noFill/>
          <a:ln w="76200" cap="flat" cmpd="sng">
            <a:solidFill>
              <a:srgbClr val="00DFDF"/>
            </a:solidFill>
            <a:prstDash val="solid"/>
            <a:round/>
            <a:headEnd type="none" w="med" len="med"/>
            <a:tailEnd type="none" w="med" len="med"/>
          </a:ln>
        </p:spPr>
      </p:cxnSp>
      <p:sp>
        <p:nvSpPr>
          <p:cNvPr id="704" name="Google Shape;704;p34"/>
          <p:cNvSpPr txBox="1"/>
          <p:nvPr/>
        </p:nvSpPr>
        <p:spPr>
          <a:xfrm>
            <a:off x="444450" y="437925"/>
            <a:ext cx="8255100" cy="7311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3000">
                <a:solidFill>
                  <a:srgbClr val="FFFFFF"/>
                </a:solidFill>
                <a:latin typeface="Poppins"/>
                <a:ea typeface="Poppins"/>
                <a:cs typeface="Poppins"/>
                <a:sym typeface="Poppins"/>
              </a:rPr>
              <a:t>Module III</a:t>
            </a:r>
            <a:endParaRPr sz="3000">
              <a:solidFill>
                <a:srgbClr val="FFFFFF"/>
              </a:solidFill>
              <a:latin typeface="Poppins"/>
              <a:ea typeface="Poppins"/>
              <a:cs typeface="Poppins"/>
              <a:sym typeface="Poppi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0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0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0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0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p35"/>
          <p:cNvSpPr txBox="1">
            <a:spLocks noGrp="1"/>
          </p:cNvSpPr>
          <p:nvPr>
            <p:ph type="title"/>
          </p:nvPr>
        </p:nvSpPr>
        <p:spPr>
          <a:xfrm>
            <a:off x="158150" y="129450"/>
            <a:ext cx="88866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800"/>
              <a:t>What is microdata?</a:t>
            </a:r>
            <a:endParaRPr sz="2800">
              <a:solidFill>
                <a:schemeClr val="lt2"/>
              </a:solidFill>
            </a:endParaRPr>
          </a:p>
        </p:txBody>
      </p:sp>
      <p:sp>
        <p:nvSpPr>
          <p:cNvPr id="710" name="Google Shape;710;p35"/>
          <p:cNvSpPr txBox="1"/>
          <p:nvPr/>
        </p:nvSpPr>
        <p:spPr>
          <a:xfrm>
            <a:off x="325425" y="1187950"/>
            <a:ext cx="5892300" cy="3276600"/>
          </a:xfrm>
          <a:prstGeom prst="rect">
            <a:avLst/>
          </a:prstGeom>
          <a:solidFill>
            <a:schemeClr val="lt1"/>
          </a:solid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 sz="1600">
                <a:solidFill>
                  <a:schemeClr val="dk1"/>
                </a:solidFill>
                <a:latin typeface="Poppins"/>
                <a:ea typeface="Poppins"/>
                <a:cs typeface="Poppins"/>
                <a:sym typeface="Poppins"/>
              </a:rPr>
              <a:t>Microdata are individual records of persons, households or businesses collected in surveys or censuses.</a:t>
            </a:r>
            <a:endParaRPr sz="1600">
              <a:solidFill>
                <a:schemeClr val="dk1"/>
              </a:solidFill>
              <a:latin typeface="Poppins"/>
              <a:ea typeface="Poppins"/>
              <a:cs typeface="Poppins"/>
              <a:sym typeface="Poppins"/>
            </a:endParaRPr>
          </a:p>
          <a:p>
            <a:pPr marL="0" lvl="0" indent="0" algn="just" rtl="0">
              <a:spcBef>
                <a:spcPts val="0"/>
              </a:spcBef>
              <a:spcAft>
                <a:spcPts val="0"/>
              </a:spcAft>
              <a:buNone/>
            </a:pPr>
            <a:endParaRPr sz="1600">
              <a:solidFill>
                <a:schemeClr val="dk1"/>
              </a:solidFill>
              <a:latin typeface="Poppins"/>
              <a:ea typeface="Poppins"/>
              <a:cs typeface="Poppins"/>
              <a:sym typeface="Poppins"/>
            </a:endParaRPr>
          </a:p>
          <a:p>
            <a:pPr marL="0" lvl="0" indent="0" algn="just" rtl="0">
              <a:spcBef>
                <a:spcPts val="0"/>
              </a:spcBef>
              <a:spcAft>
                <a:spcPts val="0"/>
              </a:spcAft>
              <a:buNone/>
            </a:pPr>
            <a:r>
              <a:rPr lang="en" sz="1600">
                <a:solidFill>
                  <a:schemeClr val="dk1"/>
                </a:solidFill>
                <a:latin typeface="Poppins"/>
                <a:ea typeface="Poppins"/>
                <a:cs typeface="Poppins"/>
                <a:sym typeface="Poppins"/>
              </a:rPr>
              <a:t>Each record includes detailed information on individual attributes, such as age, gender, income, education, etc.</a:t>
            </a:r>
            <a:endParaRPr sz="1600">
              <a:solidFill>
                <a:schemeClr val="dk1"/>
              </a:solidFill>
              <a:latin typeface="Poppins"/>
              <a:ea typeface="Poppins"/>
              <a:cs typeface="Poppins"/>
              <a:sym typeface="Poppins"/>
            </a:endParaRPr>
          </a:p>
          <a:p>
            <a:pPr marL="0" lvl="0" indent="0" algn="just" rtl="0">
              <a:spcBef>
                <a:spcPts val="0"/>
              </a:spcBef>
              <a:spcAft>
                <a:spcPts val="0"/>
              </a:spcAft>
              <a:buNone/>
            </a:pPr>
            <a:endParaRPr sz="1600">
              <a:solidFill>
                <a:schemeClr val="dk1"/>
              </a:solidFill>
              <a:latin typeface="Poppins"/>
              <a:ea typeface="Poppins"/>
              <a:cs typeface="Poppins"/>
              <a:sym typeface="Poppins"/>
            </a:endParaRPr>
          </a:p>
          <a:p>
            <a:pPr marL="0" lvl="0" indent="0" algn="just" rtl="0">
              <a:spcBef>
                <a:spcPts val="0"/>
              </a:spcBef>
              <a:spcAft>
                <a:spcPts val="0"/>
              </a:spcAft>
              <a:buNone/>
            </a:pPr>
            <a:r>
              <a:rPr lang="en" sz="1600">
                <a:solidFill>
                  <a:schemeClr val="dk1"/>
                </a:solidFill>
                <a:latin typeface="Poppins"/>
                <a:ea typeface="Poppins"/>
                <a:cs typeface="Poppins"/>
                <a:sym typeface="Poppins"/>
              </a:rPr>
              <a:t>Microdata allow detailed and flexible analyses, as they can be grouped, filtered or disaggregated according to research needs.</a:t>
            </a:r>
            <a:endParaRPr sz="1600">
              <a:solidFill>
                <a:schemeClr val="dk1"/>
              </a:solidFill>
              <a:latin typeface="Poppins"/>
              <a:ea typeface="Poppins"/>
              <a:cs typeface="Poppins"/>
              <a:sym typeface="Poppins"/>
            </a:endParaRPr>
          </a:p>
          <a:p>
            <a:pPr marL="0" lvl="0" indent="0" algn="just" rtl="0">
              <a:spcBef>
                <a:spcPts val="0"/>
              </a:spcBef>
              <a:spcAft>
                <a:spcPts val="0"/>
              </a:spcAft>
              <a:buNone/>
            </a:pPr>
            <a:endParaRPr sz="1600">
              <a:solidFill>
                <a:schemeClr val="dk1"/>
              </a:solidFill>
              <a:latin typeface="Poppins"/>
              <a:ea typeface="Poppins"/>
              <a:cs typeface="Poppins"/>
              <a:sym typeface="Poppins"/>
            </a:endParaRPr>
          </a:p>
          <a:p>
            <a:pPr marL="0" lvl="0" indent="0" algn="just" rtl="0">
              <a:spcBef>
                <a:spcPts val="0"/>
              </a:spcBef>
              <a:spcAft>
                <a:spcPts val="0"/>
              </a:spcAft>
              <a:buNone/>
            </a:pPr>
            <a:endParaRPr sz="1600">
              <a:solidFill>
                <a:schemeClr val="dk1"/>
              </a:solidFill>
              <a:latin typeface="Poppins"/>
              <a:ea typeface="Poppins"/>
              <a:cs typeface="Poppins"/>
              <a:sym typeface="Poppins"/>
            </a:endParaRPr>
          </a:p>
        </p:txBody>
      </p:sp>
      <p:pic>
        <p:nvPicPr>
          <p:cNvPr id="711" name="Google Shape;711;p35"/>
          <p:cNvPicPr preferRelativeResize="0"/>
          <p:nvPr/>
        </p:nvPicPr>
        <p:blipFill>
          <a:blip r:embed="rId3">
            <a:alphaModFix/>
          </a:blip>
          <a:stretch>
            <a:fillRect/>
          </a:stretch>
        </p:blipFill>
        <p:spPr>
          <a:xfrm>
            <a:off x="6328300" y="1117500"/>
            <a:ext cx="2619375" cy="1743075"/>
          </a:xfrm>
          <a:prstGeom prst="rect">
            <a:avLst/>
          </a:prstGeom>
          <a:noFill/>
          <a:ln w="9525" cap="flat" cmpd="sng">
            <a:solidFill>
              <a:schemeClr val="dk2"/>
            </a:solidFill>
            <a:prstDash val="solid"/>
            <a:round/>
            <a:headEnd type="none" w="sm" len="sm"/>
            <a:tailEnd type="none" w="sm" len="sm"/>
          </a:ln>
        </p:spPr>
      </p:pic>
      <p:pic>
        <p:nvPicPr>
          <p:cNvPr id="712" name="Google Shape;712;p35"/>
          <p:cNvPicPr preferRelativeResize="0"/>
          <p:nvPr/>
        </p:nvPicPr>
        <p:blipFill rotWithShape="1">
          <a:blip r:embed="rId4">
            <a:alphaModFix/>
          </a:blip>
          <a:srcRect l="1390" t="30994" b="16160"/>
          <a:stretch/>
        </p:blipFill>
        <p:spPr>
          <a:xfrm>
            <a:off x="6328300" y="3011450"/>
            <a:ext cx="2619374" cy="180347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6"/>
        <p:cNvGrpSpPr/>
        <p:nvPr/>
      </p:nvGrpSpPr>
      <p:grpSpPr>
        <a:xfrm>
          <a:off x="0" y="0"/>
          <a:ext cx="0" cy="0"/>
          <a:chOff x="0" y="0"/>
          <a:chExt cx="0" cy="0"/>
        </a:xfrm>
      </p:grpSpPr>
      <p:sp>
        <p:nvSpPr>
          <p:cNvPr id="717" name="Google Shape;717;p36"/>
          <p:cNvSpPr txBox="1">
            <a:spLocks noGrp="1"/>
          </p:cNvSpPr>
          <p:nvPr>
            <p:ph type="title"/>
          </p:nvPr>
        </p:nvSpPr>
        <p:spPr>
          <a:xfrm>
            <a:off x="158150" y="129450"/>
            <a:ext cx="88866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800"/>
              <a:t>Microdata: Household surveys</a:t>
            </a:r>
            <a:endParaRPr sz="2800">
              <a:solidFill>
                <a:schemeClr val="lt2"/>
              </a:solidFill>
            </a:endParaRPr>
          </a:p>
        </p:txBody>
      </p:sp>
      <p:sp>
        <p:nvSpPr>
          <p:cNvPr id="718" name="Google Shape;718;p36"/>
          <p:cNvSpPr txBox="1"/>
          <p:nvPr/>
        </p:nvSpPr>
        <p:spPr>
          <a:xfrm>
            <a:off x="3415900" y="1006875"/>
            <a:ext cx="5451600" cy="3762900"/>
          </a:xfrm>
          <a:prstGeom prst="rect">
            <a:avLst/>
          </a:prstGeom>
          <a:solidFill>
            <a:schemeClr val="lt1"/>
          </a:solidFill>
          <a:ln>
            <a:noFill/>
          </a:ln>
        </p:spPr>
        <p:txBody>
          <a:bodyPr spcFirstLastPara="1" wrap="square" lIns="91425" tIns="91425" rIns="91425" bIns="91425" anchor="t" anchorCtr="0">
            <a:noAutofit/>
          </a:bodyPr>
          <a:lstStyle/>
          <a:p>
            <a:pPr marL="457200" lvl="0" indent="-330200" algn="l" rtl="0">
              <a:spcBef>
                <a:spcPts val="0"/>
              </a:spcBef>
              <a:spcAft>
                <a:spcPts val="0"/>
              </a:spcAft>
              <a:buClr>
                <a:schemeClr val="dk1"/>
              </a:buClr>
              <a:buSzPts val="1600"/>
              <a:buFont typeface="Poppins"/>
              <a:buChar char="●"/>
            </a:pPr>
            <a:r>
              <a:rPr lang="en" sz="1600">
                <a:solidFill>
                  <a:schemeClr val="dk1"/>
                </a:solidFill>
                <a:latin typeface="Poppins"/>
                <a:ea typeface="Poppins"/>
                <a:cs typeface="Poppins"/>
                <a:sym typeface="Poppins"/>
              </a:rPr>
              <a:t>In Latin America, some of the most widely used microdata sets are Household Surveys, such as the Permanent Household Survey (Encuesta Permanente de Hogares, EPH) in Argentina or the National Household Survey (Encuesta Nacional de Hogares, ENAHO) in Peru.</a:t>
            </a:r>
            <a:endParaRPr sz="1600">
              <a:solidFill>
                <a:schemeClr val="dk1"/>
              </a:solidFill>
              <a:latin typeface="Poppins"/>
              <a:ea typeface="Poppins"/>
              <a:cs typeface="Poppins"/>
              <a:sym typeface="Poppins"/>
            </a:endParaRPr>
          </a:p>
          <a:p>
            <a:pPr marL="0" lvl="0" indent="0" algn="l" rtl="0">
              <a:spcBef>
                <a:spcPts val="0"/>
              </a:spcBef>
              <a:spcAft>
                <a:spcPts val="0"/>
              </a:spcAft>
              <a:buNone/>
            </a:pPr>
            <a:endParaRPr sz="1600">
              <a:solidFill>
                <a:schemeClr val="dk1"/>
              </a:solidFill>
              <a:latin typeface="Poppins"/>
              <a:ea typeface="Poppins"/>
              <a:cs typeface="Poppins"/>
              <a:sym typeface="Poppins"/>
            </a:endParaRPr>
          </a:p>
          <a:p>
            <a:pPr marL="457200" lvl="0" indent="-330200" algn="l" rtl="0">
              <a:spcBef>
                <a:spcPts val="0"/>
              </a:spcBef>
              <a:spcAft>
                <a:spcPts val="0"/>
              </a:spcAft>
              <a:buClr>
                <a:schemeClr val="dk1"/>
              </a:buClr>
              <a:buSzPts val="1600"/>
              <a:buFont typeface="Poppins"/>
              <a:buChar char="●"/>
            </a:pPr>
            <a:r>
              <a:rPr lang="en" sz="1600">
                <a:solidFill>
                  <a:schemeClr val="dk1"/>
                </a:solidFill>
                <a:latin typeface="Poppins"/>
                <a:ea typeface="Poppins"/>
                <a:cs typeface="Poppins"/>
                <a:sym typeface="Poppins"/>
              </a:rPr>
              <a:t> These surveys allow researchers to study changes in income, employment, access to basic services, and living conditions, among other topics.</a:t>
            </a:r>
            <a:endParaRPr sz="1600">
              <a:solidFill>
                <a:schemeClr val="dk1"/>
              </a:solidFill>
              <a:latin typeface="Poppins"/>
              <a:ea typeface="Poppins"/>
              <a:cs typeface="Poppins"/>
              <a:sym typeface="Poppins"/>
            </a:endParaRPr>
          </a:p>
          <a:p>
            <a:pPr marL="0" lvl="0" indent="0" algn="l" rtl="0">
              <a:spcBef>
                <a:spcPts val="0"/>
              </a:spcBef>
              <a:spcAft>
                <a:spcPts val="0"/>
              </a:spcAft>
              <a:buNone/>
            </a:pPr>
            <a:endParaRPr sz="1600">
              <a:solidFill>
                <a:schemeClr val="dk1"/>
              </a:solidFill>
              <a:latin typeface="Poppins"/>
              <a:ea typeface="Poppins"/>
              <a:cs typeface="Poppins"/>
              <a:sym typeface="Poppins"/>
            </a:endParaRPr>
          </a:p>
          <a:p>
            <a:pPr marL="0" lvl="0" indent="0" algn="l" rtl="0">
              <a:spcBef>
                <a:spcPts val="0"/>
              </a:spcBef>
              <a:spcAft>
                <a:spcPts val="0"/>
              </a:spcAft>
              <a:buNone/>
            </a:pPr>
            <a:endParaRPr sz="1600">
              <a:solidFill>
                <a:schemeClr val="dk1"/>
              </a:solidFill>
              <a:latin typeface="Poppins"/>
              <a:ea typeface="Poppins"/>
              <a:cs typeface="Poppins"/>
              <a:sym typeface="Poppins"/>
            </a:endParaRPr>
          </a:p>
        </p:txBody>
      </p:sp>
      <p:pic>
        <p:nvPicPr>
          <p:cNvPr id="719" name="Google Shape;719;p36"/>
          <p:cNvPicPr preferRelativeResize="0"/>
          <p:nvPr/>
        </p:nvPicPr>
        <p:blipFill>
          <a:blip r:embed="rId3">
            <a:alphaModFix/>
          </a:blip>
          <a:stretch>
            <a:fillRect/>
          </a:stretch>
        </p:blipFill>
        <p:spPr>
          <a:xfrm>
            <a:off x="128712" y="1006875"/>
            <a:ext cx="2918325" cy="2084525"/>
          </a:xfrm>
          <a:prstGeom prst="rect">
            <a:avLst/>
          </a:prstGeom>
          <a:noFill/>
          <a:ln>
            <a:noFill/>
          </a:ln>
        </p:spPr>
      </p:pic>
      <p:pic>
        <p:nvPicPr>
          <p:cNvPr id="720" name="Google Shape;720;p36"/>
          <p:cNvPicPr preferRelativeResize="0"/>
          <p:nvPr/>
        </p:nvPicPr>
        <p:blipFill>
          <a:blip r:embed="rId4">
            <a:alphaModFix/>
          </a:blip>
          <a:stretch>
            <a:fillRect/>
          </a:stretch>
        </p:blipFill>
        <p:spPr>
          <a:xfrm>
            <a:off x="128700" y="3237725"/>
            <a:ext cx="3104706" cy="17473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Google Shape;725;p37"/>
          <p:cNvSpPr txBox="1">
            <a:spLocks noGrp="1"/>
          </p:cNvSpPr>
          <p:nvPr>
            <p:ph type="title"/>
          </p:nvPr>
        </p:nvSpPr>
        <p:spPr>
          <a:xfrm>
            <a:off x="158150" y="129450"/>
            <a:ext cx="88866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800"/>
              <a:t>R packages for working with microdata</a:t>
            </a:r>
            <a:endParaRPr sz="2800">
              <a:solidFill>
                <a:schemeClr val="lt2"/>
              </a:solidFill>
            </a:endParaRPr>
          </a:p>
        </p:txBody>
      </p:sp>
      <p:sp>
        <p:nvSpPr>
          <p:cNvPr id="726" name="Google Shape;726;p37"/>
          <p:cNvSpPr txBox="1"/>
          <p:nvPr/>
        </p:nvSpPr>
        <p:spPr>
          <a:xfrm>
            <a:off x="325425" y="1187950"/>
            <a:ext cx="8411700" cy="3620700"/>
          </a:xfrm>
          <a:prstGeom prst="rect">
            <a:avLst/>
          </a:prstGeom>
          <a:solidFill>
            <a:schemeClr val="lt1"/>
          </a:solid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600" b="1">
                <a:solidFill>
                  <a:schemeClr val="lt2"/>
                </a:solidFill>
                <a:latin typeface="Poppins"/>
                <a:ea typeface="Poppins"/>
                <a:cs typeface="Poppins"/>
                <a:sym typeface="Poppins"/>
              </a:rPr>
              <a:t>survey</a:t>
            </a:r>
            <a:r>
              <a:rPr lang="en" sz="1600">
                <a:solidFill>
                  <a:schemeClr val="dk1"/>
                </a:solidFill>
                <a:latin typeface="Poppins"/>
                <a:ea typeface="Poppins"/>
                <a:cs typeface="Poppins"/>
                <a:sym typeface="Poppins"/>
              </a:rPr>
              <a:t>: This package allows the analysis of complex survey data, considering the sample design (weighting, stratification and clustering).</a:t>
            </a:r>
            <a:endParaRPr sz="1600">
              <a:solidFill>
                <a:schemeClr val="dk1"/>
              </a:solidFill>
              <a:latin typeface="Poppins"/>
              <a:ea typeface="Poppins"/>
              <a:cs typeface="Poppins"/>
              <a:sym typeface="Poppins"/>
            </a:endParaRPr>
          </a:p>
          <a:p>
            <a:pPr marL="0" lvl="0" indent="0" algn="l" rtl="0">
              <a:lnSpc>
                <a:spcPct val="115000"/>
              </a:lnSpc>
              <a:spcBef>
                <a:spcPts val="1200"/>
              </a:spcBef>
              <a:spcAft>
                <a:spcPts val="0"/>
              </a:spcAft>
              <a:buNone/>
            </a:pPr>
            <a:r>
              <a:rPr lang="en" sz="1600" b="1">
                <a:solidFill>
                  <a:schemeClr val="lt2"/>
                </a:solidFill>
                <a:latin typeface="Poppins"/>
                <a:ea typeface="Poppins"/>
                <a:cs typeface="Poppins"/>
                <a:sym typeface="Poppins"/>
              </a:rPr>
              <a:t>haven</a:t>
            </a:r>
            <a:r>
              <a:rPr lang="en" sz="1600">
                <a:solidFill>
                  <a:schemeClr val="dk1"/>
                </a:solidFill>
                <a:latin typeface="Poppins"/>
                <a:ea typeface="Poppins"/>
                <a:cs typeface="Poppins"/>
                <a:sym typeface="Poppins"/>
              </a:rPr>
              <a:t>: Ideal for importing data in common survey formats, such as SPSS (.sav) and Stata (.dta) files.</a:t>
            </a:r>
            <a:endParaRPr sz="1600">
              <a:solidFill>
                <a:schemeClr val="dk1"/>
              </a:solidFill>
              <a:latin typeface="Poppins"/>
              <a:ea typeface="Poppins"/>
              <a:cs typeface="Poppins"/>
              <a:sym typeface="Poppins"/>
            </a:endParaRPr>
          </a:p>
          <a:p>
            <a:pPr marL="0" lvl="0" indent="0" algn="l" rtl="0">
              <a:lnSpc>
                <a:spcPct val="115000"/>
              </a:lnSpc>
              <a:spcBef>
                <a:spcPts val="1200"/>
              </a:spcBef>
              <a:spcAft>
                <a:spcPts val="0"/>
              </a:spcAft>
              <a:buNone/>
            </a:pPr>
            <a:r>
              <a:rPr lang="en" sz="1600" b="1">
                <a:solidFill>
                  <a:schemeClr val="lt2"/>
                </a:solidFill>
                <a:latin typeface="Poppins"/>
                <a:ea typeface="Poppins"/>
                <a:cs typeface="Poppins"/>
                <a:sym typeface="Poppins"/>
              </a:rPr>
              <a:t>foreign</a:t>
            </a:r>
            <a:r>
              <a:rPr lang="en" sz="1600">
                <a:solidFill>
                  <a:schemeClr val="dk1"/>
                </a:solidFill>
                <a:latin typeface="Poppins"/>
                <a:ea typeface="Poppins"/>
                <a:cs typeface="Poppins"/>
                <a:sym typeface="Poppins"/>
              </a:rPr>
              <a:t>:  Another package for importing data from formats such as .dta or .sav.</a:t>
            </a:r>
            <a:endParaRPr sz="1600">
              <a:solidFill>
                <a:schemeClr val="dk1"/>
              </a:solidFill>
              <a:latin typeface="Poppins"/>
              <a:ea typeface="Poppins"/>
              <a:cs typeface="Poppins"/>
              <a:sym typeface="Poppins"/>
            </a:endParaRPr>
          </a:p>
          <a:p>
            <a:pPr marL="0" lvl="0" indent="0" algn="l" rtl="0">
              <a:lnSpc>
                <a:spcPct val="115000"/>
              </a:lnSpc>
              <a:spcBef>
                <a:spcPts val="1200"/>
              </a:spcBef>
              <a:spcAft>
                <a:spcPts val="0"/>
              </a:spcAft>
              <a:buNone/>
            </a:pPr>
            <a:r>
              <a:rPr lang="en" sz="1600" b="1">
                <a:solidFill>
                  <a:schemeClr val="lt2"/>
                </a:solidFill>
                <a:latin typeface="Poppins"/>
                <a:ea typeface="Poppins"/>
                <a:cs typeface="Poppins"/>
                <a:sym typeface="Poppins"/>
              </a:rPr>
              <a:t>sjplot</a:t>
            </a:r>
            <a:r>
              <a:rPr lang="en" sz="1600">
                <a:solidFill>
                  <a:schemeClr val="dk1"/>
                </a:solidFill>
                <a:latin typeface="Poppins"/>
                <a:ea typeface="Poppins"/>
                <a:cs typeface="Poppins"/>
                <a:sym typeface="Poppins"/>
              </a:rPr>
              <a:t>: It is a package oriented to data visualization, but it has relevant functions such as view_df, which allows us to visualize the labels and values of variables coded in .sav files.</a:t>
            </a:r>
            <a:endParaRPr sz="1600">
              <a:solidFill>
                <a:schemeClr val="dk1"/>
              </a:solidFill>
              <a:latin typeface="Poppins"/>
              <a:ea typeface="Poppins"/>
              <a:cs typeface="Poppins"/>
              <a:sym typeface="Poppins"/>
            </a:endParaRPr>
          </a:p>
          <a:p>
            <a:pPr marL="0" lvl="0" indent="0" algn="just" rtl="0">
              <a:spcBef>
                <a:spcPts val="1200"/>
              </a:spcBef>
              <a:spcAft>
                <a:spcPts val="0"/>
              </a:spcAft>
              <a:buNone/>
            </a:pPr>
            <a:endParaRPr sz="1600">
              <a:solidFill>
                <a:schemeClr val="dk1"/>
              </a:solidFill>
              <a:latin typeface="Poppins"/>
              <a:ea typeface="Poppins"/>
              <a:cs typeface="Poppins"/>
              <a:sym typeface="Poppins"/>
            </a:endParaRPr>
          </a:p>
          <a:p>
            <a:pPr marL="0" lvl="0" indent="0" algn="just" rtl="0">
              <a:spcBef>
                <a:spcPts val="0"/>
              </a:spcBef>
              <a:spcAft>
                <a:spcPts val="0"/>
              </a:spcAft>
              <a:buNone/>
            </a:pPr>
            <a:endParaRPr sz="1600">
              <a:solidFill>
                <a:schemeClr val="dk1"/>
              </a:solidFill>
              <a:latin typeface="Poppins"/>
              <a:ea typeface="Poppins"/>
              <a:cs typeface="Poppins"/>
              <a:sym typeface="Poppins"/>
            </a:endParaRPr>
          </a:p>
          <a:p>
            <a:pPr marL="0" lvl="0" indent="0" algn="just" rtl="0">
              <a:spcBef>
                <a:spcPts val="0"/>
              </a:spcBef>
              <a:spcAft>
                <a:spcPts val="0"/>
              </a:spcAft>
              <a:buNone/>
            </a:pPr>
            <a:endParaRPr sz="1600">
              <a:solidFill>
                <a:schemeClr val="dk1"/>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31" name="Google Shape;731;p38"/>
          <p:cNvSpPr txBox="1">
            <a:spLocks noGrp="1"/>
          </p:cNvSpPr>
          <p:nvPr>
            <p:ph type="title"/>
          </p:nvPr>
        </p:nvSpPr>
        <p:spPr>
          <a:xfrm>
            <a:off x="158150" y="129450"/>
            <a:ext cx="88866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800"/>
              <a:t>Considerations when working with microdata</a:t>
            </a:r>
            <a:endParaRPr sz="2800">
              <a:solidFill>
                <a:schemeClr val="lt2"/>
              </a:solidFill>
            </a:endParaRPr>
          </a:p>
        </p:txBody>
      </p:sp>
      <p:sp>
        <p:nvSpPr>
          <p:cNvPr id="732" name="Google Shape;732;p38"/>
          <p:cNvSpPr txBox="1"/>
          <p:nvPr/>
        </p:nvSpPr>
        <p:spPr>
          <a:xfrm>
            <a:off x="325425" y="1187950"/>
            <a:ext cx="8411700" cy="3517200"/>
          </a:xfrm>
          <a:prstGeom prst="rect">
            <a:avLst/>
          </a:prstGeom>
          <a:solidFill>
            <a:schemeClr val="lt1"/>
          </a:solidFill>
          <a:ln>
            <a:noFill/>
          </a:ln>
        </p:spPr>
        <p:txBody>
          <a:bodyPr spcFirstLastPara="1" wrap="square" lIns="91425" tIns="91425" rIns="91425" bIns="91425" anchor="t" anchorCtr="0">
            <a:noAutofit/>
          </a:bodyPr>
          <a:lstStyle/>
          <a:p>
            <a:pPr marL="0" lvl="0" indent="0" algn="just" rtl="0">
              <a:lnSpc>
                <a:spcPct val="115000"/>
              </a:lnSpc>
              <a:spcBef>
                <a:spcPts val="1200"/>
              </a:spcBef>
              <a:spcAft>
                <a:spcPts val="0"/>
              </a:spcAft>
              <a:buNone/>
            </a:pPr>
            <a:r>
              <a:rPr lang="en" sz="1600" b="1">
                <a:solidFill>
                  <a:schemeClr val="lt2"/>
                </a:solidFill>
                <a:latin typeface="Poppins"/>
                <a:ea typeface="Poppins"/>
                <a:cs typeface="Poppins"/>
                <a:sym typeface="Poppins"/>
              </a:rPr>
              <a:t>Weightings</a:t>
            </a:r>
            <a:r>
              <a:rPr lang="en" sz="1600">
                <a:solidFill>
                  <a:schemeClr val="dk1"/>
                </a:solidFill>
                <a:latin typeface="Poppins"/>
                <a:ea typeface="Poppins"/>
                <a:cs typeface="Poppins"/>
                <a:sym typeface="Poppins"/>
              </a:rPr>
              <a:t>: In complex surveys, it is important to apply weighting factors so that the results are representative of the population.</a:t>
            </a:r>
            <a:endParaRPr sz="1600">
              <a:solidFill>
                <a:schemeClr val="dk1"/>
              </a:solidFill>
              <a:latin typeface="Poppins"/>
              <a:ea typeface="Poppins"/>
              <a:cs typeface="Poppins"/>
              <a:sym typeface="Poppins"/>
            </a:endParaRPr>
          </a:p>
          <a:p>
            <a:pPr marL="0" lvl="0" indent="0" algn="just" rtl="0">
              <a:lnSpc>
                <a:spcPct val="115000"/>
              </a:lnSpc>
              <a:spcBef>
                <a:spcPts val="1200"/>
              </a:spcBef>
              <a:spcAft>
                <a:spcPts val="0"/>
              </a:spcAft>
              <a:buNone/>
            </a:pPr>
            <a:r>
              <a:rPr lang="en" sz="1600" b="1">
                <a:solidFill>
                  <a:schemeClr val="lt2"/>
                </a:solidFill>
                <a:latin typeface="Poppins"/>
                <a:ea typeface="Poppins"/>
                <a:cs typeface="Poppins"/>
                <a:sym typeface="Poppins"/>
              </a:rPr>
              <a:t>Stratification and Clustering</a:t>
            </a:r>
            <a:r>
              <a:rPr lang="en" sz="1600">
                <a:solidFill>
                  <a:schemeClr val="dk1"/>
                </a:solidFill>
                <a:latin typeface="Poppins"/>
                <a:ea typeface="Poppins"/>
                <a:cs typeface="Poppins"/>
                <a:sym typeface="Poppins"/>
              </a:rPr>
              <a:t>: These design methods affect the variance of the estimates and should be included in the analysis models.</a:t>
            </a:r>
            <a:endParaRPr sz="1600">
              <a:solidFill>
                <a:schemeClr val="dk1"/>
              </a:solidFill>
              <a:latin typeface="Poppins"/>
              <a:ea typeface="Poppins"/>
              <a:cs typeface="Poppins"/>
              <a:sym typeface="Poppins"/>
            </a:endParaRPr>
          </a:p>
          <a:p>
            <a:pPr marL="0" lvl="0" indent="0" algn="just" rtl="0">
              <a:lnSpc>
                <a:spcPct val="115000"/>
              </a:lnSpc>
              <a:spcBef>
                <a:spcPts val="1200"/>
              </a:spcBef>
              <a:spcAft>
                <a:spcPts val="0"/>
              </a:spcAft>
              <a:buNone/>
            </a:pPr>
            <a:r>
              <a:rPr lang="en" sz="1600" b="1">
                <a:solidFill>
                  <a:schemeClr val="lt2"/>
                </a:solidFill>
                <a:latin typeface="Poppins"/>
                <a:ea typeface="Poppins"/>
                <a:cs typeface="Poppins"/>
                <a:sym typeface="Poppins"/>
              </a:rPr>
              <a:t>Data Cleansing and Transformation</a:t>
            </a:r>
            <a:r>
              <a:rPr lang="en" sz="1600">
                <a:solidFill>
                  <a:schemeClr val="dk1"/>
                </a:solidFill>
                <a:latin typeface="Poppins"/>
                <a:ea typeface="Poppins"/>
                <a:cs typeface="Poppins"/>
                <a:sym typeface="Poppins"/>
              </a:rPr>
              <a:t>: Survey data often have missing values or outliers that need to be treated before analysis. When working with panel surveys we must also be attentive to variables that may have changed between collection years.</a:t>
            </a:r>
            <a:endParaRPr sz="1600">
              <a:solidFill>
                <a:schemeClr val="dk1"/>
              </a:solidFill>
              <a:latin typeface="Poppins"/>
              <a:ea typeface="Poppins"/>
              <a:cs typeface="Poppins"/>
              <a:sym typeface="Poppins"/>
            </a:endParaRPr>
          </a:p>
          <a:p>
            <a:pPr marL="0" lvl="0" indent="0" algn="just" rtl="0">
              <a:lnSpc>
                <a:spcPct val="115000"/>
              </a:lnSpc>
              <a:spcBef>
                <a:spcPts val="1200"/>
              </a:spcBef>
              <a:spcAft>
                <a:spcPts val="0"/>
              </a:spcAft>
              <a:buNone/>
            </a:pPr>
            <a:endParaRPr sz="1600" b="1">
              <a:solidFill>
                <a:schemeClr val="dk1"/>
              </a:solidFill>
              <a:latin typeface="Poppins"/>
              <a:ea typeface="Poppins"/>
              <a:cs typeface="Poppins"/>
              <a:sym typeface="Poppins"/>
            </a:endParaRPr>
          </a:p>
          <a:p>
            <a:pPr marL="0" lvl="0" indent="0" algn="just" rtl="0">
              <a:spcBef>
                <a:spcPts val="1200"/>
              </a:spcBef>
              <a:spcAft>
                <a:spcPts val="0"/>
              </a:spcAft>
              <a:buNone/>
            </a:pPr>
            <a:endParaRPr sz="1600">
              <a:solidFill>
                <a:schemeClr val="dk1"/>
              </a:solidFill>
              <a:latin typeface="Poppins"/>
              <a:ea typeface="Poppins"/>
              <a:cs typeface="Poppins"/>
              <a:sym typeface="Poppins"/>
            </a:endParaRPr>
          </a:p>
          <a:p>
            <a:pPr marL="0" lvl="0" indent="0" algn="just" rtl="0">
              <a:spcBef>
                <a:spcPts val="0"/>
              </a:spcBef>
              <a:spcAft>
                <a:spcPts val="0"/>
              </a:spcAft>
              <a:buNone/>
            </a:pPr>
            <a:endParaRPr sz="1600">
              <a:solidFill>
                <a:schemeClr val="dk1"/>
              </a:solidFill>
              <a:latin typeface="Poppins"/>
              <a:ea typeface="Poppins"/>
              <a:cs typeface="Poppins"/>
              <a:sym typeface="Poppins"/>
            </a:endParaRPr>
          </a:p>
          <a:p>
            <a:pPr marL="0" lvl="0" indent="0" algn="just" rtl="0">
              <a:spcBef>
                <a:spcPts val="0"/>
              </a:spcBef>
              <a:spcAft>
                <a:spcPts val="0"/>
              </a:spcAft>
              <a:buNone/>
            </a:pPr>
            <a:endParaRPr sz="1600">
              <a:solidFill>
                <a:schemeClr val="dk1"/>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sp>
        <p:nvSpPr>
          <p:cNvPr id="737" name="Google Shape;737;p39"/>
          <p:cNvSpPr txBox="1">
            <a:spLocks noGrp="1"/>
          </p:cNvSpPr>
          <p:nvPr>
            <p:ph type="title"/>
          </p:nvPr>
        </p:nvSpPr>
        <p:spPr>
          <a:xfrm>
            <a:off x="444450" y="1821875"/>
            <a:ext cx="8255100" cy="731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600"/>
              <a:t>Now let's practice</a:t>
            </a:r>
            <a:endParaRPr sz="4600"/>
          </a:p>
        </p:txBody>
      </p:sp>
      <p:sp>
        <p:nvSpPr>
          <p:cNvPr id="738" name="Google Shape;738;p39"/>
          <p:cNvSpPr txBox="1">
            <a:spLocks noGrp="1"/>
          </p:cNvSpPr>
          <p:nvPr>
            <p:ph type="title"/>
          </p:nvPr>
        </p:nvSpPr>
        <p:spPr>
          <a:xfrm>
            <a:off x="1719150" y="2698000"/>
            <a:ext cx="6318300" cy="414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sz="1500" b="0"/>
          </a:p>
          <a:p>
            <a:pPr marL="0" lvl="0" indent="0" algn="ctr" rtl="0">
              <a:spcBef>
                <a:spcPts val="0"/>
              </a:spcBef>
              <a:spcAft>
                <a:spcPts val="0"/>
              </a:spcAft>
              <a:buNone/>
            </a:pPr>
            <a:r>
              <a:rPr lang="en" sz="1500" b="0"/>
              <a:t>Script </a:t>
            </a:r>
            <a:r>
              <a:rPr lang="en" sz="1500" b="0" i="1"/>
              <a:t>12_microdata.R</a:t>
            </a:r>
            <a:endParaRPr sz="1500" b="0" i="1"/>
          </a:p>
          <a:p>
            <a:pPr marL="0" lvl="0" indent="0" algn="ctr" rtl="0">
              <a:spcBef>
                <a:spcPts val="0"/>
              </a:spcBef>
              <a:spcAft>
                <a:spcPts val="0"/>
              </a:spcAft>
              <a:buNone/>
            </a:pPr>
            <a:r>
              <a:rPr lang="en" sz="1500" b="0"/>
              <a:t>Download dataset </a:t>
            </a:r>
            <a:r>
              <a:rPr lang="en" sz="1500" b="0" i="1"/>
              <a:t>209bb-0_REG02_EPHC_2º Trim 2024.SAV</a:t>
            </a:r>
            <a:endParaRPr sz="1500" b="0" i="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p40"/>
          <p:cNvSpPr txBox="1">
            <a:spLocks noGrp="1"/>
          </p:cNvSpPr>
          <p:nvPr>
            <p:ph type="title"/>
          </p:nvPr>
        </p:nvSpPr>
        <p:spPr>
          <a:xfrm>
            <a:off x="444450" y="1821875"/>
            <a:ext cx="8255100" cy="731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600"/>
              <a:t>BREAK TIME</a:t>
            </a:r>
            <a:endParaRPr sz="46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47"/>
        <p:cNvGrpSpPr/>
        <p:nvPr/>
      </p:nvGrpSpPr>
      <p:grpSpPr>
        <a:xfrm>
          <a:off x="0" y="0"/>
          <a:ext cx="0" cy="0"/>
          <a:chOff x="0" y="0"/>
          <a:chExt cx="0" cy="0"/>
        </a:xfrm>
      </p:grpSpPr>
      <p:sp>
        <p:nvSpPr>
          <p:cNvPr id="748" name="Google Shape;748;p41"/>
          <p:cNvSpPr txBox="1">
            <a:spLocks noGrp="1"/>
          </p:cNvSpPr>
          <p:nvPr>
            <p:ph type="title"/>
          </p:nvPr>
        </p:nvSpPr>
        <p:spPr>
          <a:xfrm>
            <a:off x="444450" y="1821875"/>
            <a:ext cx="8255100" cy="731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600"/>
              <a:t>Let's keep practicing</a:t>
            </a:r>
            <a:endParaRPr sz="4600"/>
          </a:p>
        </p:txBody>
      </p:sp>
      <p:sp>
        <p:nvSpPr>
          <p:cNvPr id="749" name="Google Shape;749;p41"/>
          <p:cNvSpPr txBox="1">
            <a:spLocks noGrp="1"/>
          </p:cNvSpPr>
          <p:nvPr>
            <p:ph type="title"/>
          </p:nvPr>
        </p:nvSpPr>
        <p:spPr>
          <a:xfrm>
            <a:off x="1719150" y="2920375"/>
            <a:ext cx="6318300" cy="414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sz="1500" b="0"/>
          </a:p>
          <a:p>
            <a:pPr marL="0" lvl="0" indent="0" algn="ctr" rtl="0">
              <a:spcBef>
                <a:spcPts val="0"/>
              </a:spcBef>
              <a:spcAft>
                <a:spcPts val="0"/>
              </a:spcAft>
              <a:buNone/>
            </a:pPr>
            <a:r>
              <a:rPr lang="en" sz="1500" b="0"/>
              <a:t>Script 13_microdata_imp.R</a:t>
            </a:r>
            <a:endParaRPr sz="1500" b="0"/>
          </a:p>
          <a:p>
            <a:pPr marL="0" lvl="0" indent="0" algn="ctr" rtl="0">
              <a:spcBef>
                <a:spcPts val="0"/>
              </a:spcBef>
              <a:spcAft>
                <a:spcPts val="0"/>
              </a:spcAft>
              <a:buNone/>
            </a:pPr>
            <a:r>
              <a:rPr lang="en" sz="1500" b="0"/>
              <a:t>Download datasets  </a:t>
            </a:r>
            <a:r>
              <a:rPr lang="en" sz="1500" b="0" i="1"/>
              <a:t>PERSONAS_ENCOVI_2017.sav </a:t>
            </a:r>
            <a:r>
              <a:rPr lang="en" sz="1500" b="0"/>
              <a:t>y </a:t>
            </a:r>
            <a:r>
              <a:rPr lang="en" sz="1500" b="0" i="1"/>
              <a:t>HOGARES_ENCOVI_2017.sav</a:t>
            </a:r>
            <a:endParaRPr sz="1500" b="0" i="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p42"/>
          <p:cNvSpPr txBox="1">
            <a:spLocks noGrp="1"/>
          </p:cNvSpPr>
          <p:nvPr>
            <p:ph type="title"/>
          </p:nvPr>
        </p:nvSpPr>
        <p:spPr>
          <a:xfrm>
            <a:off x="1493125" y="297275"/>
            <a:ext cx="3918600" cy="731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000"/>
              <a:t>Task for next week</a:t>
            </a:r>
            <a:endParaRPr sz="3000"/>
          </a:p>
        </p:txBody>
      </p:sp>
      <p:cxnSp>
        <p:nvCxnSpPr>
          <p:cNvPr id="755" name="Google Shape;755;p42"/>
          <p:cNvCxnSpPr/>
          <p:nvPr/>
        </p:nvCxnSpPr>
        <p:spPr>
          <a:xfrm>
            <a:off x="1625872" y="1028379"/>
            <a:ext cx="931200" cy="0"/>
          </a:xfrm>
          <a:prstGeom prst="straightConnector1">
            <a:avLst/>
          </a:prstGeom>
          <a:noFill/>
          <a:ln w="76200" cap="flat" cmpd="sng">
            <a:solidFill>
              <a:schemeClr val="lt2"/>
            </a:solidFill>
            <a:prstDash val="solid"/>
            <a:round/>
            <a:headEnd type="none" w="med" len="med"/>
            <a:tailEnd type="none" w="med" len="med"/>
          </a:ln>
        </p:spPr>
      </p:cxnSp>
      <p:sp>
        <p:nvSpPr>
          <p:cNvPr id="756" name="Google Shape;756;p42"/>
          <p:cNvSpPr txBox="1">
            <a:spLocks noGrp="1"/>
          </p:cNvSpPr>
          <p:nvPr>
            <p:ph type="title"/>
          </p:nvPr>
        </p:nvSpPr>
        <p:spPr>
          <a:xfrm>
            <a:off x="497300" y="1028375"/>
            <a:ext cx="8322600" cy="3655200"/>
          </a:xfrm>
          <a:prstGeom prst="rect">
            <a:avLst/>
          </a:prstGeom>
        </p:spPr>
        <p:txBody>
          <a:bodyPr spcFirstLastPara="1" wrap="square" lIns="91425" tIns="91425" rIns="91425" bIns="91425" anchor="ctr" anchorCtr="0">
            <a:noAutofit/>
          </a:bodyPr>
          <a:lstStyle/>
          <a:p>
            <a:pPr marL="0" lvl="0" indent="0" algn="just" rtl="0">
              <a:spcBef>
                <a:spcPts val="0"/>
              </a:spcBef>
              <a:spcAft>
                <a:spcPts val="0"/>
              </a:spcAft>
              <a:buNone/>
            </a:pPr>
            <a:endParaRPr sz="1600" b="0"/>
          </a:p>
          <a:p>
            <a:pPr marL="457200" lvl="0" indent="-330200" algn="just" rtl="0">
              <a:spcBef>
                <a:spcPts val="0"/>
              </a:spcBef>
              <a:spcAft>
                <a:spcPts val="0"/>
              </a:spcAft>
              <a:buSzPts val="1600"/>
              <a:buChar char="●"/>
            </a:pPr>
            <a:r>
              <a:rPr lang="en" sz="1600"/>
              <a:t>Asignación 3 </a:t>
            </a:r>
            <a:r>
              <a:rPr lang="en" sz="1600" b="0"/>
              <a:t>habilitada en M7. </a:t>
            </a:r>
            <a:endParaRPr sz="1600" b="0"/>
          </a:p>
          <a:p>
            <a:pPr marL="0" lvl="0" indent="0" algn="just" rtl="0">
              <a:spcBef>
                <a:spcPts val="0"/>
              </a:spcBef>
              <a:spcAft>
                <a:spcPts val="0"/>
              </a:spcAft>
              <a:buNone/>
            </a:pPr>
            <a:r>
              <a:rPr lang="en" sz="1600" b="0"/>
              <a:t>La Asignación 3 tiene como objetivo principal que los grupos diseñen y presenten su cuestionario de investigación utilizando Google Forms. Esta es una fase crucial, ya que el cuestionario es el instrumento clave para la recolección de datos de sus proyectos. </a:t>
            </a:r>
            <a:endParaRPr sz="1600" b="0"/>
          </a:p>
          <a:p>
            <a:pPr marL="0" lvl="0" indent="0" algn="just" rtl="0">
              <a:spcBef>
                <a:spcPts val="0"/>
              </a:spcBef>
              <a:spcAft>
                <a:spcPts val="0"/>
              </a:spcAft>
              <a:buNone/>
            </a:pPr>
            <a:r>
              <a:rPr lang="en" sz="1600" b="0"/>
              <a:t>La entrega de este Google Forms nos permitirá revisar y proporcionar feedback, asegurando que el instrumento esté optimizado antes de que los grupos comiencen la fase de recolección de datos real. </a:t>
            </a:r>
            <a:endParaRPr sz="1600" b="0"/>
          </a:p>
          <a:p>
            <a:pPr marL="0" lvl="0" indent="0" algn="just" rtl="0">
              <a:spcBef>
                <a:spcPts val="0"/>
              </a:spcBef>
              <a:spcAft>
                <a:spcPts val="0"/>
              </a:spcAft>
              <a:buNone/>
            </a:pPr>
            <a:endParaRPr sz="1600" b="0"/>
          </a:p>
          <a:p>
            <a:pPr marL="0" lvl="0" indent="0" algn="just" rtl="0">
              <a:spcBef>
                <a:spcPts val="0"/>
              </a:spcBef>
              <a:spcAft>
                <a:spcPts val="0"/>
              </a:spcAft>
              <a:buNone/>
            </a:pPr>
            <a:r>
              <a:rPr lang="en" sz="1600" b="0"/>
              <a:t>Se permite la creación del cuestionario en español para fomentar la máxima participación. La fecha límite para esta entrega es el domingo 1 de junio a las 11:59 p.m.</a:t>
            </a:r>
            <a:endParaRPr sz="1600" b="0"/>
          </a:p>
          <a:p>
            <a:pPr marL="457200" lvl="0" indent="0" algn="just" rtl="0">
              <a:spcBef>
                <a:spcPts val="0"/>
              </a:spcBef>
              <a:spcAft>
                <a:spcPts val="0"/>
              </a:spcAft>
              <a:buNone/>
            </a:pPr>
            <a:endParaRPr sz="1300">
              <a:solidFill>
                <a:schemeClr val="lt2"/>
              </a:solidFill>
            </a:endParaRPr>
          </a:p>
        </p:txBody>
      </p:sp>
    </p:spTree>
  </p:cSld>
  <p:clrMapOvr>
    <a:masterClrMapping/>
  </p:clrMapOvr>
</p:sld>
</file>

<file path=ppt/theme/theme1.xml><?xml version="1.0" encoding="utf-8"?>
<a:theme xmlns:a="http://schemas.openxmlformats.org/drawingml/2006/main" name="Statistical Methods in Public Health - Master of Science in Biostatistics by Slidesgo">
  <a:themeElements>
    <a:clrScheme name="Simple Light">
      <a:dk1>
        <a:srgbClr val="FFFFFF"/>
      </a:dk1>
      <a:lt1>
        <a:srgbClr val="295D82"/>
      </a:lt1>
      <a:dk2>
        <a:srgbClr val="0A244F"/>
      </a:dk2>
      <a:lt2>
        <a:srgbClr val="00DFD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TotalTime>
  <Words>665</Words>
  <Application>Microsoft Office PowerPoint</Application>
  <PresentationFormat>Presentación en pantalla (16:9)</PresentationFormat>
  <Paragraphs>53</Paragraphs>
  <Slides>10</Slides>
  <Notes>10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10</vt:i4>
      </vt:variant>
    </vt:vector>
  </HeadingPairs>
  <TitlesOfParts>
    <vt:vector size="15" baseType="lpstr">
      <vt:lpstr>Poppins</vt:lpstr>
      <vt:lpstr>Poppins Light</vt:lpstr>
      <vt:lpstr>Arial</vt:lpstr>
      <vt:lpstr>Nunito Light</vt:lpstr>
      <vt:lpstr>Statistical Methods in Public Health - Master of Science in Biostatistics by Slidesgo</vt:lpstr>
      <vt:lpstr>Presentación de PowerPoint</vt:lpstr>
      <vt:lpstr> Introduction to the use of Microdata in R What is microdata? Handling microdata in R: specialized packages Considerations when using and processing microdata</vt:lpstr>
      <vt:lpstr>What is microdata?</vt:lpstr>
      <vt:lpstr>Microdata: Household surveys</vt:lpstr>
      <vt:lpstr>R packages for working with microdata</vt:lpstr>
      <vt:lpstr>Considerations when working with microdata</vt:lpstr>
      <vt:lpstr>Now let's practice</vt:lpstr>
      <vt:lpstr>BREAK TIME</vt:lpstr>
      <vt:lpstr>Let's keep practicing</vt:lpstr>
      <vt:lpstr>Task for next week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Giorgio Cunto Morales</cp:lastModifiedBy>
  <cp:revision>1</cp:revision>
  <dcterms:modified xsi:type="dcterms:W3CDTF">2025-10-27T11:00:10Z</dcterms:modified>
</cp:coreProperties>
</file>